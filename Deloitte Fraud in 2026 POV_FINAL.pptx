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4.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5.xml" ContentType="application/vnd.openxmlformats-officedocument.theme+xml"/>
  <Override PartName="/ppt/tags/tag1.xml" ContentType="application/vnd.openxmlformats-officedocument.presentationml.tags+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6.xml" ContentType="application/vnd.openxmlformats-officedocument.theme+xml"/>
  <Override PartName="/ppt/tags/tag2.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1_0.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8.xml" ContentType="application/vnd.openxmlformats-officedocument.presentationml.notesSlide+xml"/>
  <Override PartName="/ppt/comments/modernComment_13B_5A44D05C.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3F_F75E82B4.xml" ContentType="application/vnd.ms-powerpoint.comments+xml"/>
  <Override PartName="/ppt/notesSlides/notesSlide13.xml" ContentType="application/vnd.openxmlformats-officedocument.presentationml.notesSlide+xml"/>
  <Override PartName="/ppt/comments/modernComment_150_A2AA0D58.xml" ContentType="application/vnd.ms-powerpoint.comments+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comments/modernComment_13A_49D95748.xml" ContentType="application/vnd.ms-powerpoint.comments+xml"/>
  <Override PartName="/ppt/charts/chart3.xml" ContentType="application/vnd.openxmlformats-officedocument.drawingml.chart+xml"/>
  <Override PartName="/ppt/comments/modernComment_141_3D9CB408.xml" ContentType="application/vnd.ms-powerpoint.comments+xml"/>
  <Override PartName="/ppt/notesSlides/notesSlide17.xml" ContentType="application/vnd.openxmlformats-officedocument.presentationml.notesSlide+xml"/>
  <Override PartName="/ppt/comments/modernComment_142_1C9F6B91.xml" ContentType="application/vnd.ms-powerpoint.comments+xml"/>
  <Override PartName="/ppt/charts/chart4.xml" ContentType="application/vnd.openxmlformats-officedocument.drawingml.chart+xml"/>
  <Override PartName="/ppt/comments/modernComment_144_5D73BEDB.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5" r:id="rId4"/>
    <p:sldMasterId id="2147483648" r:id="rId5"/>
    <p:sldMasterId id="2147483733" r:id="rId6"/>
    <p:sldMasterId id="2147483791" r:id="rId7"/>
    <p:sldMasterId id="2147483813" r:id="rId8"/>
    <p:sldMasterId id="2147483857" r:id="rId9"/>
  </p:sldMasterIdLst>
  <p:notesMasterIdLst>
    <p:notesMasterId r:id="rId35"/>
  </p:notesMasterIdLst>
  <p:sldIdLst>
    <p:sldId id="2147308442" r:id="rId10"/>
    <p:sldId id="257" r:id="rId11"/>
    <p:sldId id="333" r:id="rId12"/>
    <p:sldId id="334" r:id="rId13"/>
    <p:sldId id="326" r:id="rId14"/>
    <p:sldId id="329" r:id="rId15"/>
    <p:sldId id="2147483632" r:id="rId16"/>
    <p:sldId id="323" r:id="rId17"/>
    <p:sldId id="315" r:id="rId18"/>
    <p:sldId id="316" r:id="rId19"/>
    <p:sldId id="317" r:id="rId20"/>
    <p:sldId id="330" r:id="rId21"/>
    <p:sldId id="293" r:id="rId22"/>
    <p:sldId id="327" r:id="rId23"/>
    <p:sldId id="319" r:id="rId24"/>
    <p:sldId id="336" r:id="rId25"/>
    <p:sldId id="332" r:id="rId26"/>
    <p:sldId id="303" r:id="rId27"/>
    <p:sldId id="304" r:id="rId28"/>
    <p:sldId id="305" r:id="rId29"/>
    <p:sldId id="314" r:id="rId30"/>
    <p:sldId id="321" r:id="rId31"/>
    <p:sldId id="322" r:id="rId32"/>
    <p:sldId id="324" r:id="rId33"/>
    <p:sldId id="539" r:id="rId34"/>
  </p:sldIdLst>
  <p:sldSz cx="12192000" cy="6858000"/>
  <p:notesSz cx="7315200" cy="9601200"/>
  <p:embeddedFontLst>
    <p:embeddedFont>
      <p:font typeface="Open Sans" panose="020B0606030504020204" pitchFamily="34" charset="0"/>
      <p:regular r:id="rId36"/>
      <p:bold r:id="rId37"/>
      <p:italic r:id="rId38"/>
      <p:boldItalic r:id="rId39"/>
    </p:embeddedFont>
    <p:embeddedFont>
      <p:font typeface="Open Sans Light" panose="020B0306030504020204" pitchFamily="34" charset="0"/>
      <p:regular r:id="rId40"/>
      <p:italic r:id="rId41"/>
    </p:embeddedFont>
    <p:embeddedFont>
      <p:font typeface="Segoe UI" panose="020B0502040204020203" pitchFamily="34" charset="0"/>
      <p:regular r:id="rId42"/>
      <p:bold r:id="rId43"/>
      <p:italic r:id="rId44"/>
      <p:boldItalic r:id="rId45"/>
    </p:embeddedFont>
    <p:embeddedFont>
      <p:font typeface="Verdana" panose="020B0604030504040204" pitchFamily="34" charset="0"/>
      <p:regular r:id="rId46"/>
      <p:bold r:id="rId47"/>
      <p:italic r:id="rId48"/>
      <p:boldItalic r:id="rId49"/>
    </p:embeddedFont>
    <p:embeddedFont>
      <p:font typeface="Wingdings 2" panose="05020102010507070707" pitchFamily="18" charset="2"/>
      <p:regular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FB742A84-8D43-4BCE-B4E6-DAF09CDFAD8F}">
          <p14:sldIdLst>
            <p14:sldId id="2147308442"/>
            <p14:sldId id="257"/>
            <p14:sldId id="333"/>
            <p14:sldId id="334"/>
            <p14:sldId id="326"/>
            <p14:sldId id="329"/>
            <p14:sldId id="2147483632"/>
            <p14:sldId id="323"/>
            <p14:sldId id="315"/>
            <p14:sldId id="316"/>
            <p14:sldId id="317"/>
            <p14:sldId id="330"/>
            <p14:sldId id="293"/>
            <p14:sldId id="327"/>
            <p14:sldId id="319"/>
            <p14:sldId id="336"/>
          </p14:sldIdLst>
        </p14:section>
        <p14:section name="Appendix" id="{E2DB4D0F-A048-47FA-B833-5A154ABE63ED}">
          <p14:sldIdLst>
            <p14:sldId id="332"/>
            <p14:sldId id="303"/>
            <p14:sldId id="304"/>
            <p14:sldId id="305"/>
            <p14:sldId id="314"/>
            <p14:sldId id="321"/>
            <p14:sldId id="322"/>
            <p14:sldId id="324"/>
            <p14:sldId id="53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43" roundtripDataSignature="AMtx7mhoj9THrIJbpVMUhxqSKhuwLv11Sw=="/>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0129C0D-F366-C4B1-9774-A35195927D4D}" name="Kao, David" initials="DK" userId="S::dakao@deloitte.ca::8d36dd90-4a58-4f88-8202-ef68fb7fc48a" providerId="AD"/>
  <p188:author id="{6CF28C98-1269-95E5-8501-BFF29381E7CB}" name="Aldada, Yaser" initials="AY" userId="S::yaldada@deloitte.ca::802b6868-7d44-4914-a389-524ec2686082" providerId="AD"/>
  <p188:author id="{D296EFA7-0D1E-03B8-0ACB-0E639503A15F}" name="Bruce, Riley" initials="RB" userId="S::ribruce@deloitte.ca::fd24e7a2-1291-4fd2-836d-943cf2436b48" providerId="AD"/>
  <p188:author id="{923D78B2-78FA-8149-F274-54BF0E9A6778}" name="Weeks, Jennifer" initials="WJ" userId="S::jenweeks@deloitte.ca::978285ef-caf0-4833-a153-46662cccb122" providerId="AD"/>
  <p188:author id="{41239FBB-7C6A-8AFA-2D62-F020A8490F80}" name="Lin, David" initials="DL" userId="S::davlin@deloitte.ca::ce1f04b3-c96a-433f-995d-d2a58be28702" providerId="AD"/>
  <p188:author id="{77539BD4-FFC4-FD52-E7D3-7CCABC901B94}" name="Sorrell, Eden" initials="ES" userId="S::esorrell@deloitte.ca::9bf115f1-2b4a-4ac7-b8dc-3b9b489018c1" providerId="AD"/>
  <p188:author id="{D77527DD-DB6C-F80D-5C7B-A456E26DA2D9}" name="Di Cerbo, Anna" initials="DA" userId="S::adicerbo@deloitte.ca::65442a59-6236-40b8-95ae-d7117a331b8b" providerId="AD"/>
  <p188:author id="{4D942AE9-6EA2-E243-FB88-4244E123F471}" name="Luh, Kevin" initials="KL" userId="S::kluh@deloitte.ca::b0cf5418-ad74-4820-a41c-cc0e018a4c6e" providerId="AD"/>
  <p188:author id="{A0FD77F4-9043-EA1B-A125-4010C61B9D9D}" name="Pai, Diksha" initials="PD" userId="S::dpai@deloitte.ca::21318103-c446-4a8b-8fd8-9dbf16fc955d" providerId="AD"/>
  <p188:author id="{D484F5FF-BE7E-773A-3DF0-B98B080B82CC}" name="DiPietro, Sarah" initials="DS" userId="S::sardipietro@deloitte.ca::eb3be1fd-32c9-4cd9-af2a-04e87617864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Pai, Diksha" initials="" lastIdx="7" clrIdx="0"/>
  <p:cmAuthor id="1" name="Pai, Diksha" initials="PD" lastIdx="1" clrIdx="1">
    <p:extLst>
      <p:ext uri="{19B8F6BF-5375-455C-9EA6-DF929625EA0E}">
        <p15:presenceInfo xmlns:p15="http://schemas.microsoft.com/office/powerpoint/2012/main" userId="S::dpai@deloitte.ca::21318103-c446-4a8b-8fd8-9dbf16fc955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a:srgbClr val="4EA72E"/>
    <a:srgbClr val="558ED5"/>
    <a:srgbClr val="FFFFFF"/>
    <a:srgbClr val="6FBF5A"/>
    <a:srgbClr val="E8706A"/>
    <a:srgbClr val="046A38"/>
    <a:srgbClr val="CC3300"/>
    <a:srgbClr val="FF6600"/>
    <a:srgbClr val="F487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65F8F5-1114-4284-AD39-E40FEE38986D}" v="628" dt="2026-10-28T00:15:59.910"/>
    <p1510:client id="{964E2C09-C032-493B-8726-9D2D997EEC1F}" v="243" dt="2026-10-27T23:17:22.033"/>
    <p1510:client id="{FD032B59-984E-4B18-AAAF-98211A2FD90B}" v="1" dt="2026-10-27T14:26:52.638"/>
  </p1510:revLst>
</p1510:revInfo>
</file>

<file path=ppt/tableStyles.xml><?xml version="1.0" encoding="utf-8"?>
<a:tblStyleLst xmlns:a="http://schemas.openxmlformats.org/drawingml/2006/main" def="{C583B2C9-8F19-4CDB-AD9F-8D3B8C2AE8CB}">
  <a:tblStyle styleId="{C583B2C9-8F19-4CDB-AD9F-8D3B8C2AE8C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DF3E7"/>
          </a:solidFill>
        </a:fill>
      </a:tcStyle>
    </a:wholeTbl>
    <a:band1H>
      <a:tcTxStyle/>
      <a:tcStyle>
        <a:tcBdr/>
        <a:fill>
          <a:solidFill>
            <a:srgbClr val="D8E7CB"/>
          </a:solidFill>
        </a:fill>
      </a:tcStyle>
    </a:band1H>
    <a:band2H>
      <a:tcTxStyle/>
      <a:tcStyle>
        <a:tcBdr/>
      </a:tcStyle>
    </a:band2H>
    <a:band1V>
      <a:tcTxStyle/>
      <a:tcStyle>
        <a:tcBdr/>
        <a:fill>
          <a:solidFill>
            <a:srgbClr val="D8E7CB"/>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8" d="100"/>
          <a:sy n="88" d="100"/>
        </p:scale>
        <p:origin x="624" y="4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font" Target="fonts/font4.fntdata"/><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146"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144" Type="http://schemas.openxmlformats.org/officeDocument/2006/relationships/commentAuthors" Target="commentAuthors.xml"/><Relationship Id="rId149"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147" Type="http://schemas.openxmlformats.org/officeDocument/2006/relationships/theme" Target="theme/theme1.xml"/><Relationship Id="rId8" Type="http://schemas.openxmlformats.org/officeDocument/2006/relationships/slideMaster" Target="slideMasters/slideMaster5.xml"/><Relationship Id="rId150"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1.xml"/><Relationship Id="rId41" Type="http://schemas.openxmlformats.org/officeDocument/2006/relationships/font" Target="fonts/font6.fntdata"/><Relationship Id="rId14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font" Target="fonts/font1.fntdata"/><Relationship Id="rId49" Type="http://schemas.openxmlformats.org/officeDocument/2006/relationships/font" Target="fonts/font14.fntdata"/><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font" Target="fonts/font9.fntdata"/><Relationship Id="rId143" Type="http://customschemas.google.com/relationships/presentationmetadata" Target="metadata"/><Relationship Id="rId14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100" b="1">
                <a:solidFill>
                  <a:srgbClr val="000000"/>
                </a:solidFill>
                <a:latin typeface="Segoe UI"/>
              </a:rPr>
              <a:t>Department by Sector (% of sector respondents)</a:t>
            </a:r>
          </a:p>
        </c:rich>
      </c:tx>
      <c:overlay val="0"/>
    </c:title>
    <c:autoTitleDeleted val="0"/>
    <c:plotArea>
      <c:layout/>
      <c:barChart>
        <c:barDir val="col"/>
        <c:grouping val="clustered"/>
        <c:varyColors val="1"/>
        <c:ser>
          <c:idx val="0"/>
          <c:order val="0"/>
          <c:tx>
            <c:strRef>
              <c:f>Sheet1!$B$1</c:f>
              <c:strCache>
                <c:ptCount val="1"/>
                <c:pt idx="0">
                  <c:v>Banking </c:v>
                </c:pt>
              </c:strCache>
            </c:strRef>
          </c:tx>
          <c:spPr>
            <a:solidFill>
              <a:srgbClr val="43B02A"/>
            </a:solidFill>
          </c:spPr>
          <c:invertIfNegative val="1"/>
          <c:dLbls>
            <c:numFmt formatCode="0&quot;%&quot;" sourceLinked="0"/>
            <c:spPr>
              <a:noFill/>
              <a:ln>
                <a:noFill/>
              </a:ln>
              <a:effectLst/>
            </c:spPr>
            <c:txPr>
              <a:bodyPr/>
              <a:lstStyle/>
              <a:p>
                <a:pPr>
                  <a:defRPr sz="85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Fraud Operations</c:v>
                </c:pt>
                <c:pt idx="1">
                  <c:v>Fraud Risk &amp; Governance</c:v>
                </c:pt>
                <c:pt idx="2">
                  <c:v>Fraud Strategy &amp; Transformation</c:v>
                </c:pt>
                <c:pt idx="3">
                  <c:v>Fraud Analytics / Intelligence</c:v>
                </c:pt>
                <c:pt idx="4">
                  <c:v>Fraud Investigations Unit</c:v>
                </c:pt>
                <c:pt idx="5">
                  <c:v>Special Investigations Unit</c:v>
                </c:pt>
              </c:strCache>
            </c:strRef>
          </c:cat>
          <c:val>
            <c:numRef>
              <c:f>Sheet1!$B$2:$B$7</c:f>
              <c:numCache>
                <c:formatCode>General</c:formatCode>
                <c:ptCount val="6"/>
                <c:pt idx="0">
                  <c:v>27</c:v>
                </c:pt>
                <c:pt idx="1">
                  <c:v>19</c:v>
                </c:pt>
                <c:pt idx="2">
                  <c:v>20</c:v>
                </c:pt>
                <c:pt idx="3">
                  <c:v>20</c:v>
                </c:pt>
                <c:pt idx="4">
                  <c:v>8</c:v>
                </c:pt>
                <c:pt idx="5">
                  <c:v>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A70-4058-872D-0219C391F38E}"/>
            </c:ext>
          </c:extLst>
        </c:ser>
        <c:ser>
          <c:idx val="1"/>
          <c:order val="1"/>
          <c:tx>
            <c:strRef>
              <c:f>Sheet1!$C$1</c:f>
              <c:strCache>
                <c:ptCount val="1"/>
                <c:pt idx="0">
                  <c:v>Insurance </c:v>
                </c:pt>
              </c:strCache>
            </c:strRef>
          </c:tx>
          <c:spPr>
            <a:solidFill>
              <a:srgbClr val="046A38"/>
            </a:solidFill>
          </c:spPr>
          <c:invertIfNegative val="1"/>
          <c:dLbls>
            <c:numFmt formatCode="0&quot;%&quot;" sourceLinked="0"/>
            <c:spPr>
              <a:noFill/>
              <a:ln>
                <a:noFill/>
              </a:ln>
              <a:effectLst/>
            </c:spPr>
            <c:txPr>
              <a:bodyPr/>
              <a:lstStyle/>
              <a:p>
                <a:pPr>
                  <a:defRPr sz="85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Fraud Operations</c:v>
                </c:pt>
                <c:pt idx="1">
                  <c:v>Fraud Risk &amp; Governance</c:v>
                </c:pt>
                <c:pt idx="2">
                  <c:v>Fraud Strategy &amp; Transformation</c:v>
                </c:pt>
                <c:pt idx="3">
                  <c:v>Fraud Analytics / Intelligence</c:v>
                </c:pt>
                <c:pt idx="4">
                  <c:v>Fraud Investigations Unit</c:v>
                </c:pt>
                <c:pt idx="5">
                  <c:v>Special Investigations Unit</c:v>
                </c:pt>
              </c:strCache>
            </c:strRef>
          </c:cat>
          <c:val>
            <c:numRef>
              <c:f>Sheet1!$C$2:$C$7</c:f>
              <c:numCache>
                <c:formatCode>General</c:formatCode>
                <c:ptCount val="6"/>
                <c:pt idx="0">
                  <c:v>20</c:v>
                </c:pt>
                <c:pt idx="1">
                  <c:v>32</c:v>
                </c:pt>
                <c:pt idx="2">
                  <c:v>12</c:v>
                </c:pt>
                <c:pt idx="3">
                  <c:v>8</c:v>
                </c:pt>
                <c:pt idx="4">
                  <c:v>12</c:v>
                </c:pt>
                <c:pt idx="5">
                  <c:v>16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8A70-4058-872D-0219C391F38E}"/>
            </c:ext>
          </c:extLst>
        </c:ser>
        <c:dLbls>
          <c:dLblPos val="outEnd"/>
          <c:showLegendKey val="0"/>
          <c:showVal val="1"/>
          <c:showCatName val="0"/>
          <c:showSerName val="0"/>
          <c:showPercent val="0"/>
          <c:showBubbleSize val="0"/>
        </c:dLbls>
        <c:gapWidth val="6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0D0CE"/>
            </a:solidFill>
          </a:ln>
        </c:spPr>
        <c:txPr>
          <a:bodyPr/>
          <a:lstStyle/>
          <a:p>
            <a:pPr>
              <a:defRPr sz="900"/>
            </a:pPr>
            <a:endParaRPr lang="en-US"/>
          </a:p>
        </c:txPr>
        <c:crossAx val="-2113994440"/>
        <c:crosses val="autoZero"/>
        <c:auto val="1"/>
        <c:lblAlgn val="ctr"/>
        <c:lblOffset val="100"/>
        <c:noMultiLvlLbl val="0"/>
      </c:catAx>
      <c:valAx>
        <c:axId val="-2113994440"/>
        <c:scaling>
          <c:orientation val="minMax"/>
          <c:max val="40"/>
          <c:min val="0"/>
        </c:scaling>
        <c:delete val="1"/>
        <c:axPos val="l"/>
        <c:numFmt formatCode="General" sourceLinked="1"/>
        <c:majorTickMark val="out"/>
        <c:minorTickMark val="none"/>
        <c:tickLblPos val="nextTo"/>
        <c:crossAx val="-2068027336"/>
        <c:crosses val="autoZero"/>
        <c:crossBetween val="between"/>
      </c:valAx>
    </c:plotArea>
    <c:legend>
      <c:legendPos val="b"/>
      <c:overlay val="0"/>
      <c:txPr>
        <a:bodyPr/>
        <a:lstStyle/>
        <a:p>
          <a:pPr>
            <a:defRPr sz="900"/>
          </a:pPr>
          <a:endParaRPr lang="en-US"/>
        </a:p>
      </c:txPr>
    </c:legend>
    <c:plotVisOnly val="1"/>
    <c:dispBlanksAs val="gap"/>
    <c:showDLblsOverMax val="1"/>
  </c:chart>
  <c:txPr>
    <a:bodyPr/>
    <a:lstStyle/>
    <a:p>
      <a:pPr>
        <a:defRPr sz="900">
          <a:solidFill>
            <a:srgbClr val="404040"/>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100" b="1">
                <a:solidFill>
                  <a:srgbClr val="000000"/>
                </a:solidFill>
                <a:latin typeface="Segoe UI"/>
              </a:rPr>
              <a:t>Key obstacles to managing AI-driven fraud risk (select all)</a:t>
            </a:r>
          </a:p>
        </c:rich>
      </c:tx>
      <c:layout>
        <c:manualLayout>
          <c:xMode val="edge"/>
          <c:yMode val="edge"/>
          <c:x val="2.5827888535218941E-5"/>
          <c:y val="2.5925925925925925E-2"/>
        </c:manualLayout>
      </c:layout>
      <c:overlay val="0"/>
    </c:title>
    <c:autoTitleDeleted val="0"/>
    <c:plotArea>
      <c:layout/>
      <c:barChart>
        <c:barDir val="bar"/>
        <c:grouping val="clustered"/>
        <c:varyColors val="1"/>
        <c:ser>
          <c:idx val="0"/>
          <c:order val="0"/>
          <c:tx>
            <c:strRef>
              <c:f>Sheet1!$B$1</c:f>
              <c:strCache>
                <c:ptCount val="1"/>
                <c:pt idx="0">
                  <c:v>All </c:v>
                </c:pt>
              </c:strCache>
            </c:strRef>
          </c:tx>
          <c:spPr>
            <a:solidFill>
              <a:srgbClr val="404040"/>
            </a:solidFill>
          </c:spPr>
          <c:invertIfNegative val="1"/>
          <c:dLbls>
            <c:numFmt formatCode="0&quot;%&quot;" sourceLinked="0"/>
            <c:spPr>
              <a:noFill/>
              <a:ln>
                <a:noFill/>
              </a:ln>
              <a:effectLst/>
            </c:spPr>
            <c:txPr>
              <a:bodyPr/>
              <a:lstStyle/>
              <a:p>
                <a:pPr>
                  <a:defRPr sz="85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Limited staff awareness &amp; training</c:v>
                </c:pt>
                <c:pt idx="1">
                  <c:v>Insufficient identity verification / prevention</c:v>
                </c:pt>
                <c:pt idx="2">
                  <c:v>Lack of fraud detection technology</c:v>
                </c:pt>
                <c:pt idx="3">
                  <c:v>Limited 3rd-party intel / consortium data</c:v>
                </c:pt>
              </c:strCache>
            </c:strRef>
          </c:cat>
          <c:val>
            <c:numRef>
              <c:f>Sheet1!$B$2:$B$5</c:f>
              <c:numCache>
                <c:formatCode>General</c:formatCode>
                <c:ptCount val="4"/>
                <c:pt idx="0">
                  <c:v>53</c:v>
                </c:pt>
                <c:pt idx="1">
                  <c:v>50</c:v>
                </c:pt>
                <c:pt idx="2">
                  <c:v>46</c:v>
                </c:pt>
                <c:pt idx="3">
                  <c:v>43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70F-432E-A824-38D6DC9ECBDF}"/>
            </c:ext>
          </c:extLst>
        </c:ser>
        <c:ser>
          <c:idx val="1"/>
          <c:order val="1"/>
          <c:tx>
            <c:strRef>
              <c:f>Sheet1!$C$1</c:f>
              <c:strCache>
                <c:ptCount val="1"/>
                <c:pt idx="0">
                  <c:v>Banking </c:v>
                </c:pt>
              </c:strCache>
            </c:strRef>
          </c:tx>
          <c:spPr>
            <a:solidFill>
              <a:srgbClr val="43B02A"/>
            </a:solidFill>
          </c:spPr>
          <c:invertIfNegative val="1"/>
          <c:dLbls>
            <c:numFmt formatCode="0&quot;%&quot;" sourceLinked="0"/>
            <c:spPr>
              <a:noFill/>
              <a:ln>
                <a:noFill/>
              </a:ln>
              <a:effectLst/>
            </c:spPr>
            <c:txPr>
              <a:bodyPr/>
              <a:lstStyle/>
              <a:p>
                <a:pPr>
                  <a:defRPr sz="85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Limited staff awareness &amp; training</c:v>
                </c:pt>
                <c:pt idx="1">
                  <c:v>Insufficient identity verification / prevention</c:v>
                </c:pt>
                <c:pt idx="2">
                  <c:v>Lack of fraud detection technology</c:v>
                </c:pt>
                <c:pt idx="3">
                  <c:v>Limited 3rd-party intel / consortium data</c:v>
                </c:pt>
              </c:strCache>
            </c:strRef>
          </c:cat>
          <c:val>
            <c:numRef>
              <c:f>Sheet1!$C$2:$C$5</c:f>
              <c:numCache>
                <c:formatCode>General</c:formatCode>
                <c:ptCount val="4"/>
                <c:pt idx="0">
                  <c:v>49</c:v>
                </c:pt>
                <c:pt idx="1">
                  <c:v>51</c:v>
                </c:pt>
                <c:pt idx="2">
                  <c:v>48</c:v>
                </c:pt>
                <c:pt idx="3">
                  <c:v>43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170F-432E-A824-38D6DC9ECBDF}"/>
            </c:ext>
          </c:extLst>
        </c:ser>
        <c:ser>
          <c:idx val="2"/>
          <c:order val="2"/>
          <c:tx>
            <c:strRef>
              <c:f>Sheet1!$D$1</c:f>
              <c:strCache>
                <c:ptCount val="1"/>
                <c:pt idx="0">
                  <c:v>Insurance </c:v>
                </c:pt>
              </c:strCache>
            </c:strRef>
          </c:tx>
          <c:spPr>
            <a:solidFill>
              <a:srgbClr val="046A38"/>
            </a:solidFill>
          </c:spPr>
          <c:invertIfNegative val="1"/>
          <c:dLbls>
            <c:numFmt formatCode="0&quot;%&quot;" sourceLinked="0"/>
            <c:spPr>
              <a:noFill/>
              <a:ln>
                <a:noFill/>
              </a:ln>
              <a:effectLst/>
            </c:spPr>
            <c:txPr>
              <a:bodyPr/>
              <a:lstStyle/>
              <a:p>
                <a:pPr>
                  <a:defRPr sz="85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Limited staff awareness &amp; training</c:v>
                </c:pt>
                <c:pt idx="1">
                  <c:v>Insufficient identity verification / prevention</c:v>
                </c:pt>
                <c:pt idx="2">
                  <c:v>Lack of fraud detection technology</c:v>
                </c:pt>
                <c:pt idx="3">
                  <c:v>Limited 3rd-party intel / consortium data</c:v>
                </c:pt>
              </c:strCache>
            </c:strRef>
          </c:cat>
          <c:val>
            <c:numRef>
              <c:f>Sheet1!$D$2:$D$5</c:f>
              <c:numCache>
                <c:formatCode>General</c:formatCode>
                <c:ptCount val="4"/>
                <c:pt idx="0">
                  <c:v>64</c:v>
                </c:pt>
                <c:pt idx="1">
                  <c:v>48</c:v>
                </c:pt>
                <c:pt idx="2">
                  <c:v>40</c:v>
                </c:pt>
                <c:pt idx="3">
                  <c:v>44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170F-432E-A824-38D6DC9ECBDF}"/>
            </c:ext>
          </c:extLst>
        </c:ser>
        <c:dLbls>
          <c:dLblPos val="outEnd"/>
          <c:showLegendKey val="0"/>
          <c:showVal val="1"/>
          <c:showCatName val="0"/>
          <c:showSerName val="0"/>
          <c:showPercent val="0"/>
          <c:showBubbleSize val="0"/>
        </c:dLbls>
        <c:gapWidth val="60"/>
        <c:overlap val="-1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D0D0CE"/>
            </a:solidFill>
          </a:ln>
        </c:spPr>
        <c:txPr>
          <a:bodyPr/>
          <a:lstStyle/>
          <a:p>
            <a:pPr>
              <a:defRPr sz="900"/>
            </a:pPr>
            <a:endParaRPr lang="en-US"/>
          </a:p>
        </c:txPr>
        <c:crossAx val="-2113994440"/>
        <c:crosses val="autoZero"/>
        <c:auto val="1"/>
        <c:lblAlgn val="ctr"/>
        <c:lblOffset val="100"/>
        <c:noMultiLvlLbl val="0"/>
      </c:catAx>
      <c:valAx>
        <c:axId val="-2113994440"/>
        <c:scaling>
          <c:orientation val="minMax"/>
          <c:max val="80"/>
          <c:min val="0"/>
        </c:scaling>
        <c:delete val="1"/>
        <c:axPos val="t"/>
        <c:numFmt formatCode="General" sourceLinked="1"/>
        <c:majorTickMark val="out"/>
        <c:minorTickMark val="none"/>
        <c:tickLblPos val="nextTo"/>
        <c:crossAx val="-2068027336"/>
        <c:crosses val="autoZero"/>
        <c:crossBetween val="between"/>
      </c:valAx>
    </c:plotArea>
    <c:legend>
      <c:legendPos val="b"/>
      <c:overlay val="0"/>
      <c:txPr>
        <a:bodyPr/>
        <a:lstStyle/>
        <a:p>
          <a:pPr>
            <a:defRPr sz="900"/>
          </a:pPr>
          <a:endParaRPr lang="en-US"/>
        </a:p>
      </c:txPr>
    </c:legend>
    <c:plotVisOnly val="1"/>
    <c:dispBlanksAs val="gap"/>
    <c:showDLblsOverMax val="1"/>
  </c:chart>
  <c:txPr>
    <a:bodyPr/>
    <a:lstStyle/>
    <a:p>
      <a:pPr>
        <a:defRPr sz="900">
          <a:solidFill>
            <a:srgbClr val="404040"/>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100" b="1">
                <a:solidFill>
                  <a:srgbClr val="000000"/>
                </a:solidFill>
                <a:latin typeface="Segoe UI"/>
              </a:rPr>
              <a:t>Government action with the greatest impact on fraud information sharing (single select)</a:t>
            </a:r>
          </a:p>
        </c:rich>
      </c:tx>
      <c:layout>
        <c:manualLayout>
          <c:xMode val="edge"/>
          <c:yMode val="edge"/>
          <c:x val="1.3260642951545977E-3"/>
          <c:y val="2.5925925925925925E-2"/>
        </c:manualLayout>
      </c:layout>
      <c:overlay val="0"/>
    </c:title>
    <c:autoTitleDeleted val="0"/>
    <c:plotArea>
      <c:layout/>
      <c:barChart>
        <c:barDir val="bar"/>
        <c:grouping val="clustered"/>
        <c:varyColors val="1"/>
        <c:ser>
          <c:idx val="0"/>
          <c:order val="0"/>
          <c:tx>
            <c:strRef>
              <c:f>Sheet1!$B$1</c:f>
              <c:strCache>
                <c:ptCount val="1"/>
                <c:pt idx="0">
                  <c:v>All respondents (n=100)</c:v>
                </c:pt>
              </c:strCache>
            </c:strRef>
          </c:tx>
          <c:spPr>
            <a:solidFill>
              <a:srgbClr val="43B02A"/>
            </a:solidFill>
          </c:spPr>
          <c:invertIfNegative val="1"/>
          <c:dLbls>
            <c:numFmt formatCode="0&quot;%&quot;" sourceLinked="0"/>
            <c:spPr>
              <a:noFill/>
              <a:ln>
                <a:noFill/>
              </a:ln>
              <a:effectLst/>
            </c:spPr>
            <c:txPr>
              <a:bodyPr/>
              <a:lstStyle/>
              <a:p>
                <a:pPr>
                  <a:defRPr sz="85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Centralized fraud info-sharing platform / utility</c:v>
                </c:pt>
                <c:pt idx="1">
                  <c:v>Clearer legal &amp; regulatory frameworks</c:v>
                </c:pt>
                <c:pt idx="2">
                  <c:v>Common data standards &amp; definitions</c:v>
                </c:pt>
                <c:pt idx="3">
                  <c:v>Greater public-private collaboration</c:v>
                </c:pt>
                <c:pt idx="4">
                  <c:v>Prioritized industry use cases</c:v>
                </c:pt>
                <c:pt idx="5">
                  <c:v>Funding or incentives</c:v>
                </c:pt>
              </c:strCache>
            </c:strRef>
          </c:cat>
          <c:val>
            <c:numRef>
              <c:f>Sheet1!$B$2:$B$7</c:f>
              <c:numCache>
                <c:formatCode>General</c:formatCode>
                <c:ptCount val="6"/>
                <c:pt idx="0">
                  <c:v>35</c:v>
                </c:pt>
                <c:pt idx="1">
                  <c:v>26</c:v>
                </c:pt>
                <c:pt idx="2">
                  <c:v>14</c:v>
                </c:pt>
                <c:pt idx="3">
                  <c:v>13</c:v>
                </c:pt>
                <c:pt idx="4">
                  <c:v>9</c:v>
                </c:pt>
                <c:pt idx="5">
                  <c:v>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F9C-47A0-A125-DAF3C007E2D8}"/>
            </c:ext>
          </c:extLst>
        </c:ser>
        <c:dLbls>
          <c:dLblPos val="outEnd"/>
          <c:showLegendKey val="0"/>
          <c:showVal val="1"/>
          <c:showCatName val="0"/>
          <c:showSerName val="0"/>
          <c:showPercent val="0"/>
          <c:showBubbleSize val="0"/>
        </c:dLbls>
        <c:gapWidth val="60"/>
        <c:overlap val="-1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D0D0CE"/>
            </a:solidFill>
          </a:ln>
        </c:spPr>
        <c:txPr>
          <a:bodyPr/>
          <a:lstStyle/>
          <a:p>
            <a:pPr>
              <a:defRPr sz="900"/>
            </a:pPr>
            <a:endParaRPr lang="en-US"/>
          </a:p>
        </c:txPr>
        <c:crossAx val="-2113994440"/>
        <c:crosses val="autoZero"/>
        <c:auto val="1"/>
        <c:lblAlgn val="ctr"/>
        <c:lblOffset val="100"/>
        <c:noMultiLvlLbl val="0"/>
      </c:catAx>
      <c:valAx>
        <c:axId val="-2113994440"/>
        <c:scaling>
          <c:orientation val="minMax"/>
          <c:max val="42"/>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900">
          <a:solidFill>
            <a:srgbClr val="404040"/>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100" b="1">
                <a:solidFill>
                  <a:srgbClr val="000000"/>
                </a:solidFill>
                <a:latin typeface="Segoe UI"/>
              </a:rPr>
              <a:t>Upcoming regulatory / market changes expected to have the greatest impact (ranked top 3)</a:t>
            </a:r>
          </a:p>
        </c:rich>
      </c:tx>
      <c:layout>
        <c:manualLayout>
          <c:xMode val="edge"/>
          <c:yMode val="edge"/>
          <c:x val="4.3953947245954953E-4"/>
          <c:y val="2.4968789013732832E-2"/>
        </c:manualLayout>
      </c:layout>
      <c:overlay val="0"/>
    </c:title>
    <c:autoTitleDeleted val="0"/>
    <c:plotArea>
      <c:layout/>
      <c:barChart>
        <c:barDir val="bar"/>
        <c:grouping val="clustered"/>
        <c:varyColors val="1"/>
        <c:ser>
          <c:idx val="0"/>
          <c:order val="0"/>
          <c:tx>
            <c:strRef>
              <c:f>Sheet1!$B$1</c:f>
              <c:strCache>
                <c:ptCount val="1"/>
                <c:pt idx="0">
                  <c:v>All </c:v>
                </c:pt>
              </c:strCache>
            </c:strRef>
          </c:tx>
          <c:spPr>
            <a:solidFill>
              <a:srgbClr val="404040"/>
            </a:solidFill>
          </c:spPr>
          <c:invertIfNegative val="1"/>
          <c:dLbls>
            <c:numFmt formatCode="0&quot;%&quot;" sourceLinked="0"/>
            <c:spPr>
              <a:noFill/>
              <a:ln>
                <a:noFill/>
              </a:ln>
              <a:effectLst/>
            </c:spPr>
            <c:txPr>
              <a:bodyPr/>
              <a:lstStyle/>
              <a:p>
                <a:pPr>
                  <a:defRPr sz="85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Customer identity, authentication &amp; digital trust</c:v>
                </c:pt>
                <c:pt idx="1">
                  <c:v>Privacy, data-sharing &amp; AI governance</c:v>
                </c:pt>
                <c:pt idx="2">
                  <c:v>Payment innovation (RTP, stablecoins, agentic)</c:v>
                </c:pt>
                <c:pt idx="3">
                  <c:v>Liability &amp; reimbursement changes</c:v>
                </c:pt>
                <c:pt idx="4">
                  <c:v>AML modernization initiatives</c:v>
                </c:pt>
                <c:pt idx="5">
                  <c:v>Open banking / consumer-driven banking</c:v>
                </c:pt>
              </c:strCache>
            </c:strRef>
          </c:cat>
          <c:val>
            <c:numRef>
              <c:f>Sheet1!$B$2:$B$7</c:f>
              <c:numCache>
                <c:formatCode>General</c:formatCode>
                <c:ptCount val="6"/>
                <c:pt idx="0">
                  <c:v>71</c:v>
                </c:pt>
                <c:pt idx="1">
                  <c:v>66</c:v>
                </c:pt>
                <c:pt idx="2">
                  <c:v>65</c:v>
                </c:pt>
                <c:pt idx="3">
                  <c:v>36</c:v>
                </c:pt>
                <c:pt idx="4">
                  <c:v>33</c:v>
                </c:pt>
                <c:pt idx="5">
                  <c:v>29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F56-4AF0-9D30-DAB5AD67D0B6}"/>
            </c:ext>
          </c:extLst>
        </c:ser>
        <c:ser>
          <c:idx val="1"/>
          <c:order val="1"/>
          <c:tx>
            <c:strRef>
              <c:f>Sheet1!$C$1</c:f>
              <c:strCache>
                <c:ptCount val="1"/>
                <c:pt idx="0">
                  <c:v>Banking </c:v>
                </c:pt>
              </c:strCache>
            </c:strRef>
          </c:tx>
          <c:spPr>
            <a:solidFill>
              <a:srgbClr val="43B02A"/>
            </a:solidFill>
          </c:spPr>
          <c:invertIfNegative val="1"/>
          <c:dLbls>
            <c:numFmt formatCode="0&quot;%&quot;" sourceLinked="0"/>
            <c:spPr>
              <a:noFill/>
              <a:ln>
                <a:noFill/>
              </a:ln>
              <a:effectLst/>
            </c:spPr>
            <c:txPr>
              <a:bodyPr/>
              <a:lstStyle/>
              <a:p>
                <a:pPr>
                  <a:defRPr sz="85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Customer identity, authentication &amp; digital trust</c:v>
                </c:pt>
                <c:pt idx="1">
                  <c:v>Privacy, data-sharing &amp; AI governance</c:v>
                </c:pt>
                <c:pt idx="2">
                  <c:v>Payment innovation (RTP, stablecoins, agentic)</c:v>
                </c:pt>
                <c:pt idx="3">
                  <c:v>Liability &amp; reimbursement changes</c:v>
                </c:pt>
                <c:pt idx="4">
                  <c:v>AML modernization initiatives</c:v>
                </c:pt>
                <c:pt idx="5">
                  <c:v>Open banking / consumer-driven banking</c:v>
                </c:pt>
              </c:strCache>
            </c:strRef>
          </c:cat>
          <c:val>
            <c:numRef>
              <c:f>Sheet1!$C$2:$C$7</c:f>
              <c:numCache>
                <c:formatCode>General</c:formatCode>
                <c:ptCount val="6"/>
                <c:pt idx="0">
                  <c:v>72</c:v>
                </c:pt>
                <c:pt idx="1">
                  <c:v>68</c:v>
                </c:pt>
                <c:pt idx="2">
                  <c:v>61</c:v>
                </c:pt>
                <c:pt idx="3">
                  <c:v>31</c:v>
                </c:pt>
                <c:pt idx="4">
                  <c:v>36</c:v>
                </c:pt>
                <c:pt idx="5">
                  <c:v>32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F56-4AF0-9D30-DAB5AD67D0B6}"/>
            </c:ext>
          </c:extLst>
        </c:ser>
        <c:ser>
          <c:idx val="2"/>
          <c:order val="2"/>
          <c:tx>
            <c:strRef>
              <c:f>Sheet1!$D$1</c:f>
              <c:strCache>
                <c:ptCount val="1"/>
                <c:pt idx="0">
                  <c:v>Insurance </c:v>
                </c:pt>
              </c:strCache>
            </c:strRef>
          </c:tx>
          <c:spPr>
            <a:solidFill>
              <a:srgbClr val="046A38"/>
            </a:solidFill>
          </c:spPr>
          <c:invertIfNegative val="1"/>
          <c:dLbls>
            <c:numFmt formatCode="0&quot;%&quot;" sourceLinked="0"/>
            <c:spPr>
              <a:noFill/>
              <a:ln>
                <a:noFill/>
              </a:ln>
              <a:effectLst/>
            </c:spPr>
            <c:txPr>
              <a:bodyPr/>
              <a:lstStyle/>
              <a:p>
                <a:pPr>
                  <a:defRPr sz="85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Customer identity, authentication &amp; digital trust</c:v>
                </c:pt>
                <c:pt idx="1">
                  <c:v>Privacy, data-sharing &amp; AI governance</c:v>
                </c:pt>
                <c:pt idx="2">
                  <c:v>Payment innovation (RTP, stablecoins, agentic)</c:v>
                </c:pt>
                <c:pt idx="3">
                  <c:v>Liability &amp; reimbursement changes</c:v>
                </c:pt>
                <c:pt idx="4">
                  <c:v>AML modernization initiatives</c:v>
                </c:pt>
                <c:pt idx="5">
                  <c:v>Open banking / consumer-driven banking</c:v>
                </c:pt>
              </c:strCache>
            </c:strRef>
          </c:cat>
          <c:val>
            <c:numRef>
              <c:f>Sheet1!$D$2:$D$7</c:f>
              <c:numCache>
                <c:formatCode>General</c:formatCode>
                <c:ptCount val="6"/>
                <c:pt idx="0">
                  <c:v>68</c:v>
                </c:pt>
                <c:pt idx="1">
                  <c:v>60</c:v>
                </c:pt>
                <c:pt idx="2">
                  <c:v>76</c:v>
                </c:pt>
                <c:pt idx="3">
                  <c:v>52</c:v>
                </c:pt>
                <c:pt idx="4">
                  <c:v>24</c:v>
                </c:pt>
                <c:pt idx="5">
                  <c:v>20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DF56-4AF0-9D30-DAB5AD67D0B6}"/>
            </c:ext>
          </c:extLst>
        </c:ser>
        <c:dLbls>
          <c:dLblPos val="outEnd"/>
          <c:showLegendKey val="0"/>
          <c:showVal val="1"/>
          <c:showCatName val="0"/>
          <c:showSerName val="0"/>
          <c:showPercent val="0"/>
          <c:showBubbleSize val="0"/>
        </c:dLbls>
        <c:gapWidth val="60"/>
        <c:overlap val="-1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D0D0CE"/>
            </a:solidFill>
          </a:ln>
        </c:spPr>
        <c:txPr>
          <a:bodyPr/>
          <a:lstStyle/>
          <a:p>
            <a:pPr>
              <a:defRPr sz="900"/>
            </a:pPr>
            <a:endParaRPr lang="en-US"/>
          </a:p>
        </c:txPr>
        <c:crossAx val="-2113994440"/>
        <c:crosses val="autoZero"/>
        <c:auto val="1"/>
        <c:lblAlgn val="ctr"/>
        <c:lblOffset val="100"/>
        <c:noMultiLvlLbl val="0"/>
      </c:catAx>
      <c:valAx>
        <c:axId val="-2113994440"/>
        <c:scaling>
          <c:orientation val="minMax"/>
          <c:max val="88"/>
          <c:min val="0"/>
        </c:scaling>
        <c:delete val="1"/>
        <c:axPos val="t"/>
        <c:numFmt formatCode="General" sourceLinked="1"/>
        <c:majorTickMark val="out"/>
        <c:minorTickMark val="none"/>
        <c:tickLblPos val="nextTo"/>
        <c:crossAx val="-2068027336"/>
        <c:crosses val="autoZero"/>
        <c:crossBetween val="between"/>
      </c:valAx>
    </c:plotArea>
    <c:legend>
      <c:legendPos val="b"/>
      <c:overlay val="0"/>
      <c:txPr>
        <a:bodyPr/>
        <a:lstStyle/>
        <a:p>
          <a:pPr>
            <a:defRPr sz="900"/>
          </a:pPr>
          <a:endParaRPr lang="en-US"/>
        </a:p>
      </c:txPr>
    </c:legend>
    <c:plotVisOnly val="1"/>
    <c:dispBlanksAs val="gap"/>
    <c:showDLblsOverMax val="1"/>
  </c:chart>
  <c:txPr>
    <a:bodyPr/>
    <a:lstStyle/>
    <a:p>
      <a:pPr>
        <a:defRPr sz="900">
          <a:solidFill>
            <a:srgbClr val="404040"/>
          </a:solidFill>
          <a:latin typeface="Segoe UI"/>
        </a:defRPr>
      </a:pPr>
      <a:endParaRPr lang="en-US"/>
    </a:p>
  </c:txPr>
  <c:externalData r:id="rId1">
    <c:autoUpdate val="0"/>
  </c:externalData>
</c:chartSpace>
</file>

<file path=ppt/comments/modernComment_13A_49D95748.xml><?xml version="1.0" encoding="utf-8"?>
<p188:cmLst xmlns:a="http://schemas.openxmlformats.org/drawingml/2006/main" xmlns:r="http://schemas.openxmlformats.org/officeDocument/2006/relationships" xmlns:p188="http://schemas.microsoft.com/office/powerpoint/2018/8/main">
  <p188:cm id="{8914DFF3-1E69-4AE3-B7C1-54A2926A6395}" authorId="{D296EFA7-0D1E-03B8-0ACB-0E639503A15F}" status="resolved" created="2026-10-27T13:14:29.599" complete="100000">
    <ac:deMkLst xmlns:ac="http://schemas.microsoft.com/office/drawing/2013/main/command">
      <pc:docMk xmlns:pc="http://schemas.microsoft.com/office/powerpoint/2013/main/command"/>
      <pc:sldMk xmlns:pc="http://schemas.microsoft.com/office/powerpoint/2013/main/command" cId="1238980424" sldId="314"/>
      <ac:spMk id="13" creationId="{8821BEA0-4FD2-31C9-6DAF-269D02A2EE8D}"/>
    </ac:deMkLst>
    <p188:replyLst>
      <p188:reply id="{A1071BB5-D765-4AE3-83D0-734FFE9F5F08}" authorId="{D296EFA7-0D1E-03B8-0ACB-0E639503A15F}" created="2026-10-27T13:17:49.298">
        <p188:txBody>
          <a:bodyPr/>
          <a:lstStyle/>
          <a:p>
            <a:r>
              <a:rPr lang="en-CA"/>
              <a:t>Do throughout appendix feel like it will help with reading </a:t>
            </a:r>
          </a:p>
        </p188:txBody>
      </p188:reply>
      <p188:reply id="{2C9F6D4E-6118-47C8-A4F0-4AAD0F3AF741}" authorId="{41239FBB-7C6A-8AFA-2D62-F020A8490F80}" created="2026-10-27T23:29:33.848">
        <p188:txBody>
          <a:bodyPr/>
          <a:lstStyle/>
          <a:p>
            <a:r>
              <a:rPr lang="en-CA"/>
              <a:t>addressed</a:t>
            </a:r>
          </a:p>
        </p188:txBody>
      </p188:reply>
    </p188:replyLst>
    <p188:txBody>
      <a:bodyPr/>
      <a:lstStyle/>
      <a:p>
        <a:r>
          <a:rPr lang="en-CA"/>
          <a:t>Can we extend this line (maybe in a different colour) through to the far left of the slide? Just to break up the 77 and 35%</a:t>
        </a:r>
      </a:p>
    </p188:txBody>
  </p188:cm>
  <p188:cm id="{423EB899-7B71-426D-8195-48036188082E}" authorId="{D296EFA7-0D1E-03B8-0ACB-0E639503A15F}" status="resolved" created="2026-10-27T13:17:20.161" complete="100000">
    <ac:deMkLst xmlns:ac="http://schemas.microsoft.com/office/drawing/2013/main/command">
      <pc:docMk xmlns:pc="http://schemas.microsoft.com/office/powerpoint/2013/main/command"/>
      <pc:sldMk xmlns:pc="http://schemas.microsoft.com/office/powerpoint/2013/main/command" cId="1238980424" sldId="314"/>
      <ac:graphicFrameMk id="14" creationId="{E3B5F9FA-63C1-F901-833D-F0727D9B3205}"/>
    </ac:deMkLst>
    <p188:replyLst>
      <p188:reply id="{8BDA596A-8121-4530-9DF8-4975AF58C740}" authorId="{41239FBB-7C6A-8AFA-2D62-F020A8490F80}" created="2026-10-27T23:35:50.107">
        <p188:txBody>
          <a:bodyPr/>
          <a:lstStyle/>
          <a:p>
            <a:r>
              <a:rPr lang="en-CA"/>
              <a:t>addressed</a:t>
            </a:r>
          </a:p>
        </p188:txBody>
      </p188:reply>
    </p188:replyLst>
    <p188:txBody>
      <a:bodyPr/>
      <a:lstStyle/>
      <a:p>
        <a:r>
          <a:rPr lang="en-CA"/>
          <a:t>Lets have this title start in the same place as the one above the table up top (left side or center both)</a:t>
        </a:r>
      </a:p>
    </p188:txBody>
  </p188:cm>
</p188:cmLst>
</file>

<file path=ppt/comments/modernComment_13B_5A44D05C.xml><?xml version="1.0" encoding="utf-8"?>
<p188:cmLst xmlns:a="http://schemas.openxmlformats.org/drawingml/2006/main" xmlns:r="http://schemas.openxmlformats.org/officeDocument/2006/relationships" xmlns:p188="http://schemas.microsoft.com/office/powerpoint/2018/8/main">
  <p188:cm id="{01F7FBBF-0089-481E-A188-1748B5117418}" authorId="{D296EFA7-0D1E-03B8-0ACB-0E639503A15F}" status="resolved" created="2026-10-27T12:50:20.624" complete="100000">
    <ac:deMkLst xmlns:ac="http://schemas.microsoft.com/office/drawing/2013/main/command">
      <pc:docMk xmlns:pc="http://schemas.microsoft.com/office/powerpoint/2013/main/command"/>
      <pc:sldMk xmlns:pc="http://schemas.microsoft.com/office/powerpoint/2013/main/command" cId="1514459228" sldId="315"/>
      <ac:spMk id="189" creationId="{50FA3F95-19EC-0C3E-260B-D1807605DF8C}"/>
    </ac:deMkLst>
    <p188:replyLst>
      <p188:reply id="{9B985595-E5B5-4D08-9147-3BE9EAD1BC8F}" authorId="{41239FBB-7C6A-8AFA-2D62-F020A8490F80}" created="2026-10-27T23:16:20.009">
        <p188:txBody>
          <a:bodyPr/>
          <a:lstStyle/>
          <a:p>
            <a:r>
              <a:rPr lang="en-CA"/>
              <a:t>Holy great eye</a:t>
            </a:r>
          </a:p>
        </p188:txBody>
      </p188:reply>
    </p188:replyLst>
    <p188:txBody>
      <a:bodyPr/>
      <a:lstStyle/>
      <a:p>
        <a:r>
          <a:rPr lang="en-CA"/>
          <a:t>Very small but this sub paragraph starts in a different spot as last slide</a:t>
        </a:r>
      </a:p>
    </p188:txBody>
  </p188:cm>
  <p188:cm id="{0CA8D012-6E03-4479-A012-7C8D3A06AC0C}" authorId="{D296EFA7-0D1E-03B8-0ACB-0E639503A15F}" status="resolved" created="2026-10-27T12:50:53.984" complete="100000">
    <ac:deMkLst xmlns:ac="http://schemas.microsoft.com/office/drawing/2013/main/command">
      <pc:docMk xmlns:pc="http://schemas.microsoft.com/office/powerpoint/2013/main/command"/>
      <pc:sldMk xmlns:pc="http://schemas.microsoft.com/office/powerpoint/2013/main/command" cId="1514459228" sldId="315"/>
      <ac:spMk id="189" creationId="{50FA3F95-19EC-0C3E-260B-D1807605DF8C}"/>
    </ac:deMkLst>
    <p188:replyLst>
      <p188:reply id="{779F7BF5-A68E-4A54-8A2D-95573B199CBA}" authorId="{41239FBB-7C6A-8AFA-2D62-F020A8490F80}" created="2026-10-27T23:18:19.730">
        <p188:txBody>
          <a:bodyPr/>
          <a:lstStyle/>
          <a:p>
            <a:r>
              <a:rPr lang="en-CA"/>
              <a:t>Changed to dark green!</a:t>
            </a:r>
          </a:p>
        </p188:txBody>
      </p188:reply>
    </p188:replyLst>
    <p188:txBody>
      <a:bodyPr/>
      <a:lstStyle/>
      <a:p>
        <a:r>
          <a:rPr lang="en-CA"/>
          <a:t>I like dark green background but can we try and find a different colour to sit on top than the light green?</a:t>
        </a:r>
      </a:p>
    </p188:txBody>
  </p188:cm>
</p188:cmLst>
</file>

<file path=ppt/comments/modernComment_13F_F75E82B4.xml><?xml version="1.0" encoding="utf-8"?>
<p188:cmLst xmlns:a="http://schemas.openxmlformats.org/drawingml/2006/main" xmlns:r="http://schemas.openxmlformats.org/officeDocument/2006/relationships" xmlns:p188="http://schemas.microsoft.com/office/powerpoint/2018/8/main">
  <p188:cm id="{38594E3B-6961-4201-B1F5-6F625A2FF33C}" authorId="{D296EFA7-0D1E-03B8-0ACB-0E639503A15F}" created="2026-10-27T13:07:17.594">
    <ac:txMkLst xmlns:ac="http://schemas.microsoft.com/office/drawing/2013/main/command">
      <pc:docMk xmlns:pc="http://schemas.microsoft.com/office/powerpoint/2013/main/command"/>
      <pc:sldMk xmlns:pc="http://schemas.microsoft.com/office/powerpoint/2013/main/command" cId="4150166196" sldId="319"/>
      <ac:spMk id="307" creationId="{54040FFC-A3B1-D483-46E9-A761DC4D3BDC}"/>
      <ac:txMk cp="273">
        <ac:context len="274" hash="3139031838"/>
      </ac:txMk>
    </ac:txMkLst>
    <p188:pos x="3810462" y="530721"/>
    <p188:replyLst>
      <p188:reply id="{283D6FFD-9326-4FAE-B9E0-A51477B32B92}" authorId="{41239FBB-7C6A-8AFA-2D62-F020A8490F80}" created="2026-10-27T23:26:02.907">
        <p188:txBody>
          <a:bodyPr/>
          <a:lstStyle/>
          <a:p>
            <a:r>
              <a:rPr lang="en-CA"/>
              <a:t>Updated to ‘indicating that respondents may no longer view this as a new disruption.’</a:t>
            </a:r>
          </a:p>
        </p188:txBody>
      </p188:reply>
    </p188:replyLst>
    <p188:txBody>
      <a:bodyPr/>
      <a:lstStyle/>
      <a:p>
        <a:r>
          <a:rPr lang="en-CA"/>
          <a:t>Quantity? Think we can find a better word here</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05753452-12E6-4A24-86B5-D0F35DA0C08F}" authorId="{D296EFA7-0D1E-03B8-0ACB-0E639503A15F}" status="resolved" created="2026-10-27T12:35:19.896" complete="100000">
    <ac:txMkLst xmlns:ac="http://schemas.microsoft.com/office/drawing/2013/main/command">
      <pc:docMk xmlns:pc="http://schemas.microsoft.com/office/powerpoint/2013/main/command"/>
      <pc:sldMk xmlns:pc="http://schemas.microsoft.com/office/powerpoint/2013/main/command" cId="0" sldId="257"/>
      <ac:spMk id="4" creationId="{00000000-0000-0000-0000-000000000000}"/>
      <ac:txMk cp="0" len="6">
        <ac:context len="7" hash="4160171581"/>
      </ac:txMk>
    </ac:txMkLst>
    <p188:pos x="9093984" y="472584"/>
    <p188:replyLst>
      <p188:reply id="{5614E1B2-3856-4DAB-A82A-3B91357A89D5}" authorId="{41239FBB-7C6A-8AFA-2D62-F020A8490F80}" created="2026-10-27T23:57:34.156">
        <p188:txBody>
          <a:bodyPr/>
          <a:lstStyle/>
          <a:p>
            <a:r>
              <a:rPr lang="en-CA"/>
              <a:t>linked</a:t>
            </a:r>
          </a:p>
        </p188:txBody>
      </p188:reply>
    </p188:replyLst>
    <p188:txBody>
      <a:bodyPr/>
      <a:lstStyle/>
      <a:p>
        <a:r>
          <a:rPr lang="en-CA"/>
          <a:t>Can we hyperlink these?</a:t>
        </a:r>
      </a:p>
    </p188:txBody>
  </p188:cm>
</p188:cmLst>
</file>

<file path=ppt/comments/modernComment_141_3D9CB408.xml><?xml version="1.0" encoding="utf-8"?>
<p188:cmLst xmlns:a="http://schemas.openxmlformats.org/drawingml/2006/main" xmlns:r="http://schemas.openxmlformats.org/officeDocument/2006/relationships" xmlns:p188="http://schemas.microsoft.com/office/powerpoint/2018/8/main">
  <p188:cm id="{912E50A8-E5A7-4E0B-9D38-FA49FD690EFE}" authorId="{D296EFA7-0D1E-03B8-0ACB-0E639503A15F}" status="resolved" created="2026-10-27T12:56:01.042" complete="100000">
    <pc:sldMkLst xmlns:pc="http://schemas.microsoft.com/office/powerpoint/2013/main/command">
      <pc:docMk/>
      <pc:sldMk cId="1033679880" sldId="321"/>
    </pc:sldMkLst>
    <p188:replyLst>
      <p188:reply id="{D81AEDCA-FB42-483A-8231-8870A0E6788E}" authorId="{41239FBB-7C6A-8AFA-2D62-F020A8490F80}" created="2026-10-27T23:54:50.280">
        <p188:txBody>
          <a:bodyPr/>
          <a:lstStyle/>
          <a:p>
            <a:r>
              <a:rPr lang="en-CA"/>
              <a:t>Included, great idea</a:t>
            </a:r>
          </a:p>
        </p188:txBody>
      </p188:reply>
    </p188:replyLst>
    <p188:txBody>
      <a:bodyPr/>
      <a:lstStyle/>
      <a:p>
        <a:r>
          <a:rPr lang="en-CA"/>
          <a:t>I would put the definitions for advanced, integrated, etc. at the bottom of the top table</a:t>
        </a:r>
      </a:p>
    </p188:txBody>
  </p188:cm>
  <p188:cm id="{6CABA73F-8F5A-4EE3-A364-FB5ABDD929A2}" authorId="{D296EFA7-0D1E-03B8-0ACB-0E639503A15F}" status="resolved" created="2026-10-27T13:22:21.826" complete="100000">
    <ac:txMkLst xmlns:ac="http://schemas.microsoft.com/office/drawing/2013/main/command">
      <pc:docMk xmlns:pc="http://schemas.microsoft.com/office/powerpoint/2013/main/command"/>
      <pc:sldMk xmlns:pc="http://schemas.microsoft.com/office/powerpoint/2013/main/command" cId="1033679880" sldId="321"/>
      <ac:graphicFrameMk id="12" creationId="{63D42CF0-9175-C911-C9D2-C10703709BE1}"/>
      <ac:tblMk/>
      <ac:tcMk rowId="10000" colId="20002"/>
      <ac:txMk cp="0" len="7">
        <ac:context len="8" hash="472715079"/>
      </ac:txMk>
    </ac:txMkLst>
    <p188:pos x="3576320" y="302768"/>
    <p188:replyLst>
      <p188:reply id="{A9BCA8B3-975A-4493-901E-8D73C565F05C}" authorId="{D296EFA7-0D1E-03B8-0ACB-0E639503A15F}" created="2026-10-27T13:22:54.122">
        <p188:txBody>
          <a:bodyPr/>
          <a:lstStyle/>
          <a:p>
            <a:r>
              <a:rPr lang="en-CA"/>
              <a:t>Top 100 Fi = 101</a:t>
            </a:r>
          </a:p>
        </p188:txBody>
      </p188:reply>
      <p188:reply id="{B7AE7AC0-15ED-407D-AA6F-4ABA98FFA2F6}" authorId="{D296EFA7-0D1E-03B8-0ACB-0E639503A15F}" created="2026-10-27T13:23:20.364">
        <p188:txBody>
          <a:bodyPr/>
          <a:lstStyle/>
          <a:p>
            <a:r>
              <a:rPr lang="en-CA"/>
              <a:t>Large FI off too can we check all of these?</a:t>
            </a:r>
          </a:p>
        </p188:txBody>
      </p188:reply>
      <p188:reply id="{4000F421-7013-4232-9DE7-DD3E31DAED84}" authorId="{41239FBB-7C6A-8AFA-2D62-F020A8490F80}" created="2026-10-27T23:52:00.499">
        <p188:txBody>
          <a:bodyPr/>
          <a:lstStyle/>
          <a:p>
            <a:r>
              <a:rPr lang="en-CA"/>
              <a:t>Updated!</a:t>
            </a:r>
          </a:p>
        </p188:txBody>
      </p188:reply>
    </p188:replyLst>
    <p188:txBody>
      <a:bodyPr/>
      <a:lstStyle/>
      <a:p>
        <a:r>
          <a:rPr lang="en-CA"/>
          <a:t>Top table, banking adds up to 99%</a:t>
        </a:r>
      </a:p>
    </p188:txBody>
  </p188:cm>
  <p188:cm id="{8654F95B-12CB-4F78-B7B6-116960DE9254}" authorId="{D296EFA7-0D1E-03B8-0ACB-0E639503A15F}" status="resolved" created="2026-10-27T13:24:52.938" complete="100000">
    <ac:txMkLst xmlns:ac="http://schemas.microsoft.com/office/drawing/2013/main/command">
      <pc:docMk xmlns:pc="http://schemas.microsoft.com/office/powerpoint/2013/main/command"/>
      <pc:sldMk xmlns:pc="http://schemas.microsoft.com/office/powerpoint/2013/main/command" cId="1033679880" sldId="321"/>
      <ac:graphicFrameMk id="15" creationId="{4D0DFFD3-4EEF-52A6-2B1B-708E36B7E479}"/>
      <ac:tblMk/>
      <ac:tcMk rowId="10000" colId="20002"/>
      <ac:txMk cp="0" len="10">
        <ac:context len="11" hash="822151648"/>
      </ac:txMk>
    </ac:txMkLst>
    <p188:pos x="4643120" y="351536"/>
    <p188:txBody>
      <a:bodyPr/>
      <a:lstStyle/>
      <a:p>
        <a:r>
          <a:rPr lang="en-CA"/>
          <a:t>Same thing down here the 3 years from now for Top 100 FI does not equal 100. pls check these too it will impact the body</a:t>
        </a:r>
      </a:p>
    </p188:txBody>
  </p188:cm>
  <p188:cm id="{A38DF96A-5FA3-4678-BEB5-4D47860B8BD5}" authorId="{D296EFA7-0D1E-03B8-0ACB-0E639503A15F}" status="resolved" created="2026-10-27T13:26:36.424" complete="100000">
    <ac:txMkLst xmlns:ac="http://schemas.microsoft.com/office/drawing/2013/main/command">
      <pc:docMk xmlns:pc="http://schemas.microsoft.com/office/powerpoint/2013/main/command"/>
      <pc:sldMk xmlns:pc="http://schemas.microsoft.com/office/powerpoint/2013/main/command" cId="1033679880" sldId="321"/>
      <ac:spMk id="10" creationId="{D3FBAAF9-2F55-ED3A-7AF9-610E1DE812C7}"/>
      <ac:txMk cp="23" len="83">
        <ac:context len="108" hash="3573139073"/>
      </ac:txMk>
    </ac:txMkLst>
    <p188:pos x="2534920" y="243840"/>
    <p188:replyLst>
      <p188:reply id="{84C1158D-C4D1-4C11-90F9-3AC87B6F3FD9}" authorId="{41239FBB-7C6A-8AFA-2D62-F020A8490F80}" created="2026-10-27T23:38:16.784">
        <p188:txBody>
          <a:bodyPr/>
          <a:lstStyle/>
          <a:p>
            <a:r>
              <a:rPr lang="en-CA"/>
              <a:t>Thanks for catching that, updated!</a:t>
            </a:r>
          </a:p>
        </p188:txBody>
      </p188:reply>
    </p188:replyLst>
    <p188:txBody>
      <a:bodyPr/>
      <a:lstStyle/>
      <a:p>
        <a:r>
          <a:rPr lang="en-CA"/>
          <a:t>What remains the top scaling priority? Need to call it out here (AI-enabled tools)</a:t>
        </a:r>
      </a:p>
    </p188:txBody>
  </p188:cm>
</p188:cmLst>
</file>

<file path=ppt/comments/modernComment_142_1C9F6B91.xml><?xml version="1.0" encoding="utf-8"?>
<p188:cmLst xmlns:a="http://schemas.openxmlformats.org/drawingml/2006/main" xmlns:r="http://schemas.openxmlformats.org/officeDocument/2006/relationships" xmlns:p188="http://schemas.microsoft.com/office/powerpoint/2018/8/main">
  <p188:cm id="{01606F81-3ED3-48F4-BFFE-2A23ED02C353}" authorId="{D296EFA7-0D1E-03B8-0ACB-0E639503A15F}" status="resolved" created="2026-10-27T13:27:36.682" complete="100000">
    <ac:txMkLst xmlns:ac="http://schemas.microsoft.com/office/drawing/2013/main/command">
      <pc:docMk xmlns:pc="http://schemas.microsoft.com/office/powerpoint/2013/main/command"/>
      <pc:sldMk xmlns:pc="http://schemas.microsoft.com/office/powerpoint/2013/main/command" cId="480209809" sldId="322"/>
      <ac:graphicFrameMk id="12" creationId="{B2BBB40A-10E8-C866-3B95-E7B027E3E699}"/>
      <ac:tblMk/>
      <ac:tcMk rowId="10000" colId="20005"/>
      <ac:txMk cp="0" len="2">
        <ac:context len="3" hash="73603"/>
      </ac:txMk>
    </ac:txMkLst>
    <p188:pos x="4978400" y="333248"/>
    <p188:replyLst>
      <p188:reply id="{6FEB7941-6A17-4AAC-9C4E-2AC5BFCB84D4}" authorId="{41239FBB-7C6A-8AFA-2D62-F020A8490F80}" created="2026-10-27T23:36:29.009">
        <p188:txBody>
          <a:bodyPr/>
          <a:lstStyle/>
          <a:p>
            <a:r>
              <a:rPr lang="en-CA"/>
              <a:t>Updated here and body slide</a:t>
            </a:r>
          </a:p>
        </p188:txBody>
      </p188:reply>
    </p188:replyLst>
    <p188:txBody>
      <a:bodyPr/>
      <a:lstStyle/>
      <a:p>
        <a:r>
          <a:rPr lang="en-CA"/>
          <a:t>AU = 101, check here too</a:t>
        </a:r>
      </a:p>
    </p188:txBody>
  </p188:cm>
</p188:cmLst>
</file>

<file path=ppt/comments/modernComment_144_5D73BEDB.xml><?xml version="1.0" encoding="utf-8"?>
<p188:cmLst xmlns:a="http://schemas.openxmlformats.org/drawingml/2006/main" xmlns:r="http://schemas.openxmlformats.org/officeDocument/2006/relationships" xmlns:p188="http://schemas.microsoft.com/office/powerpoint/2018/8/main">
  <p188:cm id="{57EE00E3-496B-4EAA-BC92-F861B8470E80}" authorId="{D296EFA7-0D1E-03B8-0ACB-0E639503A15F}" created="2026-10-27T13:28:11.021">
    <ac:deMkLst xmlns:ac="http://schemas.microsoft.com/office/drawing/2013/main/command">
      <pc:docMk xmlns:pc="http://schemas.microsoft.com/office/powerpoint/2013/main/command"/>
      <pc:sldMk xmlns:pc="http://schemas.microsoft.com/office/powerpoint/2013/main/command" cId="1567866587" sldId="324"/>
      <ac:spMk id="10" creationId="{B2BAE97E-3B5E-1CDB-5576-E808156650C9}"/>
    </ac:deMkLst>
    <p188:replyLst>
      <p188:reply id="{73E8C01F-29FE-4A79-9981-84C9E03B5DAF}" authorId="{D296EFA7-0D1E-03B8-0ACB-0E639503A15F}" created="2026-10-27T13:28:20.973">
        <p188:txBody>
          <a:bodyPr/>
          <a:lstStyle/>
          <a:p>
            <a:r>
              <a:rPr lang="en-CA"/>
              <a:t>If not, ignore</a:t>
            </a:r>
          </a:p>
        </p188:txBody>
      </p188:reply>
    </p188:replyLst>
    <p188:txBody>
      <a:bodyPr/>
      <a:lstStyle/>
      <a:p>
        <a:r>
          <a:rPr lang="en-CA"/>
          <a:t>If these are quotes can we add the “”</a:t>
        </a:r>
      </a:p>
    </p188:txBody>
  </p188:cm>
</p188:cmLst>
</file>

<file path=ppt/comments/modernComment_150_A2AA0D58.xml><?xml version="1.0" encoding="utf-8"?>
<p188:cmLst xmlns:a="http://schemas.openxmlformats.org/drawingml/2006/main" xmlns:r="http://schemas.openxmlformats.org/officeDocument/2006/relationships" xmlns:p188="http://schemas.microsoft.com/office/powerpoint/2018/8/main">
  <p188:cm id="{C0146A1E-837C-4628-B84F-2FFBABF926EC}" authorId="{D296EFA7-0D1E-03B8-0ACB-0E639503A15F}" status="resolved" created="2026-10-27T13:10:15.356" complete="100000">
    <ac:deMkLst xmlns:ac="http://schemas.microsoft.com/office/drawing/2013/main/command">
      <pc:docMk xmlns:pc="http://schemas.microsoft.com/office/powerpoint/2013/main/command"/>
      <pc:sldMk xmlns:pc="http://schemas.microsoft.com/office/powerpoint/2013/main/command" cId="2729053528" sldId="336"/>
      <ac:spMk id="25" creationId="{1C52247C-84D2-C468-997D-652362F582DC}"/>
    </ac:deMkLst>
    <p188:replyLst>
      <p188:reply id="{E89F12C7-F22F-4A87-8B74-86D58176E15D}" authorId="{41239FBB-7C6A-8AFA-2D62-F020A8490F80}" created="2026-10-27T23:26:37.016">
        <p188:txBody>
          <a:bodyPr/>
          <a:lstStyle/>
          <a:p>
            <a:r>
              <a:rPr lang="en-CA"/>
              <a:t>I just removed it lol</a:t>
            </a:r>
          </a:p>
        </p188:txBody>
      </p188:reply>
    </p188:replyLst>
    <p188:txBody>
      <a:bodyPr/>
      <a:lstStyle/>
      <a:p>
        <a:r>
          <a:rPr lang="en-CA"/>
          <a:t>Feels random to include retail reimagined series here - do we have any other fraud ones?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9102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97715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BA2C8-7E3B-309C-FB01-0CE2DD1AFB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595801-4BB7-43B2-3686-B5E1492D1E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24E5A-42AF-57AE-D404-49FE37B3EAF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F365ED9-7114-106B-81D6-1BC0594C63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1895294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4A136-E764-931A-7668-FE06A12BA3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46855-ECEC-382E-CFA9-2CC5497EA7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5FB83B-C2E2-7FF3-DC80-CDE8E3339F72}"/>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95A3328E-BC7C-ED0E-4608-2F720F6C406A}"/>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300" b="0" i="0" u="none" strike="noStrike" kern="0" cap="none" spc="0" normalizeH="0" baseline="0" noProof="0" smtClean="0">
                <a:ln>
                  <a:noFill/>
                </a:ln>
                <a:solidFill>
                  <a:prstClr val="black"/>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a:t>
            </a:fld>
            <a:endParaRPr kumimoji="0" lang="en-US" sz="1300" b="0" i="0" u="none" strike="noStrike" kern="0" cap="none" spc="0" normalizeH="0" baseline="0" noProof="0">
              <a:ln>
                <a:noFill/>
              </a:ln>
              <a:solidFill>
                <a:prstClr val="black"/>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009013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FA0EC-BB42-8B06-0C4A-C84FE72044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06F23C-384D-2B19-7A82-C2C17DE416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99EDD2-1EF3-D057-6760-80B29A8A064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C78F03E-C65C-0AAA-C575-0D1E13C28F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1383399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4AA23-8896-F3DA-EF4E-4187E0AB1F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60BB72-072F-909A-3EC0-BBAA4EB944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13345-1E92-0915-E607-F6A80C39BE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B556EDB-D76E-8EAE-9DA6-4A472B00CB8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397090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A6454-9110-0FD4-92F8-C62588504C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6349F-3731-8C0A-66D2-C7BB78306D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AD7FF4-371E-7BD2-45F1-2DBCD0EF8746}"/>
              </a:ext>
            </a:extLst>
          </p:cNvPr>
          <p:cNvSpPr>
            <a:spLocks noGrp="1"/>
          </p:cNvSpPr>
          <p:nvPr>
            <p:ph type="body" idx="1"/>
          </p:nvPr>
        </p:nvSpPr>
        <p:spPr/>
        <p:txBody>
          <a:bodyPr/>
          <a:lstStyle/>
          <a:p>
            <a:pPr fontAlgn="t"/>
            <a:endParaRPr lang="en-US" b="1"/>
          </a:p>
        </p:txBody>
      </p:sp>
      <p:sp>
        <p:nvSpPr>
          <p:cNvPr id="4" name="Slide Number Placeholder 3">
            <a:extLst>
              <a:ext uri="{FF2B5EF4-FFF2-40B4-BE49-F238E27FC236}">
                <a16:creationId xmlns:a16="http://schemas.microsoft.com/office/drawing/2014/main" id="{8CC4CA3B-D6A4-28B0-BEE3-8DC44ECD89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8624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0E8A2-8805-0E3A-3C9A-59BF9B3676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3B78FF-10C6-91C8-DCFA-FE2F1AB82B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951B92-A267-6AAB-0F9D-7C818DCCB88A}"/>
              </a:ext>
            </a:extLst>
          </p:cNvPr>
          <p:cNvSpPr>
            <a:spLocks noGrp="1"/>
          </p:cNvSpPr>
          <p:nvPr>
            <p:ph type="body" idx="1"/>
          </p:nvPr>
        </p:nvSpPr>
        <p:spPr/>
        <p:txBody>
          <a:bodyPr/>
          <a:lstStyle/>
          <a:p>
            <a:pPr fontAlgn="t"/>
            <a:endParaRPr lang="en-US" b="1"/>
          </a:p>
        </p:txBody>
      </p:sp>
      <p:sp>
        <p:nvSpPr>
          <p:cNvPr id="4" name="Slide Number Placeholder 3">
            <a:extLst>
              <a:ext uri="{FF2B5EF4-FFF2-40B4-BE49-F238E27FC236}">
                <a16:creationId xmlns:a16="http://schemas.microsoft.com/office/drawing/2014/main" id="{35AFFE38-61E5-55DC-D6D2-6E33AF82315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78731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22DDF-16E1-CEFE-5D99-6331EE60F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2F54D8-CA83-5496-F9CC-4D7205FE6B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4D0D38-73BD-1388-09F7-9B52C03EF24B}"/>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A0358813-98DF-E40E-A4E8-2452E5D439BB}"/>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300" b="0" i="0" u="none" strike="noStrike" kern="0" cap="none" spc="0" normalizeH="0" baseline="0" noProof="0" smtClean="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11</a:t>
            </a:fld>
            <a:endParaRPr kumimoji="0" lang="en-US" sz="13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5733346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404F9-5881-FFF9-7105-80422C6595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AF416-5BB9-5867-7FA6-EF424DEF84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18B15B-09DF-F6DE-5342-C111919AEE12}"/>
              </a:ext>
            </a:extLst>
          </p:cNvPr>
          <p:cNvSpPr>
            <a:spLocks noGrp="1"/>
          </p:cNvSpPr>
          <p:nvPr>
            <p:ph type="body" idx="1"/>
          </p:nvPr>
        </p:nvSpPr>
        <p:spPr/>
        <p:txBody>
          <a:bodyPr/>
          <a:lstStyle/>
          <a:p>
            <a:pPr fontAlgn="t"/>
            <a:endParaRPr lang="en-US" b="1"/>
          </a:p>
        </p:txBody>
      </p:sp>
      <p:sp>
        <p:nvSpPr>
          <p:cNvPr id="4" name="Slide Number Placeholder 3">
            <a:extLst>
              <a:ext uri="{FF2B5EF4-FFF2-40B4-BE49-F238E27FC236}">
                <a16:creationId xmlns:a16="http://schemas.microsoft.com/office/drawing/2014/main" id="{AF5A5554-9E64-37B2-6D0B-A261D01999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466579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612E6-CB3E-C769-F412-4FF77E41B6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D260CE-E488-5523-C7B9-972F869649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D03467-C3E3-4D72-A14D-08504903D581}"/>
              </a:ext>
            </a:extLst>
          </p:cNvPr>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CA" sz="1200" b="0" i="0" u="none" strike="noStrike" cap="none">
              <a:solidFill>
                <a:schemeClr val="dk1"/>
              </a:solidFill>
              <a:effectLst/>
              <a:latin typeface="Calibri"/>
              <a:ea typeface="Calibri"/>
              <a:cs typeface="Calibri"/>
              <a:sym typeface="Calibri"/>
            </a:endParaRPr>
          </a:p>
        </p:txBody>
      </p:sp>
      <p:sp>
        <p:nvSpPr>
          <p:cNvPr id="4" name="Slide Number Placeholder 3">
            <a:extLst>
              <a:ext uri="{FF2B5EF4-FFF2-40B4-BE49-F238E27FC236}">
                <a16:creationId xmlns:a16="http://schemas.microsoft.com/office/drawing/2014/main" id="{4035C75D-D272-41AF-58E6-7063D3B1549F}"/>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300" b="0" i="0" u="none" strike="noStrike" kern="0" cap="none" spc="0" normalizeH="0" baseline="0" noProof="0" smtClean="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14</a:t>
            </a:fld>
            <a:endParaRPr kumimoji="0" lang="en-US" sz="13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3368701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6BA71-B6DD-3194-8FA5-80257E1834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F3674E-FC46-2C01-2D4E-C639305906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951925-6F7A-E84C-7418-FD064917C489}"/>
              </a:ext>
            </a:extLst>
          </p:cNvPr>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CA" sz="1200" b="0" i="0" u="none" strike="noStrike" cap="none">
              <a:solidFill>
                <a:schemeClr val="dk1"/>
              </a:solidFill>
              <a:effectLst/>
              <a:latin typeface="Calibri"/>
              <a:ea typeface="Calibri"/>
              <a:cs typeface="Calibri"/>
              <a:sym typeface="Calibri"/>
            </a:endParaRPr>
          </a:p>
        </p:txBody>
      </p:sp>
      <p:sp>
        <p:nvSpPr>
          <p:cNvPr id="4" name="Slide Number Placeholder 3">
            <a:extLst>
              <a:ext uri="{FF2B5EF4-FFF2-40B4-BE49-F238E27FC236}">
                <a16:creationId xmlns:a16="http://schemas.microsoft.com/office/drawing/2014/main" id="{7D020316-D7D0-23F9-626C-E497047215B3}"/>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300" b="0" i="0" u="none" strike="noStrike" kern="0" cap="none" spc="0" normalizeH="0" baseline="0" noProof="0" smtClean="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15</a:t>
            </a:fld>
            <a:endParaRPr kumimoji="0" lang="en-US" sz="13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7095947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E6BEA-32FB-D267-1BC6-38FFE1428F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B372C-6FCA-60E5-EBC4-101599616D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2F43BF-8995-1D98-5F9C-A81DD2085D6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E5DCB47-6827-BE25-3821-139699B6B0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8352681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BBDDC-B0DA-D48B-4D55-830E347256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A61B95-A7D4-AB92-A874-03D3A279E87A}"/>
              </a:ext>
            </a:extLst>
          </p:cNvPr>
          <p:cNvSpPr>
            <a:spLocks noGrp="1" noRot="1" noChangeAspect="1"/>
          </p:cNvSpPr>
          <p:nvPr>
            <p:ph type="sldImg"/>
          </p:nvPr>
        </p:nvSpPr>
        <p:spPr>
          <a:xfrm>
            <a:off x="777875" y="1200150"/>
            <a:ext cx="5759450" cy="32400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025299D9-72C0-5AEB-D019-6E8DEF01E228}"/>
              </a:ext>
            </a:extLst>
          </p:cNvPr>
          <p:cNvSpPr>
            <a:spLocks noGrp="1"/>
          </p:cNvSpPr>
          <p:nvPr>
            <p:ph type="body" idx="1"/>
          </p:nvPr>
        </p:nvSpPr>
        <p:spPr>
          <a:xfrm>
            <a:off x="731838" y="4621213"/>
            <a:ext cx="5851525" cy="3779837"/>
          </a:xfrm>
          <a:prstGeom prst="rect">
            <a:avLst/>
          </a:prstGeom>
        </p:spPr>
        <p:txBody>
          <a:bodyPr/>
          <a:lstStyle/>
          <a:p>
            <a:endParaRPr lang="en-CA"/>
          </a:p>
        </p:txBody>
      </p:sp>
    </p:spTree>
    <p:extLst>
      <p:ext uri="{BB962C8B-B14F-4D97-AF65-F5344CB8AC3E}">
        <p14:creationId xmlns:p14="http://schemas.microsoft.com/office/powerpoint/2010/main" val="29845119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90CA-CD33-48D4-FC7E-C4ECD846A7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E27345-940B-E637-A565-B6C8E1560167}"/>
              </a:ext>
            </a:extLst>
          </p:cNvPr>
          <p:cNvSpPr>
            <a:spLocks noGrp="1" noRot="1" noChangeAspect="1"/>
          </p:cNvSpPr>
          <p:nvPr>
            <p:ph type="sldImg"/>
          </p:nvPr>
        </p:nvSpPr>
        <p:spPr>
          <a:xfrm>
            <a:off x="777875" y="1200150"/>
            <a:ext cx="5759450" cy="32400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3FC64F0-D4C0-9FD9-190E-751BBE64E6C5}"/>
              </a:ext>
            </a:extLst>
          </p:cNvPr>
          <p:cNvSpPr>
            <a:spLocks noGrp="1"/>
          </p:cNvSpPr>
          <p:nvPr>
            <p:ph type="body" idx="1"/>
          </p:nvPr>
        </p:nvSpPr>
        <p:spPr>
          <a:xfrm>
            <a:off x="731838" y="4621213"/>
            <a:ext cx="5851525" cy="3779837"/>
          </a:xfrm>
          <a:prstGeom prst="rect">
            <a:avLst/>
          </a:prstGeom>
        </p:spPr>
        <p:txBody>
          <a:bodyPr/>
          <a:lstStyle/>
          <a:p>
            <a:endParaRPr lang="en-CA"/>
          </a:p>
        </p:txBody>
      </p:sp>
    </p:spTree>
    <p:extLst>
      <p:ext uri="{BB962C8B-B14F-4D97-AF65-F5344CB8AC3E}">
        <p14:creationId xmlns:p14="http://schemas.microsoft.com/office/powerpoint/2010/main" val="238631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5314B-5CD8-A4BB-CCDE-0C1521597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FCBC31-1DD2-B13A-2B6D-6DA73A472ABE}"/>
              </a:ext>
            </a:extLst>
          </p:cNvPr>
          <p:cNvSpPr>
            <a:spLocks noGrp="1" noRot="1" noChangeAspect="1"/>
          </p:cNvSpPr>
          <p:nvPr>
            <p:ph type="sldImg"/>
          </p:nvPr>
        </p:nvSpPr>
        <p:spPr>
          <a:xfrm>
            <a:off x="777875" y="1200150"/>
            <a:ext cx="5759450" cy="32400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89F488F-C5BC-F945-C404-C65326E1391C}"/>
              </a:ext>
            </a:extLst>
          </p:cNvPr>
          <p:cNvSpPr>
            <a:spLocks noGrp="1"/>
          </p:cNvSpPr>
          <p:nvPr>
            <p:ph type="body" idx="1"/>
          </p:nvPr>
        </p:nvSpPr>
        <p:spPr>
          <a:xfrm>
            <a:off x="731838" y="4621213"/>
            <a:ext cx="5851525" cy="3779837"/>
          </a:xfrm>
          <a:prstGeom prst="rect">
            <a:avLst/>
          </a:prstGeom>
        </p:spPr>
        <p:txBody>
          <a:bodyPr/>
          <a:lstStyle/>
          <a:p>
            <a:endParaRPr lang="en-CA" dirty="0"/>
          </a:p>
        </p:txBody>
      </p:sp>
    </p:spTree>
    <p:extLst>
      <p:ext uri="{BB962C8B-B14F-4D97-AF65-F5344CB8AC3E}">
        <p14:creationId xmlns:p14="http://schemas.microsoft.com/office/powerpoint/2010/main" val="19643901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E38AF-18FB-A89F-F760-692E38682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158BDD-84DE-8AC4-03CD-EA878CF2998D}"/>
              </a:ext>
            </a:extLst>
          </p:cNvPr>
          <p:cNvSpPr>
            <a:spLocks noGrp="1" noRot="1" noChangeAspect="1"/>
          </p:cNvSpPr>
          <p:nvPr>
            <p:ph type="sldImg"/>
          </p:nvPr>
        </p:nvSpPr>
        <p:spPr>
          <a:xfrm>
            <a:off x="777875" y="1200150"/>
            <a:ext cx="5759450" cy="32400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7A47253-6D86-3BF7-D444-CD5427A6BE29}"/>
              </a:ext>
            </a:extLst>
          </p:cNvPr>
          <p:cNvSpPr>
            <a:spLocks noGrp="1"/>
          </p:cNvSpPr>
          <p:nvPr>
            <p:ph type="body" idx="1"/>
          </p:nvPr>
        </p:nvSpPr>
        <p:spPr>
          <a:xfrm>
            <a:off x="731838" y="4621213"/>
            <a:ext cx="5851525" cy="3779837"/>
          </a:xfrm>
          <a:prstGeom prst="rect">
            <a:avLst/>
          </a:prstGeom>
        </p:spPr>
        <p:txBody>
          <a:bodyPr/>
          <a:lstStyle/>
          <a:p>
            <a:endParaRPr lang="en-CA"/>
          </a:p>
        </p:txBody>
      </p:sp>
    </p:spTree>
    <p:extLst>
      <p:ext uri="{BB962C8B-B14F-4D97-AF65-F5344CB8AC3E}">
        <p14:creationId xmlns:p14="http://schemas.microsoft.com/office/powerpoint/2010/main" val="3907464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507321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958175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632376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559432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89226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625078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525721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790218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595611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28953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450060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ubtitle, Content">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26782" y="771525"/>
            <a:ext cx="11338436" cy="645817"/>
          </a:xfrm>
          <a:prstGeom prst="rect">
            <a:avLst/>
          </a:prstGeom>
        </p:spPr>
        <p:txBody>
          <a:bodyPr lIns="0" tIns="45720" rIns="0" bIns="0" anchor="t">
            <a:noAutofit/>
          </a:bodyPr>
          <a:lstStyle>
            <a:lvl1pPr marL="0" indent="0">
              <a:spcAft>
                <a:spcPts val="0"/>
              </a:spcAft>
              <a:buNone/>
              <a:defRPr sz="1200" b="0">
                <a:solidFill>
                  <a:schemeClr val="tx1"/>
                </a:solidFill>
                <a:latin typeface="+mn-lt"/>
              </a:defRPr>
            </a:lvl1pPr>
          </a:lstStyle>
          <a:p>
            <a:pPr lvl="0"/>
            <a:r>
              <a:rPr lang="en-US" noProof="0"/>
              <a:t>Click to add subtitle</a:t>
            </a:r>
          </a:p>
        </p:txBody>
      </p:sp>
      <p:sp>
        <p:nvSpPr>
          <p:cNvPr id="5" name="Title Placeholder 1"/>
          <p:cNvSpPr>
            <a:spLocks noGrp="1"/>
          </p:cNvSpPr>
          <p:nvPr>
            <p:ph type="title"/>
          </p:nvPr>
        </p:nvSpPr>
        <p:spPr>
          <a:xfrm>
            <a:off x="426782" y="137197"/>
            <a:ext cx="11338436" cy="548634"/>
          </a:xfrm>
          <a:prstGeom prst="rect">
            <a:avLst/>
          </a:prstGeom>
        </p:spPr>
        <p:txBody>
          <a:bodyPr vert="horz" lIns="0" tIns="0" rIns="0" bIns="0" rtlCol="0" anchor="ctr" anchorCtr="0">
            <a:noAutofit/>
          </a:bodyPr>
          <a:lstStyle>
            <a:lvl1pPr>
              <a:defRPr sz="2000" b="1">
                <a:solidFill>
                  <a:schemeClr val="tx1"/>
                </a:solidFill>
                <a:latin typeface="+mn-lt"/>
              </a:defRPr>
            </a:lvl1pPr>
          </a:lstStyle>
          <a:p>
            <a:r>
              <a:rPr lang="en-US" noProof="0"/>
              <a:t>Click to edit Master title style</a:t>
            </a:r>
          </a:p>
        </p:txBody>
      </p:sp>
      <p:pic>
        <p:nvPicPr>
          <p:cNvPr id="2" name="Picture 7" descr="Background pattern, surface chart&#10;&#10;Description automatically generated">
            <a:extLst>
              <a:ext uri="{FF2B5EF4-FFF2-40B4-BE49-F238E27FC236}">
                <a16:creationId xmlns:a16="http://schemas.microsoft.com/office/drawing/2014/main" id="{7866BE9E-5EB8-7408-FAC8-C68AF7D20308}"/>
              </a:ext>
            </a:extLst>
          </p:cNvPr>
          <p:cNvPicPr>
            <a:picLocks noChangeAspect="1"/>
          </p:cNvPicPr>
          <p:nvPr userDrawn="1"/>
        </p:nvPicPr>
        <p:blipFill>
          <a:blip r:embed="rId2"/>
          <a:stretch>
            <a:fillRect/>
          </a:stretch>
        </p:blipFill>
        <p:spPr>
          <a:xfrm>
            <a:off x="0" y="2346753"/>
            <a:ext cx="12224478" cy="4005704"/>
          </a:xfrm>
          <a:prstGeom prst="rect">
            <a:avLst/>
          </a:prstGeom>
        </p:spPr>
      </p:pic>
    </p:spTree>
    <p:extLst>
      <p:ext uri="{BB962C8B-B14F-4D97-AF65-F5344CB8AC3E}">
        <p14:creationId xmlns:p14="http://schemas.microsoft.com/office/powerpoint/2010/main" val="12535258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27586-86A1-4ECC-8197-9523EF2445D6}"/>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49835E0E-7D8E-41BE-887D-17619B2286B1}"/>
              </a:ext>
            </a:extLst>
          </p:cNvPr>
          <p:cNvSpPr>
            <a:spLocks noGrp="1"/>
          </p:cNvSpPr>
          <p:nvPr>
            <p:ph type="body" sz="quarter" idx="12"/>
          </p:nvPr>
        </p:nvSpPr>
        <p:spPr>
          <a:xfrm>
            <a:off x="419100" y="883301"/>
            <a:ext cx="11356848" cy="221599"/>
          </a:xfrm>
          <a:prstGeom prst="rect">
            <a:avLst/>
          </a:prstGeom>
        </p:spPr>
        <p:txBody>
          <a:bodyPr lIns="0" tIns="0" rIns="0" bIns="0">
            <a:spAutoFit/>
          </a:bodyPr>
          <a:lstStyle/>
          <a:p>
            <a:pPr lvl="0"/>
            <a:r>
              <a:rPr lang="en-US"/>
              <a:t>Click to edit Master text styles</a:t>
            </a:r>
          </a:p>
        </p:txBody>
      </p:sp>
      <p:cxnSp>
        <p:nvCxnSpPr>
          <p:cNvPr id="7" name="Straight Connector 6">
            <a:extLst>
              <a:ext uri="{FF2B5EF4-FFF2-40B4-BE49-F238E27FC236}">
                <a16:creationId xmlns:a16="http://schemas.microsoft.com/office/drawing/2014/main" id="{905723C8-232E-42F8-B6DD-545824F0CAF3}"/>
              </a:ext>
            </a:extLst>
          </p:cNvPr>
          <p:cNvCxnSpPr>
            <a:cxnSpLocks/>
          </p:cNvCxnSpPr>
          <p:nvPr/>
        </p:nvCxnSpPr>
        <p:spPr>
          <a:xfrm flipV="1">
            <a:off x="426719" y="286121"/>
            <a:ext cx="613411" cy="1"/>
          </a:xfrm>
          <a:prstGeom prst="line">
            <a:avLst/>
          </a:prstGeom>
          <a:ln w="76200">
            <a:solidFill>
              <a:srgbClr val="D9211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771045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p:bg>
      <p:bgPr>
        <a:solidFill>
          <a:srgbClr val="FF0000"/>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B51A56-15CC-479D-9E2D-38D26882576A}"/>
              </a:ext>
            </a:extLst>
          </p:cNvPr>
          <p:cNvSpPr>
            <a:spLocks noGrp="1"/>
          </p:cNvSpPr>
          <p:nvPr>
            <p:ph type="body" sz="quarter" idx="10"/>
          </p:nvPr>
        </p:nvSpPr>
        <p:spPr>
          <a:xfrm>
            <a:off x="682625" y="2213283"/>
            <a:ext cx="10791620" cy="1569660"/>
          </a:xfrm>
          <a:prstGeom prst="rect">
            <a:avLst/>
          </a:prstGeom>
          <a:noFill/>
        </p:spPr>
        <p:txBody>
          <a:bodyPr anchor="b" anchorCtr="0"/>
          <a:lstStyle>
            <a:lvl1pPr marL="0" indent="0">
              <a:buNone/>
              <a:defRPr sz="4000">
                <a:solidFill>
                  <a:schemeClr val="bg1"/>
                </a:solidFill>
              </a:defRPr>
            </a:lvl1pPr>
          </a:lstStyle>
          <a:p>
            <a:endParaRPr lang="en-CA">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682878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Draf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ctr" anchorCtr="0">
            <a:noAutofit/>
          </a:bodyPr>
          <a:lstStyle>
            <a:lvl1pPr>
              <a:defRPr sz="2000" b="1" spc="0">
                <a:latin typeface="Segoe UI" panose="020B0502040204020203" pitchFamily="34" charset="0"/>
                <a:cs typeface="Segoe UI" panose="020B0502040204020203" pitchFamily="34" charset="0"/>
              </a:defRPr>
            </a:lvl1pPr>
          </a:lstStyle>
          <a:p>
            <a:r>
              <a:rPr lang="en-US" noProof="0"/>
              <a:t>Click to edit Master title style</a:t>
            </a:r>
          </a:p>
        </p:txBody>
      </p:sp>
      <p:sp>
        <p:nvSpPr>
          <p:cNvPr id="6" name="Title Placeholder 1">
            <a:extLst>
              <a:ext uri="{FF2B5EF4-FFF2-40B4-BE49-F238E27FC236}">
                <a16:creationId xmlns:a16="http://schemas.microsoft.com/office/drawing/2014/main" id="{3CB1AB0F-5B11-A63A-4504-D53D409719C7}"/>
              </a:ext>
            </a:extLst>
          </p:cNvPr>
          <p:cNvSpPr txBox="1">
            <a:spLocks/>
          </p:cNvSpPr>
          <p:nvPr userDrawn="1"/>
        </p:nvSpPr>
        <p:spPr>
          <a:xfrm>
            <a:off x="11280214" y="6503866"/>
            <a:ext cx="633619" cy="334102"/>
          </a:xfrm>
          <a:prstGeom prst="rect">
            <a:avLst/>
          </a:prstGeom>
        </p:spPr>
        <p:txBody>
          <a:bodyPr vert="horz" lIns="0" tIns="0" rIns="0" bIns="0" rtlCol="0" anchor="ctr" anchorCtr="0">
            <a:noAutofit/>
          </a:bodyPr>
          <a:lstStyle>
            <a:lvl1pPr algn="l" defTabSz="914400" rtl="0" eaLnBrk="1" latinLnBrk="0" hangingPunct="1">
              <a:lnSpc>
                <a:spcPct val="80000"/>
              </a:lnSpc>
              <a:spcBef>
                <a:spcPct val="0"/>
              </a:spcBef>
              <a:buNone/>
              <a:defRPr sz="2000" b="1" i="0" kern="1200" cap="none" spc="0" baseline="0">
                <a:solidFill>
                  <a:schemeClr val="tx1"/>
                </a:solidFill>
                <a:latin typeface="Segoe UI" panose="020B0502040204020203" pitchFamily="34" charset="0"/>
                <a:ea typeface="Arial" panose="020B0604020202020204" pitchFamily="34" charset="0"/>
                <a:cs typeface="Segoe UI" panose="020B0502040204020203" pitchFamily="34" charset="0"/>
              </a:defRPr>
            </a:lvl1pPr>
          </a:lstStyle>
          <a:p>
            <a:r>
              <a:rPr lang="en-US" sz="1400">
                <a:solidFill>
                  <a:srgbClr val="C00000"/>
                </a:solidFill>
              </a:rPr>
              <a:t>DRAFT</a:t>
            </a:r>
          </a:p>
        </p:txBody>
      </p:sp>
    </p:spTree>
    <p:extLst>
      <p:ext uri="{BB962C8B-B14F-4D97-AF65-F5344CB8AC3E}">
        <p14:creationId xmlns:p14="http://schemas.microsoft.com/office/powerpoint/2010/main" val="14362635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9"/>
        <p:cNvGrpSpPr/>
        <p:nvPr/>
      </p:nvGrpSpPr>
      <p:grpSpPr>
        <a:xfrm>
          <a:off x="0" y="0"/>
          <a:ext cx="0" cy="0"/>
          <a:chOff x="0" y="0"/>
          <a:chExt cx="0" cy="0"/>
        </a:xfrm>
      </p:grpSpPr>
      <p:sp>
        <p:nvSpPr>
          <p:cNvPr id="30" name="Google Shape;30;p1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Open San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35" name="Google Shape;35;p12"/>
          <p:cNvGrpSpPr/>
          <p:nvPr/>
        </p:nvGrpSpPr>
        <p:grpSpPr>
          <a:xfrm>
            <a:off x="475325" y="457200"/>
            <a:ext cx="1998000" cy="374400"/>
            <a:chOff x="398463" y="404813"/>
            <a:chExt cx="1627187" cy="307976"/>
          </a:xfrm>
        </p:grpSpPr>
        <p:sp>
          <p:nvSpPr>
            <p:cNvPr id="36" name="Google Shape;36;p12"/>
            <p:cNvSpPr/>
            <p:nvPr/>
          </p:nvSpPr>
          <p:spPr>
            <a:xfrm>
              <a:off x="1938338" y="625476"/>
              <a:ext cx="87312" cy="87313"/>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37" name="Google Shape;37;p12"/>
            <p:cNvSpPr/>
            <p:nvPr/>
          </p:nvSpPr>
          <p:spPr>
            <a:xfrm>
              <a:off x="398463" y="406401"/>
              <a:ext cx="247650" cy="301625"/>
            </a:xfrm>
            <a:custGeom>
              <a:avLst/>
              <a:gdLst/>
              <a:ahLst/>
              <a:cxnLst/>
              <a:rect l="l" t="t" r="r" b="b"/>
              <a:pathLst>
                <a:path w="287" h="347" extrusionOk="0">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38" name="Google Shape;38;p12"/>
            <p:cNvSpPr/>
            <p:nvPr/>
          </p:nvSpPr>
          <p:spPr>
            <a:xfrm>
              <a:off x="906463" y="404813"/>
              <a:ext cx="74612" cy="303213"/>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39" name="Google Shape;39;p12"/>
            <p:cNvSpPr/>
            <p:nvPr/>
          </p:nvSpPr>
          <p:spPr>
            <a:xfrm>
              <a:off x="1011238" y="479426"/>
              <a:ext cx="215900" cy="231775"/>
            </a:xfrm>
            <a:custGeom>
              <a:avLst/>
              <a:gdLst/>
              <a:ahLst/>
              <a:cxnLst/>
              <a:rect l="l" t="t" r="r" b="b"/>
              <a:pathLst>
                <a:path w="252" h="267" extrusionOk="0">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0" name="Google Shape;40;p12"/>
            <p:cNvSpPr/>
            <p:nvPr/>
          </p:nvSpPr>
          <p:spPr>
            <a:xfrm>
              <a:off x="1257300" y="482601"/>
              <a:ext cx="74612" cy="225425"/>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1" name="Google Shape;41;p12"/>
            <p:cNvSpPr/>
            <p:nvPr/>
          </p:nvSpPr>
          <p:spPr>
            <a:xfrm>
              <a:off x="1257300" y="404813"/>
              <a:ext cx="74612" cy="508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2" name="Google Shape;42;p12"/>
            <p:cNvSpPr/>
            <p:nvPr/>
          </p:nvSpPr>
          <p:spPr>
            <a:xfrm>
              <a:off x="1362075" y="411163"/>
              <a:ext cx="158750" cy="300038"/>
            </a:xfrm>
            <a:custGeom>
              <a:avLst/>
              <a:gdLst/>
              <a:ahLst/>
              <a:cxnLst/>
              <a:rect l="l" t="t" r="r" b="b"/>
              <a:pathLst>
                <a:path w="184" h="344" extrusionOk="0">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3" name="Google Shape;43;p12"/>
            <p:cNvSpPr/>
            <p:nvPr/>
          </p:nvSpPr>
          <p:spPr>
            <a:xfrm>
              <a:off x="1535113" y="411163"/>
              <a:ext cx="158750" cy="300038"/>
            </a:xfrm>
            <a:custGeom>
              <a:avLst/>
              <a:gdLst/>
              <a:ahLst/>
              <a:cxnLst/>
              <a:rect l="l" t="t" r="r" b="b"/>
              <a:pathLst>
                <a:path w="184" h="344" extrusionOk="0">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4" name="Google Shape;44;p12"/>
            <p:cNvSpPr/>
            <p:nvPr/>
          </p:nvSpPr>
          <p:spPr>
            <a:xfrm>
              <a:off x="1709738" y="479426"/>
              <a:ext cx="211137" cy="231775"/>
            </a:xfrm>
            <a:custGeom>
              <a:avLst/>
              <a:gdLst/>
              <a:ahLst/>
              <a:cxnLst/>
              <a:rect l="l" t="t" r="r" b="b"/>
              <a:pathLst>
                <a:path w="244" h="267" extrusionOk="0">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5" name="Google Shape;45;p12"/>
            <p:cNvSpPr/>
            <p:nvPr/>
          </p:nvSpPr>
          <p:spPr>
            <a:xfrm>
              <a:off x="668338" y="479426"/>
              <a:ext cx="209550" cy="231775"/>
            </a:xfrm>
            <a:custGeom>
              <a:avLst/>
              <a:gdLst/>
              <a:ahLst/>
              <a:cxnLst/>
              <a:rect l="l" t="t" r="r" b="b"/>
              <a:pathLst>
                <a:path w="243" h="267" extrusionOk="0">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grpSp>
      <p:sp>
        <p:nvSpPr>
          <p:cNvPr id="2" name="Date Placeholder 1">
            <a:extLst>
              <a:ext uri="{FF2B5EF4-FFF2-40B4-BE49-F238E27FC236}">
                <a16:creationId xmlns:a16="http://schemas.microsoft.com/office/drawing/2014/main" id="{C92E2541-1AC4-5B75-7824-75662CB57431}"/>
              </a:ext>
            </a:extLst>
          </p:cNvPr>
          <p:cNvSpPr>
            <a:spLocks noGrp="1"/>
          </p:cNvSpPr>
          <p:nvPr>
            <p:ph type="dt" idx="10"/>
          </p:nvPr>
        </p:nvSpPr>
        <p:spPr/>
        <p:txBody>
          <a:bodyPr/>
          <a:lstStyle/>
          <a:p>
            <a:endParaRPr lang="en-US"/>
          </a:p>
        </p:txBody>
      </p:sp>
      <p:sp>
        <p:nvSpPr>
          <p:cNvPr id="3" name="Footer Placeholder 2">
            <a:extLst>
              <a:ext uri="{FF2B5EF4-FFF2-40B4-BE49-F238E27FC236}">
                <a16:creationId xmlns:a16="http://schemas.microsoft.com/office/drawing/2014/main" id="{12D88A18-355B-BB41-0B55-B4C132827877}"/>
              </a:ext>
            </a:extLst>
          </p:cNvPr>
          <p:cNvSpPr>
            <a:spLocks noGrp="1"/>
          </p:cNvSpPr>
          <p:nvPr>
            <p:ph type="ftr" idx="11"/>
          </p:nvPr>
        </p:nvSpPr>
        <p:spPr/>
        <p:txBody>
          <a:bodyPr/>
          <a:lstStyle/>
          <a:p>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Subtitle, Content">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26782" y="771525"/>
            <a:ext cx="11338436" cy="645817"/>
          </a:xfrm>
          <a:prstGeom prst="rect">
            <a:avLst/>
          </a:prstGeom>
        </p:spPr>
        <p:txBody>
          <a:bodyPr lIns="0" tIns="45720" rIns="0" bIns="0" anchor="t">
            <a:noAutofit/>
          </a:bodyPr>
          <a:lstStyle>
            <a:lvl1pPr marL="0" indent="0">
              <a:spcAft>
                <a:spcPts val="0"/>
              </a:spcAft>
              <a:buNone/>
              <a:defRPr sz="1200" b="0">
                <a:solidFill>
                  <a:schemeClr val="tx1"/>
                </a:solidFill>
                <a:latin typeface="+mn-lt"/>
              </a:defRPr>
            </a:lvl1pPr>
          </a:lstStyle>
          <a:p>
            <a:pPr lvl="0"/>
            <a:r>
              <a:rPr lang="en-US" noProof="0"/>
              <a:t>Click to add subtitle</a:t>
            </a:r>
          </a:p>
        </p:txBody>
      </p:sp>
      <p:sp>
        <p:nvSpPr>
          <p:cNvPr id="5" name="Title Placeholder 1"/>
          <p:cNvSpPr>
            <a:spLocks noGrp="1"/>
          </p:cNvSpPr>
          <p:nvPr>
            <p:ph type="title"/>
          </p:nvPr>
        </p:nvSpPr>
        <p:spPr>
          <a:xfrm>
            <a:off x="426782" y="137197"/>
            <a:ext cx="11338436" cy="548634"/>
          </a:xfrm>
          <a:prstGeom prst="rect">
            <a:avLst/>
          </a:prstGeom>
        </p:spPr>
        <p:txBody>
          <a:bodyPr vert="horz" lIns="0" tIns="0" rIns="0" bIns="0" rtlCol="0" anchor="ctr" anchorCtr="0">
            <a:noAutofit/>
          </a:bodyPr>
          <a:lstStyle>
            <a:lvl1pPr>
              <a:defRPr sz="2000" b="1">
                <a:solidFill>
                  <a:schemeClr val="tx1"/>
                </a:solidFill>
                <a:latin typeface="+mn-lt"/>
              </a:defRPr>
            </a:lvl1pPr>
          </a:lstStyle>
          <a:p>
            <a:r>
              <a:rPr lang="en-US" noProof="0"/>
              <a:t>Click to edit Master title style</a:t>
            </a:r>
          </a:p>
        </p:txBody>
      </p:sp>
      <p:sp>
        <p:nvSpPr>
          <p:cNvPr id="2" name="Date Placeholder 1">
            <a:extLst>
              <a:ext uri="{FF2B5EF4-FFF2-40B4-BE49-F238E27FC236}">
                <a16:creationId xmlns:a16="http://schemas.microsoft.com/office/drawing/2014/main" id="{9AB58953-08A1-4ED2-3661-AEAC24903CE3}"/>
              </a:ext>
            </a:extLst>
          </p:cNvPr>
          <p:cNvSpPr>
            <a:spLocks noGrp="1"/>
          </p:cNvSpPr>
          <p:nvPr>
            <p:ph type="dt" idx="14"/>
          </p:nvPr>
        </p:nvSpPr>
        <p:spPr/>
        <p:txBody>
          <a:bodyPr/>
          <a:lstStyle/>
          <a:p>
            <a:endParaRPr lang="en-CA"/>
          </a:p>
        </p:txBody>
      </p:sp>
      <p:sp>
        <p:nvSpPr>
          <p:cNvPr id="3" name="Footer Placeholder 2">
            <a:extLst>
              <a:ext uri="{FF2B5EF4-FFF2-40B4-BE49-F238E27FC236}">
                <a16:creationId xmlns:a16="http://schemas.microsoft.com/office/drawing/2014/main" id="{1FF3D8E5-4C13-C3BF-28A7-A0336DA2D07A}"/>
              </a:ext>
            </a:extLst>
          </p:cNvPr>
          <p:cNvSpPr>
            <a:spLocks noGrp="1"/>
          </p:cNvSpPr>
          <p:nvPr>
            <p:ph type="ftr" idx="15"/>
          </p:nvPr>
        </p:nvSpPr>
        <p:spPr/>
        <p:txBody>
          <a:bodyPr/>
          <a:lstStyle/>
          <a:p>
            <a:endParaRPr lang="en-CA"/>
          </a:p>
        </p:txBody>
      </p:sp>
      <p:sp>
        <p:nvSpPr>
          <p:cNvPr id="7" name="TextBox 6">
            <a:extLst>
              <a:ext uri="{FF2B5EF4-FFF2-40B4-BE49-F238E27FC236}">
                <a16:creationId xmlns:a16="http://schemas.microsoft.com/office/drawing/2014/main" id="{54C1E07E-8EFD-D928-9934-700160FB4676}"/>
              </a:ext>
            </a:extLst>
          </p:cNvPr>
          <p:cNvSpPr txBox="1"/>
          <p:nvPr userDrawn="1"/>
        </p:nvSpPr>
        <p:spPr>
          <a:xfrm>
            <a:off x="5931692" y="6559550"/>
            <a:ext cx="328616" cy="153888"/>
          </a:xfrm>
          <a:prstGeom prst="rect">
            <a:avLst/>
          </a:prstGeom>
          <a:noFill/>
        </p:spPr>
        <p:txBody>
          <a:bodyPr wrap="none" lIns="0" tIns="0" rIns="0" bIns="0" rtlCol="0">
            <a:spAutoFit/>
          </a:bodyPr>
          <a:lstStyle/>
          <a:p>
            <a:pPr marL="0" indent="0" algn="ctr">
              <a:spcBef>
                <a:spcPts val="800"/>
              </a:spcBef>
              <a:buSzPct val="100000"/>
              <a:buFont typeface="Arial"/>
              <a:buNone/>
            </a:pPr>
            <a:r>
              <a:rPr lang="en-US" sz="1000" noProof="0">
                <a:solidFill>
                  <a:schemeClr val="bg1">
                    <a:lumMod val="65000"/>
                  </a:schemeClr>
                </a:solidFill>
                <a:latin typeface="Segoe UI" panose="020B0502040204020203" pitchFamily="34" charset="0"/>
                <a:cs typeface="Segoe UI" panose="020B0502040204020203" pitchFamily="34" charset="0"/>
              </a:rPr>
              <a:t>- </a:t>
            </a:r>
            <a:fld id="{C58DF478-B544-4ED8-9ED4-6A2648E2D233}" type="slidenum">
              <a:rPr lang="en-US" sz="1000" noProof="0" smtClean="0">
                <a:solidFill>
                  <a:schemeClr val="bg1">
                    <a:lumMod val="65000"/>
                  </a:schemeClr>
                </a:solidFill>
                <a:latin typeface="Segoe UI" panose="020B0502040204020203" pitchFamily="34" charset="0"/>
                <a:cs typeface="Segoe UI" panose="020B0502040204020203" pitchFamily="34" charset="0"/>
              </a:rPr>
              <a:pPr marL="0" indent="0" algn="ctr">
                <a:spcBef>
                  <a:spcPts val="800"/>
                </a:spcBef>
                <a:buSzPct val="100000"/>
                <a:buFont typeface="Arial"/>
                <a:buNone/>
              </a:pPr>
              <a:t>‹#›</a:t>
            </a:fld>
            <a:r>
              <a:rPr lang="en-US" sz="1000" noProof="0">
                <a:solidFill>
                  <a:schemeClr val="bg1">
                    <a:lumMod val="65000"/>
                  </a:schemeClr>
                </a:solidFill>
                <a:latin typeface="Segoe UI" panose="020B0502040204020203" pitchFamily="34" charset="0"/>
                <a:cs typeface="Segoe UI" panose="020B0502040204020203" pitchFamily="34" charset="0"/>
              </a:rPr>
              <a:t> -</a:t>
            </a:r>
          </a:p>
        </p:txBody>
      </p:sp>
    </p:spTree>
    <p:extLst>
      <p:ext uri="{BB962C8B-B14F-4D97-AF65-F5344CB8AC3E}">
        <p14:creationId xmlns:p14="http://schemas.microsoft.com/office/powerpoint/2010/main" val="131599000"/>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0226589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48550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ubtitle &amp; 1 column text">
  <p:cSld name="Title, subtitle &amp; 1 column text">
    <p:spTree>
      <p:nvGrpSpPr>
        <p:cNvPr id="1" name="Shape 19"/>
        <p:cNvGrpSpPr/>
        <p:nvPr/>
      </p:nvGrpSpPr>
      <p:grpSpPr>
        <a:xfrm>
          <a:off x="0" y="0"/>
          <a:ext cx="0" cy="0"/>
          <a:chOff x="0" y="0"/>
          <a:chExt cx="0" cy="0"/>
        </a:xfrm>
      </p:grpSpPr>
      <p:sp>
        <p:nvSpPr>
          <p:cNvPr id="20" name="Google Shape;20;p11"/>
          <p:cNvSpPr txBox="1">
            <a:spLocks noGrp="1"/>
          </p:cNvSpPr>
          <p:nvPr>
            <p:ph type="body" idx="1"/>
          </p:nvPr>
        </p:nvSpPr>
        <p:spPr>
          <a:xfrm>
            <a:off x="469900" y="736688"/>
            <a:ext cx="11252200" cy="757255"/>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575757"/>
              </a:buClr>
              <a:buSzPts val="1400"/>
              <a:buNone/>
              <a:defRPr sz="1400" b="0">
                <a:solidFill>
                  <a:srgbClr val="575757"/>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11"/>
          <p:cNvSpPr txBox="1">
            <a:spLocks noGrp="1"/>
          </p:cNvSpPr>
          <p:nvPr>
            <p:ph type="title"/>
          </p:nvPr>
        </p:nvSpPr>
        <p:spPr>
          <a:xfrm>
            <a:off x="469900" y="402587"/>
            <a:ext cx="11252200" cy="33410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000"/>
              <a:buFont typeface="Open Sans"/>
              <a:buNone/>
              <a:defRPr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1"/>
          <p:cNvSpPr txBox="1">
            <a:spLocks noGrp="1"/>
          </p:cNvSpPr>
          <p:nvPr>
            <p:ph type="body" idx="2"/>
          </p:nvPr>
        </p:nvSpPr>
        <p:spPr>
          <a:xfrm>
            <a:off x="469900" y="1665818"/>
            <a:ext cx="11252200" cy="4633383"/>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20747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9"/>
        <p:cNvGrpSpPr/>
        <p:nvPr/>
      </p:nvGrpSpPr>
      <p:grpSpPr>
        <a:xfrm>
          <a:off x="0" y="0"/>
          <a:ext cx="0" cy="0"/>
          <a:chOff x="0" y="0"/>
          <a:chExt cx="0" cy="0"/>
        </a:xfrm>
      </p:grpSpPr>
      <p:sp>
        <p:nvSpPr>
          <p:cNvPr id="30" name="Google Shape;30;p1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Open San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35" name="Google Shape;35;p12"/>
          <p:cNvGrpSpPr/>
          <p:nvPr/>
        </p:nvGrpSpPr>
        <p:grpSpPr>
          <a:xfrm>
            <a:off x="475325" y="457200"/>
            <a:ext cx="1998000" cy="374400"/>
            <a:chOff x="398463" y="404813"/>
            <a:chExt cx="1627187" cy="307976"/>
          </a:xfrm>
        </p:grpSpPr>
        <p:sp>
          <p:nvSpPr>
            <p:cNvPr id="36" name="Google Shape;36;p12"/>
            <p:cNvSpPr/>
            <p:nvPr/>
          </p:nvSpPr>
          <p:spPr>
            <a:xfrm>
              <a:off x="1938338" y="625476"/>
              <a:ext cx="87312" cy="87313"/>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37" name="Google Shape;37;p12"/>
            <p:cNvSpPr/>
            <p:nvPr/>
          </p:nvSpPr>
          <p:spPr>
            <a:xfrm>
              <a:off x="398463" y="406401"/>
              <a:ext cx="247650" cy="301625"/>
            </a:xfrm>
            <a:custGeom>
              <a:avLst/>
              <a:gdLst/>
              <a:ahLst/>
              <a:cxnLst/>
              <a:rect l="l" t="t" r="r" b="b"/>
              <a:pathLst>
                <a:path w="287" h="347" extrusionOk="0">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38" name="Google Shape;38;p12"/>
            <p:cNvSpPr/>
            <p:nvPr/>
          </p:nvSpPr>
          <p:spPr>
            <a:xfrm>
              <a:off x="906463" y="404813"/>
              <a:ext cx="74612" cy="303213"/>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39" name="Google Shape;39;p12"/>
            <p:cNvSpPr/>
            <p:nvPr/>
          </p:nvSpPr>
          <p:spPr>
            <a:xfrm>
              <a:off x="1011238" y="479426"/>
              <a:ext cx="215900" cy="231775"/>
            </a:xfrm>
            <a:custGeom>
              <a:avLst/>
              <a:gdLst/>
              <a:ahLst/>
              <a:cxnLst/>
              <a:rect l="l" t="t" r="r" b="b"/>
              <a:pathLst>
                <a:path w="252" h="267" extrusionOk="0">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0" name="Google Shape;40;p12"/>
            <p:cNvSpPr/>
            <p:nvPr/>
          </p:nvSpPr>
          <p:spPr>
            <a:xfrm>
              <a:off x="1257300" y="482601"/>
              <a:ext cx="74612" cy="225425"/>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1" name="Google Shape;41;p12"/>
            <p:cNvSpPr/>
            <p:nvPr/>
          </p:nvSpPr>
          <p:spPr>
            <a:xfrm>
              <a:off x="1257300" y="404813"/>
              <a:ext cx="74612" cy="508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2" name="Google Shape;42;p12"/>
            <p:cNvSpPr/>
            <p:nvPr/>
          </p:nvSpPr>
          <p:spPr>
            <a:xfrm>
              <a:off x="1362075" y="411163"/>
              <a:ext cx="158750" cy="300038"/>
            </a:xfrm>
            <a:custGeom>
              <a:avLst/>
              <a:gdLst/>
              <a:ahLst/>
              <a:cxnLst/>
              <a:rect l="l" t="t" r="r" b="b"/>
              <a:pathLst>
                <a:path w="184" h="344" extrusionOk="0">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3" name="Google Shape;43;p12"/>
            <p:cNvSpPr/>
            <p:nvPr/>
          </p:nvSpPr>
          <p:spPr>
            <a:xfrm>
              <a:off x="1535113" y="411163"/>
              <a:ext cx="158750" cy="300038"/>
            </a:xfrm>
            <a:custGeom>
              <a:avLst/>
              <a:gdLst/>
              <a:ahLst/>
              <a:cxnLst/>
              <a:rect l="l" t="t" r="r" b="b"/>
              <a:pathLst>
                <a:path w="184" h="344" extrusionOk="0">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4" name="Google Shape;44;p12"/>
            <p:cNvSpPr/>
            <p:nvPr/>
          </p:nvSpPr>
          <p:spPr>
            <a:xfrm>
              <a:off x="1709738" y="479426"/>
              <a:ext cx="211137" cy="231775"/>
            </a:xfrm>
            <a:custGeom>
              <a:avLst/>
              <a:gdLst/>
              <a:ahLst/>
              <a:cxnLst/>
              <a:rect l="l" t="t" r="r" b="b"/>
              <a:pathLst>
                <a:path w="244" h="267" extrusionOk="0">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5" name="Google Shape;45;p12"/>
            <p:cNvSpPr/>
            <p:nvPr/>
          </p:nvSpPr>
          <p:spPr>
            <a:xfrm>
              <a:off x="668338" y="479426"/>
              <a:ext cx="209550" cy="231775"/>
            </a:xfrm>
            <a:custGeom>
              <a:avLst/>
              <a:gdLst/>
              <a:ahLst/>
              <a:cxnLst/>
              <a:rect l="l" t="t" r="r" b="b"/>
              <a:pathLst>
                <a:path w="243" h="267" extrusionOk="0">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grpSp>
      <p:sp>
        <p:nvSpPr>
          <p:cNvPr id="2" name="Date Placeholder 1">
            <a:extLst>
              <a:ext uri="{FF2B5EF4-FFF2-40B4-BE49-F238E27FC236}">
                <a16:creationId xmlns:a16="http://schemas.microsoft.com/office/drawing/2014/main" id="{C92E2541-1AC4-5B75-7824-75662CB57431}"/>
              </a:ext>
            </a:extLst>
          </p:cNvPr>
          <p:cNvSpPr>
            <a:spLocks noGrp="1"/>
          </p:cNvSpPr>
          <p:nvPr>
            <p:ph type="dt" idx="10"/>
          </p:nvPr>
        </p:nvSpPr>
        <p:spPr/>
        <p:txBody>
          <a:bodyPr/>
          <a:lstStyle/>
          <a:p>
            <a:endParaRPr lang="en-US"/>
          </a:p>
        </p:txBody>
      </p:sp>
      <p:sp>
        <p:nvSpPr>
          <p:cNvPr id="3" name="Footer Placeholder 2">
            <a:extLst>
              <a:ext uri="{FF2B5EF4-FFF2-40B4-BE49-F238E27FC236}">
                <a16:creationId xmlns:a16="http://schemas.microsoft.com/office/drawing/2014/main" id="{12D88A18-355B-BB41-0B55-B4C132827877}"/>
              </a:ext>
            </a:extLst>
          </p:cNvPr>
          <p:cNvSpPr>
            <a:spLocks noGrp="1"/>
          </p:cNvSpPr>
          <p:nvPr>
            <p:ph type="ftr" idx="11"/>
          </p:nvPr>
        </p:nvSpPr>
        <p:spPr/>
        <p:txBody>
          <a:bodyPr/>
          <a:lstStyle/>
          <a:p>
            <a:endParaRPr lang="en-US"/>
          </a:p>
        </p:txBody>
      </p:sp>
      <p:sp>
        <p:nvSpPr>
          <p:cNvPr id="4" name="Slide Number Placeholder 3">
            <a:extLst>
              <a:ext uri="{FF2B5EF4-FFF2-40B4-BE49-F238E27FC236}">
                <a16:creationId xmlns:a16="http://schemas.microsoft.com/office/drawing/2014/main" id="{175D6523-0340-588F-A9C9-D3265247386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194807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Subtitle, Content">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26782" y="771525"/>
            <a:ext cx="11338436" cy="645817"/>
          </a:xfrm>
          <a:prstGeom prst="rect">
            <a:avLst/>
          </a:prstGeom>
        </p:spPr>
        <p:txBody>
          <a:bodyPr lIns="0" tIns="45720" rIns="0" bIns="0" anchor="t">
            <a:noAutofit/>
          </a:bodyPr>
          <a:lstStyle>
            <a:lvl1pPr marL="0" indent="0">
              <a:spcAft>
                <a:spcPts val="0"/>
              </a:spcAft>
              <a:buNone/>
              <a:defRPr sz="1200" b="0">
                <a:solidFill>
                  <a:schemeClr val="tx1"/>
                </a:solidFill>
                <a:latin typeface="+mn-lt"/>
              </a:defRPr>
            </a:lvl1pPr>
          </a:lstStyle>
          <a:p>
            <a:pPr lvl="0"/>
            <a:r>
              <a:rPr lang="en-US" noProof="0"/>
              <a:t>Click to add subtitle</a:t>
            </a:r>
          </a:p>
        </p:txBody>
      </p:sp>
      <p:sp>
        <p:nvSpPr>
          <p:cNvPr id="5" name="Title Placeholder 1"/>
          <p:cNvSpPr>
            <a:spLocks noGrp="1"/>
          </p:cNvSpPr>
          <p:nvPr>
            <p:ph type="title"/>
          </p:nvPr>
        </p:nvSpPr>
        <p:spPr>
          <a:xfrm>
            <a:off x="426782" y="137197"/>
            <a:ext cx="11338436" cy="548634"/>
          </a:xfrm>
          <a:prstGeom prst="rect">
            <a:avLst/>
          </a:prstGeom>
        </p:spPr>
        <p:txBody>
          <a:bodyPr vert="horz" lIns="0" tIns="0" rIns="0" bIns="0" rtlCol="0" anchor="ctr" anchorCtr="0">
            <a:noAutofit/>
          </a:bodyPr>
          <a:lstStyle>
            <a:lvl1pPr>
              <a:defRPr sz="2000" b="1">
                <a:solidFill>
                  <a:schemeClr val="tx1"/>
                </a:solidFill>
                <a:latin typeface="+mn-lt"/>
              </a:defRPr>
            </a:lvl1pPr>
          </a:lstStyle>
          <a:p>
            <a:r>
              <a:rPr lang="en-US" noProof="0"/>
              <a:t>Click to edit Master title style</a:t>
            </a:r>
          </a:p>
        </p:txBody>
      </p:sp>
      <p:sp>
        <p:nvSpPr>
          <p:cNvPr id="3" name="TextBox 2">
            <a:extLst>
              <a:ext uri="{FF2B5EF4-FFF2-40B4-BE49-F238E27FC236}">
                <a16:creationId xmlns:a16="http://schemas.microsoft.com/office/drawing/2014/main" id="{6102FFCD-B501-1142-A272-5F0C11AB20A6}"/>
              </a:ext>
            </a:extLst>
          </p:cNvPr>
          <p:cNvSpPr txBox="1"/>
          <p:nvPr userDrawn="1"/>
        </p:nvSpPr>
        <p:spPr>
          <a:xfrm>
            <a:off x="5931692" y="6559550"/>
            <a:ext cx="328616" cy="153888"/>
          </a:xfrm>
          <a:prstGeom prst="rect">
            <a:avLst/>
          </a:prstGeom>
          <a:noFill/>
        </p:spPr>
        <p:txBody>
          <a:bodyPr wrap="none" lIns="0" tIns="0" rIns="0" bIns="0" rtlCol="0">
            <a:spAutoFit/>
          </a:bodyPr>
          <a:lstStyle/>
          <a:p>
            <a:pPr marL="0" indent="0" algn="ctr">
              <a:spcBef>
                <a:spcPts val="800"/>
              </a:spcBef>
              <a:buSzPct val="100000"/>
              <a:buFont typeface="Arial"/>
              <a:buNone/>
            </a:pPr>
            <a:r>
              <a:rPr lang="en-US" sz="1000" noProof="0">
                <a:solidFill>
                  <a:schemeClr val="bg1">
                    <a:lumMod val="65000"/>
                  </a:schemeClr>
                </a:solidFill>
                <a:latin typeface="Segoe UI" panose="020B0502040204020203" pitchFamily="34" charset="0"/>
                <a:cs typeface="Segoe UI" panose="020B0502040204020203" pitchFamily="34" charset="0"/>
              </a:rPr>
              <a:t>- </a:t>
            </a:r>
            <a:fld id="{C58DF478-B544-4ED8-9ED4-6A2648E2D233}" type="slidenum">
              <a:rPr lang="en-US" sz="1000" noProof="0" smtClean="0">
                <a:solidFill>
                  <a:schemeClr val="bg1">
                    <a:lumMod val="65000"/>
                  </a:schemeClr>
                </a:solidFill>
                <a:latin typeface="Segoe UI" panose="020B0502040204020203" pitchFamily="34" charset="0"/>
                <a:cs typeface="Segoe UI" panose="020B0502040204020203" pitchFamily="34" charset="0"/>
              </a:rPr>
              <a:pPr marL="0" indent="0" algn="ctr">
                <a:spcBef>
                  <a:spcPts val="800"/>
                </a:spcBef>
                <a:buSzPct val="100000"/>
                <a:buFont typeface="Arial"/>
                <a:buNone/>
              </a:pPr>
              <a:t>‹#›</a:t>
            </a:fld>
            <a:r>
              <a:rPr lang="en-US" sz="1000" noProof="0">
                <a:solidFill>
                  <a:schemeClr val="bg1">
                    <a:lumMod val="65000"/>
                  </a:schemeClr>
                </a:solidFill>
                <a:latin typeface="Segoe UI" panose="020B0502040204020203" pitchFamily="34" charset="0"/>
                <a:cs typeface="Segoe UI" panose="020B0502040204020203" pitchFamily="34" charset="0"/>
              </a:rPr>
              <a:t> -</a:t>
            </a:r>
          </a:p>
        </p:txBody>
      </p:sp>
    </p:spTree>
    <p:extLst>
      <p:ext uri="{BB962C8B-B14F-4D97-AF65-F5344CB8AC3E}">
        <p14:creationId xmlns:p14="http://schemas.microsoft.com/office/powerpoint/2010/main" val="18994416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64595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57201" y="6365848"/>
            <a:ext cx="4490721" cy="273050"/>
          </a:xfrm>
          <a:prstGeom prst="rect">
            <a:avLst/>
          </a:prstGeom>
        </p:spPr>
        <p:txBody>
          <a:bodyPr anchor="t">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A01EE57E-4C1B-4ECF-94C5-14A453751EA1}"/>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28" name="Oval 5">
              <a:extLst>
                <a:ext uri="{FF2B5EF4-FFF2-40B4-BE49-F238E27FC236}">
                  <a16:creationId xmlns:a16="http://schemas.microsoft.com/office/drawing/2014/main" id="{848B10DB-7BA0-47A6-A2BF-E43FDE325327}"/>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6">
              <a:extLst>
                <a:ext uri="{FF2B5EF4-FFF2-40B4-BE49-F238E27FC236}">
                  <a16:creationId xmlns:a16="http://schemas.microsoft.com/office/drawing/2014/main" id="{B690FCB5-02B0-42C1-A71D-2F5ABCA25FF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3" name="Rectangle 7">
              <a:extLst>
                <a:ext uri="{FF2B5EF4-FFF2-40B4-BE49-F238E27FC236}">
                  <a16:creationId xmlns:a16="http://schemas.microsoft.com/office/drawing/2014/main" id="{358223E3-2772-41EC-BDC5-F0327F14B28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4" name="Freeform 8">
              <a:extLst>
                <a:ext uri="{FF2B5EF4-FFF2-40B4-BE49-F238E27FC236}">
                  <a16:creationId xmlns:a16="http://schemas.microsoft.com/office/drawing/2014/main" id="{60E75CE7-1268-47E9-A585-16E350CB0979}"/>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5" name="Rectangle 9">
              <a:extLst>
                <a:ext uri="{FF2B5EF4-FFF2-40B4-BE49-F238E27FC236}">
                  <a16:creationId xmlns:a16="http://schemas.microsoft.com/office/drawing/2014/main" id="{BF8B8A80-FD9A-43B9-A936-A0BE1CAD8037}"/>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6" name="Rectangle 10">
              <a:extLst>
                <a:ext uri="{FF2B5EF4-FFF2-40B4-BE49-F238E27FC236}">
                  <a16:creationId xmlns:a16="http://schemas.microsoft.com/office/drawing/2014/main" id="{5DA18E48-2689-422E-A84C-ECB5B61A0D2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7" name="Freeform 11">
              <a:extLst>
                <a:ext uri="{FF2B5EF4-FFF2-40B4-BE49-F238E27FC236}">
                  <a16:creationId xmlns:a16="http://schemas.microsoft.com/office/drawing/2014/main" id="{D9316E24-7A8A-4FCF-B2C4-4EE40E3BA99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8" name="Freeform 12">
              <a:extLst>
                <a:ext uri="{FF2B5EF4-FFF2-40B4-BE49-F238E27FC236}">
                  <a16:creationId xmlns:a16="http://schemas.microsoft.com/office/drawing/2014/main" id="{76354CE9-D577-46E8-886D-1BBB079BE4D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9" name="Freeform 13">
              <a:extLst>
                <a:ext uri="{FF2B5EF4-FFF2-40B4-BE49-F238E27FC236}">
                  <a16:creationId xmlns:a16="http://schemas.microsoft.com/office/drawing/2014/main" id="{2232419E-4011-4B15-A744-7F8FCDD1F558}"/>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2F957E66-C402-4A51-A806-6052AEAFC8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19272" y="688848"/>
            <a:ext cx="5562600" cy="5556504"/>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969393094"/>
      </p:ext>
    </p:extLst>
  </p:cSld>
  <p:clrMapOvr>
    <a:masterClrMapping/>
  </p:clrMapOvr>
  <p:transition>
    <p:fade/>
  </p:transition>
  <p:hf sldNum="0" hd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solidFill>
          <a:schemeClr val="tx1"/>
        </a:solidFill>
        <a:effectLst/>
      </p:bgPr>
    </p:bg>
    <p:spTree>
      <p:nvGrpSpPr>
        <p:cNvPr id="1" name=""/>
        <p:cNvGrpSpPr/>
        <p:nvPr/>
      </p:nvGrpSpPr>
      <p:grpSpPr>
        <a:xfrm>
          <a:off x="0" y="0"/>
          <a:ext cx="0" cy="0"/>
          <a:chOff x="0" y="0"/>
          <a:chExt cx="0" cy="0"/>
        </a:xfrm>
      </p:grpSpPr>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63296" y="6365848"/>
            <a:ext cx="4446269" cy="273050"/>
          </a:xfrm>
          <a:prstGeom prst="rect">
            <a:avLst/>
          </a:prstGeom>
        </p:spPr>
        <p:txBody>
          <a:bodyPr anchor="t">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B6F50CF5-77BF-459B-9A79-3C4CC22A0F3A}"/>
              </a:ext>
            </a:extLst>
          </p:cNvPr>
          <p:cNvGrpSpPr/>
          <p:nvPr userDrawn="1"/>
        </p:nvGrpSpPr>
        <p:grpSpPr>
          <a:xfrm>
            <a:off x="463296" y="341312"/>
            <a:ext cx="1819656" cy="347472"/>
            <a:chOff x="398463" y="404813"/>
            <a:chExt cx="1627187" cy="307976"/>
          </a:xfrm>
          <a:solidFill>
            <a:schemeClr val="bg1"/>
          </a:solidFill>
        </p:grpSpPr>
        <p:sp>
          <p:nvSpPr>
            <p:cNvPr id="28" name="Oval 5">
              <a:extLst>
                <a:ext uri="{FF2B5EF4-FFF2-40B4-BE49-F238E27FC236}">
                  <a16:creationId xmlns:a16="http://schemas.microsoft.com/office/drawing/2014/main" id="{E9128BED-07B9-451E-B858-7CC1141471B6}"/>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9" name="Freeform 6">
              <a:extLst>
                <a:ext uri="{FF2B5EF4-FFF2-40B4-BE49-F238E27FC236}">
                  <a16:creationId xmlns:a16="http://schemas.microsoft.com/office/drawing/2014/main" id="{C68196BA-7D11-4539-BDF9-983E22D34232}"/>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4" name="Rectangle 7">
              <a:extLst>
                <a:ext uri="{FF2B5EF4-FFF2-40B4-BE49-F238E27FC236}">
                  <a16:creationId xmlns:a16="http://schemas.microsoft.com/office/drawing/2014/main" id="{42AF1C77-6287-4499-B04A-87B27165DE90}"/>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5" name="Freeform 8">
              <a:extLst>
                <a:ext uri="{FF2B5EF4-FFF2-40B4-BE49-F238E27FC236}">
                  <a16:creationId xmlns:a16="http://schemas.microsoft.com/office/drawing/2014/main" id="{25579AED-BEB3-43B3-8ED1-4F00DD4BD00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6" name="Rectangle 9">
              <a:extLst>
                <a:ext uri="{FF2B5EF4-FFF2-40B4-BE49-F238E27FC236}">
                  <a16:creationId xmlns:a16="http://schemas.microsoft.com/office/drawing/2014/main" id="{E45E9D0B-F5C0-4893-92F0-D69A666C1B0B}"/>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7" name="Rectangle 10">
              <a:extLst>
                <a:ext uri="{FF2B5EF4-FFF2-40B4-BE49-F238E27FC236}">
                  <a16:creationId xmlns:a16="http://schemas.microsoft.com/office/drawing/2014/main" id="{DE5C210F-0B06-4949-8E4D-64301D93E9D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8" name="Freeform 11">
              <a:extLst>
                <a:ext uri="{FF2B5EF4-FFF2-40B4-BE49-F238E27FC236}">
                  <a16:creationId xmlns:a16="http://schemas.microsoft.com/office/drawing/2014/main" id="{F24B8B3C-D0AE-4485-8A30-2C7813EFDEE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9" name="Freeform 12">
              <a:extLst>
                <a:ext uri="{FF2B5EF4-FFF2-40B4-BE49-F238E27FC236}">
                  <a16:creationId xmlns:a16="http://schemas.microsoft.com/office/drawing/2014/main" id="{0DD172EE-B893-46D5-9A64-6715E431296D}"/>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0" name="Freeform 13">
              <a:extLst>
                <a:ext uri="{FF2B5EF4-FFF2-40B4-BE49-F238E27FC236}">
                  <a16:creationId xmlns:a16="http://schemas.microsoft.com/office/drawing/2014/main" id="{41641FDD-35E1-4F42-B99C-FFA6812569B0}"/>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1" name="Freeform 14">
              <a:extLst>
                <a:ext uri="{FF2B5EF4-FFF2-40B4-BE49-F238E27FC236}">
                  <a16:creationId xmlns:a16="http://schemas.microsoft.com/office/drawing/2014/main" id="{DFE30DEA-FA20-4812-875C-D70A3CA3F5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
        <p:nvSpPr>
          <p:cNvPr id="53" name="Title 1">
            <a:extLst>
              <a:ext uri="{FF2B5EF4-FFF2-40B4-BE49-F238E27FC236}">
                <a16:creationId xmlns:a16="http://schemas.microsoft.com/office/drawing/2014/main" id="{647FBB06-57A1-478F-8BCE-57D05265516A}"/>
              </a:ext>
            </a:extLst>
          </p:cNvPr>
          <p:cNvSpPr>
            <a:spLocks noGrp="1"/>
          </p:cNvSpPr>
          <p:nvPr>
            <p:ph type="ctrTitle"/>
          </p:nvPr>
        </p:nvSpPr>
        <p:spPr bwMode="gray">
          <a:xfrm>
            <a:off x="463296" y="5186209"/>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17" name="Picture Placeholder 8">
            <a:extLst>
              <a:ext uri="{FF2B5EF4-FFF2-40B4-BE49-F238E27FC236}">
                <a16:creationId xmlns:a16="http://schemas.microsoft.com/office/drawing/2014/main" id="{AA5D9D6B-8AE5-40BD-B06B-DB5F7F3841FC}"/>
              </a:ext>
            </a:extLst>
          </p:cNvPr>
          <p:cNvSpPr>
            <a:spLocks noGrp="1"/>
          </p:cNvSpPr>
          <p:nvPr>
            <p:ph type="pic" sz="quarter" idx="11"/>
          </p:nvPr>
        </p:nvSpPr>
        <p:spPr>
          <a:xfrm>
            <a:off x="3316942" y="688848"/>
            <a:ext cx="5562600" cy="5556504"/>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80471640"/>
      </p:ext>
    </p:extLst>
  </p:cSld>
  <p:clrMapOvr>
    <a:masterClrMapping/>
  </p:clrMapOvr>
  <p:transition>
    <p:fade/>
  </p:transition>
  <p:hf sldNum="0" hdr="0" dt="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age Image">
    <p:bg bwMode="gray">
      <p:bgPr>
        <a:solidFill>
          <a:schemeClr val="tx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28" name="Text Placeholder 4">
            <a:extLst>
              <a:ext uri="{FF2B5EF4-FFF2-40B4-BE49-F238E27FC236}">
                <a16:creationId xmlns:a16="http://schemas.microsoft.com/office/drawing/2014/main" id="{7843742C-26CB-411F-8564-50309241988E}"/>
              </a:ext>
            </a:extLst>
          </p:cNvPr>
          <p:cNvSpPr>
            <a:spLocks noGrp="1"/>
          </p:cNvSpPr>
          <p:nvPr>
            <p:ph type="body" sz="quarter" idx="10"/>
          </p:nvPr>
        </p:nvSpPr>
        <p:spPr>
          <a:xfrm>
            <a:off x="463296" y="6364224"/>
            <a:ext cx="4446269" cy="273050"/>
          </a:xfrm>
          <a:prstGeom prst="rect">
            <a:avLst/>
          </a:prstGeom>
        </p:spPr>
        <p:txBody>
          <a:bodyPr anchor="t">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29" name="Title 1">
            <a:extLst>
              <a:ext uri="{FF2B5EF4-FFF2-40B4-BE49-F238E27FC236}">
                <a16:creationId xmlns:a16="http://schemas.microsoft.com/office/drawing/2014/main" id="{A7C729B7-24CD-4887-BCB2-9B9E69736AAE}"/>
              </a:ext>
            </a:extLst>
          </p:cNvPr>
          <p:cNvSpPr>
            <a:spLocks noGrp="1"/>
          </p:cNvSpPr>
          <p:nvPr>
            <p:ph type="ctrTitle"/>
          </p:nvPr>
        </p:nvSpPr>
        <p:spPr bwMode="gray">
          <a:xfrm>
            <a:off x="463296" y="5186209"/>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cxnSp>
        <p:nvCxnSpPr>
          <p:cNvPr id="5" name="Straight Connector 4">
            <a:extLst>
              <a:ext uri="{FF2B5EF4-FFF2-40B4-BE49-F238E27FC236}">
                <a16:creationId xmlns:a16="http://schemas.microsoft.com/office/drawing/2014/main" id="{CB5451A9-3E6A-4737-92D0-C9DAA534DA04}"/>
              </a:ext>
            </a:extLst>
          </p:cNvPr>
          <p:cNvCxnSpPr/>
          <p:nvPr userDrawn="1"/>
        </p:nvCxnSpPr>
        <p:spPr>
          <a:xfrm flipV="1">
            <a:off x="0" y="0"/>
            <a:ext cx="12192000" cy="6858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A2ADDA35-0590-4771-9879-88CE0238551F}"/>
              </a:ext>
            </a:extLst>
          </p:cNvPr>
          <p:cNvGrpSpPr/>
          <p:nvPr userDrawn="1"/>
        </p:nvGrpSpPr>
        <p:grpSpPr>
          <a:xfrm>
            <a:off x="463296" y="341312"/>
            <a:ext cx="1819656" cy="347472"/>
            <a:chOff x="398463" y="404813"/>
            <a:chExt cx="1627187" cy="307976"/>
          </a:xfrm>
          <a:solidFill>
            <a:schemeClr val="bg1"/>
          </a:solidFill>
        </p:grpSpPr>
        <p:sp>
          <p:nvSpPr>
            <p:cNvPr id="19" name="Oval 5">
              <a:extLst>
                <a:ext uri="{FF2B5EF4-FFF2-40B4-BE49-F238E27FC236}">
                  <a16:creationId xmlns:a16="http://schemas.microsoft.com/office/drawing/2014/main" id="{3FD17B1A-A918-439D-AFAD-ECE9421735FC}"/>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0" name="Freeform 6">
              <a:extLst>
                <a:ext uri="{FF2B5EF4-FFF2-40B4-BE49-F238E27FC236}">
                  <a16:creationId xmlns:a16="http://schemas.microsoft.com/office/drawing/2014/main" id="{79359716-9ACF-4041-A7F0-2E04E36D8614}"/>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1" name="Rectangle 7">
              <a:extLst>
                <a:ext uri="{FF2B5EF4-FFF2-40B4-BE49-F238E27FC236}">
                  <a16:creationId xmlns:a16="http://schemas.microsoft.com/office/drawing/2014/main" id="{EE3C6AB2-FF26-4D74-983F-E8C9540B703E}"/>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2" name="Freeform 8">
              <a:extLst>
                <a:ext uri="{FF2B5EF4-FFF2-40B4-BE49-F238E27FC236}">
                  <a16:creationId xmlns:a16="http://schemas.microsoft.com/office/drawing/2014/main" id="{B600C838-AB18-404F-AF64-5BE6309AC231}"/>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3" name="Rectangle 9">
              <a:extLst>
                <a:ext uri="{FF2B5EF4-FFF2-40B4-BE49-F238E27FC236}">
                  <a16:creationId xmlns:a16="http://schemas.microsoft.com/office/drawing/2014/main" id="{37EF79B8-3321-4A68-A438-F7CA9AB20D0A}"/>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4" name="Rectangle 10">
              <a:extLst>
                <a:ext uri="{FF2B5EF4-FFF2-40B4-BE49-F238E27FC236}">
                  <a16:creationId xmlns:a16="http://schemas.microsoft.com/office/drawing/2014/main" id="{9EB266B0-2723-40E9-BD24-9B88F113710A}"/>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5" name="Freeform 11">
              <a:extLst>
                <a:ext uri="{FF2B5EF4-FFF2-40B4-BE49-F238E27FC236}">
                  <a16:creationId xmlns:a16="http://schemas.microsoft.com/office/drawing/2014/main" id="{90C5C28F-BB95-44AD-9700-55D9AE2BE2B7}"/>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6" name="Freeform 12">
              <a:extLst>
                <a:ext uri="{FF2B5EF4-FFF2-40B4-BE49-F238E27FC236}">
                  <a16:creationId xmlns:a16="http://schemas.microsoft.com/office/drawing/2014/main" id="{42500885-66FF-4752-A3E1-7C0FA9778A82}"/>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7" name="Freeform 13">
              <a:extLst>
                <a:ext uri="{FF2B5EF4-FFF2-40B4-BE49-F238E27FC236}">
                  <a16:creationId xmlns:a16="http://schemas.microsoft.com/office/drawing/2014/main" id="{165DB8AE-A24F-4086-963B-1C7F379D2166}"/>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1" name="Freeform 14">
              <a:extLst>
                <a:ext uri="{FF2B5EF4-FFF2-40B4-BE49-F238E27FC236}">
                  <a16:creationId xmlns:a16="http://schemas.microsoft.com/office/drawing/2014/main" id="{282083A4-2C11-43E4-9516-9622E1E74D98}"/>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Tree>
    <p:extLst>
      <p:ext uri="{BB962C8B-B14F-4D97-AF65-F5344CB8AC3E}">
        <p14:creationId xmlns:p14="http://schemas.microsoft.com/office/powerpoint/2010/main" val="1683519966"/>
      </p:ext>
    </p:extLst>
  </p:cSld>
  <p:clrMapOvr>
    <a:masterClrMapping/>
  </p:clrMapOvr>
  <p:transition>
    <p:fade/>
  </p:transition>
  <p:hf sldNum="0" hd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ith text">
    <p:bg bwMode="gray">
      <p:bgPr>
        <a:solidFill>
          <a:schemeClr val="bg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8B9DDECB-90E6-4132-BCD8-24EBC3764DB9}"/>
              </a:ext>
            </a:extLst>
          </p:cNvPr>
          <p:cNvSpPr>
            <a:spLocks noGrp="1"/>
          </p:cNvSpPr>
          <p:nvPr>
            <p:ph type="pic" sz="quarter" idx="11"/>
          </p:nvPr>
        </p:nvSpPr>
        <p:spPr>
          <a:xfrm>
            <a:off x="3724289" y="688848"/>
            <a:ext cx="5562600" cy="5556504"/>
          </a:xfrm>
          <a:prstGeom prst="rect">
            <a:avLst/>
          </a:prstGeom>
        </p:spPr>
        <p:txBody>
          <a:bodyPr/>
          <a:lstStyle/>
          <a:p>
            <a:r>
              <a:rPr lang="en-US" noProof="0"/>
              <a:t>Click icon to add picture</a:t>
            </a:r>
          </a:p>
        </p:txBody>
      </p:sp>
      <p:grpSp>
        <p:nvGrpSpPr>
          <p:cNvPr id="18" name="Group 17">
            <a:extLst>
              <a:ext uri="{FF2B5EF4-FFF2-40B4-BE49-F238E27FC236}">
                <a16:creationId xmlns:a16="http://schemas.microsoft.com/office/drawing/2014/main" id="{C68220B9-53D3-434F-999D-90F07DAA2325}"/>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19" name="Oval 5">
              <a:extLst>
                <a:ext uri="{FF2B5EF4-FFF2-40B4-BE49-F238E27FC236}">
                  <a16:creationId xmlns:a16="http://schemas.microsoft.com/office/drawing/2014/main" id="{8B229135-140E-4C82-9088-DB80D93F74F4}"/>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0" name="Freeform 6">
              <a:extLst>
                <a:ext uri="{FF2B5EF4-FFF2-40B4-BE49-F238E27FC236}">
                  <a16:creationId xmlns:a16="http://schemas.microsoft.com/office/drawing/2014/main" id="{C0B69BD4-36A4-4DB1-B5FD-89FB06A52E69}"/>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1" name="Rectangle 7">
              <a:extLst>
                <a:ext uri="{FF2B5EF4-FFF2-40B4-BE49-F238E27FC236}">
                  <a16:creationId xmlns:a16="http://schemas.microsoft.com/office/drawing/2014/main" id="{49F4DC4F-9DBA-44B7-B892-0083CA88927E}"/>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2" name="Freeform 8">
              <a:extLst>
                <a:ext uri="{FF2B5EF4-FFF2-40B4-BE49-F238E27FC236}">
                  <a16:creationId xmlns:a16="http://schemas.microsoft.com/office/drawing/2014/main" id="{67D5F0A5-5E6C-4963-9090-4DAF5F01D2A3}"/>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3" name="Rectangle 9">
              <a:extLst>
                <a:ext uri="{FF2B5EF4-FFF2-40B4-BE49-F238E27FC236}">
                  <a16:creationId xmlns:a16="http://schemas.microsoft.com/office/drawing/2014/main" id="{22C7545E-5780-4586-9808-699BCCFD7CE9}"/>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4" name="Rectangle 10">
              <a:extLst>
                <a:ext uri="{FF2B5EF4-FFF2-40B4-BE49-F238E27FC236}">
                  <a16:creationId xmlns:a16="http://schemas.microsoft.com/office/drawing/2014/main" id="{489CD93F-3551-40B6-A00B-6CC2A8F5F4EE}"/>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5" name="Freeform 11">
              <a:extLst>
                <a:ext uri="{FF2B5EF4-FFF2-40B4-BE49-F238E27FC236}">
                  <a16:creationId xmlns:a16="http://schemas.microsoft.com/office/drawing/2014/main" id="{B6557C16-D6D6-4B71-81E6-ADCF6CEB19B7}"/>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6" name="Freeform 12">
              <a:extLst>
                <a:ext uri="{FF2B5EF4-FFF2-40B4-BE49-F238E27FC236}">
                  <a16:creationId xmlns:a16="http://schemas.microsoft.com/office/drawing/2014/main" id="{E187CACC-821A-4265-91F5-84823A98F3C5}"/>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13">
              <a:extLst>
                <a:ext uri="{FF2B5EF4-FFF2-40B4-BE49-F238E27FC236}">
                  <a16:creationId xmlns:a16="http://schemas.microsoft.com/office/drawing/2014/main" id="{31AAFBBA-1DE2-4D95-9B71-B343B1065043}"/>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D7679E8F-E1FF-41C4-93DF-F6A97D92D117}"/>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
        <p:nvSpPr>
          <p:cNvPr id="41" name="Title 1">
            <a:extLst>
              <a:ext uri="{FF2B5EF4-FFF2-40B4-BE49-F238E27FC236}">
                <a16:creationId xmlns:a16="http://schemas.microsoft.com/office/drawing/2014/main" id="{70F15D73-40F4-4F95-9E2A-7A67F615DB4A}"/>
              </a:ext>
            </a:extLst>
          </p:cNvPr>
          <p:cNvSpPr>
            <a:spLocks noGrp="1"/>
          </p:cNvSpPr>
          <p:nvPr>
            <p:ph type="ctrTitle"/>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4" name="Text Placeholder 4">
            <a:extLst>
              <a:ext uri="{FF2B5EF4-FFF2-40B4-BE49-F238E27FC236}">
                <a16:creationId xmlns:a16="http://schemas.microsoft.com/office/drawing/2014/main" id="{E65ED79E-D6FD-4D90-9073-C8776CB6AD10}"/>
              </a:ext>
            </a:extLst>
          </p:cNvPr>
          <p:cNvSpPr>
            <a:spLocks noGrp="1"/>
          </p:cNvSpPr>
          <p:nvPr>
            <p:ph type="body" sz="quarter" idx="10"/>
          </p:nvPr>
        </p:nvSpPr>
        <p:spPr>
          <a:xfrm>
            <a:off x="457201" y="6365848"/>
            <a:ext cx="4490721" cy="273050"/>
          </a:xfrm>
          <a:prstGeom prst="rect">
            <a:avLst/>
          </a:prstGeom>
        </p:spPr>
        <p:txBody>
          <a:bodyPr anchor="t">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3820144967"/>
      </p:ext>
    </p:extLst>
  </p:cSld>
  <p:clrMapOvr>
    <a:masterClrMapping/>
  </p:clrMapOvr>
  <p:transition>
    <p:fade/>
  </p:transition>
  <p:hf sldNum="0"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3296" y="1724001"/>
            <a:ext cx="11271504" cy="1592403"/>
          </a:xfrm>
          <a:prstGeom prst="rect">
            <a:avLst/>
          </a:prstGeom>
        </p:spPr>
        <p:txBody>
          <a:bodyPr anchor="b"/>
          <a:lstStyle>
            <a:lvl1pPr>
              <a:lnSpc>
                <a:spcPct val="95000"/>
              </a:lnSpc>
              <a:defRPr sz="3600" b="1">
                <a:solidFill>
                  <a:schemeClr val="tx1"/>
                </a:solidFill>
                <a:latin typeface="+mj-lt"/>
                <a:ea typeface="Open Sans" panose="020B0606030504020204" pitchFamily="34" charset="0"/>
                <a:cs typeface="Calibri" panose="020F050202020403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3296" y="3471532"/>
            <a:ext cx="11271504" cy="1566532"/>
          </a:xfrm>
        </p:spPr>
        <p:txBody>
          <a:bodyPr lIns="0" tIns="0" rIns="0" bIns="0">
            <a:noAutofit/>
          </a:bodyPr>
          <a:lstStyle>
            <a:lvl1pPr marL="0" indent="0">
              <a:lnSpc>
                <a:spcPct val="95000"/>
              </a:lnSpc>
              <a:spcAft>
                <a:spcPts val="0"/>
              </a:spcAft>
              <a:buNone/>
              <a:defRPr sz="3600">
                <a:solidFill>
                  <a:schemeClr val="tx1"/>
                </a:solidFill>
                <a:latin typeface="+mn-lt"/>
                <a:cs typeface="Calibri" panose="020F050202020403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152848987"/>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1" y="1726936"/>
            <a:ext cx="11264900"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1" y="3474720"/>
            <a:ext cx="11264900" cy="1566532"/>
          </a:xfrm>
        </p:spPr>
        <p:txBody>
          <a:bodyPr lIns="0" tIns="0" rIns="0" bIns="0">
            <a:noAutofit/>
          </a:bodyPr>
          <a:lstStyle>
            <a:lvl1pPr marL="0" indent="0">
              <a:lnSpc>
                <a:spcPct val="95000"/>
              </a:lnSpc>
              <a:spcAft>
                <a:spcPts val="0"/>
              </a:spcAft>
              <a:buNone/>
              <a:defRPr sz="360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8" name="Copyright">
            <a:extLst>
              <a:ext uri="{FF2B5EF4-FFF2-40B4-BE49-F238E27FC236}">
                <a16:creationId xmlns:a16="http://schemas.microsoft.com/office/drawing/2014/main" id="{CA24B28E-5B13-4779-8D72-C52A20B99FE7}"/>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3" name="CaseCode">
            <a:extLst>
              <a:ext uri="{FF2B5EF4-FFF2-40B4-BE49-F238E27FC236}">
                <a16:creationId xmlns:a16="http://schemas.microsoft.com/office/drawing/2014/main" id="{D39A514A-409D-470C-AE9C-EFB16BDA8C83}"/>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Tree>
    <p:extLst>
      <p:ext uri="{BB962C8B-B14F-4D97-AF65-F5344CB8AC3E}">
        <p14:creationId xmlns:p14="http://schemas.microsoft.com/office/powerpoint/2010/main" val="4216639583"/>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1" y="1728217"/>
            <a:ext cx="11264900"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1" y="3474720"/>
            <a:ext cx="11264900" cy="1566532"/>
          </a:xfrm>
        </p:spPr>
        <p:txBody>
          <a:bodyPr lIns="0" tIns="0" rIns="0" bIns="0">
            <a:noAutofit/>
          </a:bodyPr>
          <a:lstStyle>
            <a:lvl1pPr marL="0" indent="0">
              <a:lnSpc>
                <a:spcPct val="95000"/>
              </a:lnSpc>
              <a:spcAft>
                <a:spcPts val="0"/>
              </a:spcAft>
              <a:buNone/>
              <a:defRPr sz="360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13" name="Copyright">
            <a:extLst>
              <a:ext uri="{FF2B5EF4-FFF2-40B4-BE49-F238E27FC236}">
                <a16:creationId xmlns:a16="http://schemas.microsoft.com/office/drawing/2014/main" id="{1DC4A35C-6E5F-4D1C-8973-1C29CBAF765E}"/>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4" name="CaseCode">
            <a:extLst>
              <a:ext uri="{FF2B5EF4-FFF2-40B4-BE49-F238E27FC236}">
                <a16:creationId xmlns:a16="http://schemas.microsoft.com/office/drawing/2014/main" id="{5B6818A1-3235-4413-9665-6D922B35C666}"/>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Tree>
    <p:extLst>
      <p:ext uri="{BB962C8B-B14F-4D97-AF65-F5344CB8AC3E}">
        <p14:creationId xmlns:p14="http://schemas.microsoft.com/office/powerpoint/2010/main" val="3281530149"/>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accent 1">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3296" y="1728217"/>
            <a:ext cx="11271504"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3296" y="3474720"/>
            <a:ext cx="11271504" cy="1566532"/>
          </a:xfrm>
        </p:spPr>
        <p:txBody>
          <a:bodyPr lIns="0" tIns="0" rIns="0" bIns="0">
            <a:noAutofit/>
          </a:bodyPr>
          <a:lstStyle>
            <a:lvl1pPr marL="0" indent="0">
              <a:lnSpc>
                <a:spcPct val="95000"/>
              </a:lnSpc>
              <a:spcAft>
                <a:spcPts val="0"/>
              </a:spcAft>
              <a:buNone/>
              <a:defRPr sz="360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610538705"/>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accent 2">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3296" y="1728217"/>
            <a:ext cx="11227056"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3296" y="3474720"/>
            <a:ext cx="11227056" cy="1566532"/>
          </a:xfrm>
        </p:spPr>
        <p:txBody>
          <a:bodyPr lIns="0" tIns="0" rIns="0" bIns="0">
            <a:noAutofit/>
          </a:bodyPr>
          <a:lstStyle>
            <a:lvl1pPr marL="0" indent="0">
              <a:lnSpc>
                <a:spcPct val="95000"/>
              </a:lnSpc>
              <a:spcAft>
                <a:spcPts val="0"/>
              </a:spcAft>
              <a:buNone/>
              <a:defRPr sz="360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10" name="Copyright">
            <a:extLst>
              <a:ext uri="{FF2B5EF4-FFF2-40B4-BE49-F238E27FC236}">
                <a16:creationId xmlns:a16="http://schemas.microsoft.com/office/drawing/2014/main" id="{484F29FA-0A46-4792-A45E-5DE1B223E09B}"/>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1" name="CaseCode">
            <a:extLst>
              <a:ext uri="{FF2B5EF4-FFF2-40B4-BE49-F238E27FC236}">
                <a16:creationId xmlns:a16="http://schemas.microsoft.com/office/drawing/2014/main" id="{12BDD3ED-029E-4AC9-80CA-D3A2FBE9A5AF}"/>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Tree>
    <p:extLst>
      <p:ext uri="{BB962C8B-B14F-4D97-AF65-F5344CB8AC3E}">
        <p14:creationId xmlns:p14="http://schemas.microsoft.com/office/powerpoint/2010/main" val="1535213658"/>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accent 3">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3296" y="1728217"/>
            <a:ext cx="11227056"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3296" y="3474720"/>
            <a:ext cx="11227056" cy="1566532"/>
          </a:xfrm>
        </p:spPr>
        <p:txBody>
          <a:bodyPr lIns="0" tIns="0" rIns="0" bIns="0">
            <a:noAutofit/>
          </a:bodyPr>
          <a:lstStyle>
            <a:lvl1pPr marL="0" indent="0">
              <a:lnSpc>
                <a:spcPct val="95000"/>
              </a:lnSpc>
              <a:spcAft>
                <a:spcPts val="0"/>
              </a:spcAft>
              <a:buNone/>
              <a:defRPr sz="360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7" name="Copyright">
            <a:extLst>
              <a:ext uri="{FF2B5EF4-FFF2-40B4-BE49-F238E27FC236}">
                <a16:creationId xmlns:a16="http://schemas.microsoft.com/office/drawing/2014/main" id="{EC93E963-CFD3-43A9-AE1B-F08B522B4130}"/>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8" name="CaseCode">
            <a:extLst>
              <a:ext uri="{FF2B5EF4-FFF2-40B4-BE49-F238E27FC236}">
                <a16:creationId xmlns:a16="http://schemas.microsoft.com/office/drawing/2014/main" id="{791BE9BD-85F6-497E-A8D6-CBFF87927B15}"/>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Tree>
    <p:extLst>
      <p:ext uri="{BB962C8B-B14F-4D97-AF65-F5344CB8AC3E}">
        <p14:creationId xmlns:p14="http://schemas.microsoft.com/office/powerpoint/2010/main" val="3347825079"/>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Key statement green accent 2">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63297" y="1714500"/>
            <a:ext cx="9323916" cy="4648200"/>
          </a:xfrm>
          <a:prstGeom prst="rect">
            <a:avLst/>
          </a:prstGeom>
        </p:spPr>
        <p:txBody>
          <a:bodyPr>
            <a:noAutofit/>
          </a:bodyPr>
          <a:lstStyle>
            <a:lvl1pPr>
              <a:spcBef>
                <a:spcPts val="3600"/>
              </a:spcBef>
              <a:defRPr sz="3600">
                <a:solidFill>
                  <a:schemeClr val="bg1"/>
                </a:solidFill>
              </a:defRPr>
            </a:lvl1pPr>
            <a:lvl2pPr marL="457189" indent="-45718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9" name="Copyright">
            <a:extLst>
              <a:ext uri="{FF2B5EF4-FFF2-40B4-BE49-F238E27FC236}">
                <a16:creationId xmlns:a16="http://schemas.microsoft.com/office/drawing/2014/main" id="{08E5BA7E-93C2-43A2-9267-44AEA65B95C5}"/>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0" name="CaseCode">
            <a:extLst>
              <a:ext uri="{FF2B5EF4-FFF2-40B4-BE49-F238E27FC236}">
                <a16:creationId xmlns:a16="http://schemas.microsoft.com/office/drawing/2014/main" id="{015C4658-A753-4EFC-B4C9-8CC1413F742B}"/>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Tree>
    <p:extLst>
      <p:ext uri="{BB962C8B-B14F-4D97-AF65-F5344CB8AC3E}">
        <p14:creationId xmlns:p14="http://schemas.microsoft.com/office/powerpoint/2010/main" val="676493906"/>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Key statement Green Accent 4">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63296" y="1714500"/>
            <a:ext cx="9341104" cy="4648200"/>
          </a:xfrm>
          <a:prstGeom prst="rect">
            <a:avLst/>
          </a:prstGeom>
        </p:spPr>
        <p:txBody>
          <a:bodyPr>
            <a:noAutofit/>
          </a:bodyPr>
          <a:lstStyle>
            <a:lvl1pPr>
              <a:spcBef>
                <a:spcPts val="3600"/>
              </a:spcBef>
              <a:defRPr sz="3600">
                <a:solidFill>
                  <a:schemeClr val="bg1"/>
                </a:solidFill>
              </a:defRPr>
            </a:lvl1pPr>
            <a:lvl2pPr marL="457189" indent="-45718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9" name="Copyright">
            <a:extLst>
              <a:ext uri="{FF2B5EF4-FFF2-40B4-BE49-F238E27FC236}">
                <a16:creationId xmlns:a16="http://schemas.microsoft.com/office/drawing/2014/main" id="{42B478C9-B5DA-40CF-85B5-B8255333DF59}"/>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0" name="CaseCode">
            <a:extLst>
              <a:ext uri="{FF2B5EF4-FFF2-40B4-BE49-F238E27FC236}">
                <a16:creationId xmlns:a16="http://schemas.microsoft.com/office/drawing/2014/main" id="{13465439-7954-4F6D-A5BA-2445764B064C}"/>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Tree>
    <p:extLst>
      <p:ext uri="{BB962C8B-B14F-4D97-AF65-F5344CB8AC3E}">
        <p14:creationId xmlns:p14="http://schemas.microsoft.com/office/powerpoint/2010/main" val="690506227"/>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63296" y="1719073"/>
            <a:ext cx="9341104" cy="4643628"/>
          </a:xfrm>
          <a:prstGeom prst="rect">
            <a:avLst/>
          </a:prstGeom>
        </p:spPr>
        <p:txBody>
          <a:bodyPr>
            <a:noAutofit/>
          </a:bodyPr>
          <a:lstStyle>
            <a:lvl1pPr>
              <a:spcBef>
                <a:spcPts val="3600"/>
              </a:spcBef>
              <a:defRPr sz="3600">
                <a:solidFill>
                  <a:schemeClr val="bg1"/>
                </a:solidFill>
              </a:defRPr>
            </a:lvl1pPr>
            <a:lvl2pPr marL="457189" indent="-45718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9" name="Copyright">
            <a:extLst>
              <a:ext uri="{FF2B5EF4-FFF2-40B4-BE49-F238E27FC236}">
                <a16:creationId xmlns:a16="http://schemas.microsoft.com/office/drawing/2014/main" id="{D9D178A5-CCC4-4A46-8C47-9A140D4A5CA1}"/>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0" name="CaseCode">
            <a:extLst>
              <a:ext uri="{FF2B5EF4-FFF2-40B4-BE49-F238E27FC236}">
                <a16:creationId xmlns:a16="http://schemas.microsoft.com/office/drawing/2014/main" id="{70B3F7DA-818B-4D8B-B857-2D625878F36E}"/>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Tree>
    <p:extLst>
      <p:ext uri="{BB962C8B-B14F-4D97-AF65-F5344CB8AC3E}">
        <p14:creationId xmlns:p14="http://schemas.microsoft.com/office/powerpoint/2010/main" val="1584542828"/>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63296" y="1719073"/>
            <a:ext cx="9341104" cy="4643628"/>
          </a:xfrm>
          <a:prstGeom prst="rect">
            <a:avLst/>
          </a:prstGeom>
        </p:spPr>
        <p:txBody>
          <a:bodyPr>
            <a:noAutofit/>
          </a:bodyPr>
          <a:lstStyle>
            <a:lvl1pPr>
              <a:spcBef>
                <a:spcPts val="3600"/>
              </a:spcBef>
              <a:defRPr sz="3600">
                <a:solidFill>
                  <a:schemeClr val="bg1"/>
                </a:solidFill>
              </a:defRPr>
            </a:lvl1pPr>
            <a:lvl2pPr marL="457189" indent="-45718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9" name="Copyright">
            <a:extLst>
              <a:ext uri="{FF2B5EF4-FFF2-40B4-BE49-F238E27FC236}">
                <a16:creationId xmlns:a16="http://schemas.microsoft.com/office/drawing/2014/main" id="{8A445E98-0101-4641-B761-F6EC62A4C1F9}"/>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0" name="CaseCode">
            <a:extLst>
              <a:ext uri="{FF2B5EF4-FFF2-40B4-BE49-F238E27FC236}">
                <a16:creationId xmlns:a16="http://schemas.microsoft.com/office/drawing/2014/main" id="{8E6546D8-000E-40B0-BE69-23BCCEC818E9}"/>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Tree>
    <p:extLst>
      <p:ext uri="{BB962C8B-B14F-4D97-AF65-F5344CB8AC3E}">
        <p14:creationId xmlns:p14="http://schemas.microsoft.com/office/powerpoint/2010/main" val="119141849"/>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75488" y="1719072"/>
            <a:ext cx="9328912" cy="4643628"/>
          </a:xfrm>
          <a:prstGeom prst="rect">
            <a:avLst/>
          </a:prstGeom>
        </p:spPr>
        <p:txBody>
          <a:bodyPr>
            <a:noAutofit/>
          </a:bodyPr>
          <a:lstStyle>
            <a:lvl1pPr marL="0" indent="0" algn="l">
              <a:spcBef>
                <a:spcPts val="2700"/>
              </a:spcBef>
              <a:buFontTx/>
              <a:buNone/>
              <a:defRPr sz="3600">
                <a:solidFill>
                  <a:schemeClr val="tx1"/>
                </a:solidFill>
              </a:defRPr>
            </a:lvl1pPr>
            <a:lvl2pPr marL="342900" indent="-342900">
              <a:defRPr sz="2250">
                <a:solidFill>
                  <a:schemeClr val="bg2"/>
                </a:solidFill>
              </a:defRPr>
            </a:lvl2pPr>
            <a:lvl3pPr>
              <a:defRPr sz="2250">
                <a:solidFill>
                  <a:schemeClr val="bg2"/>
                </a:solidFill>
              </a:defRPr>
            </a:lvl3pPr>
            <a:lvl4pPr>
              <a:defRPr sz="2250">
                <a:solidFill>
                  <a:schemeClr val="bg2"/>
                </a:solidFill>
              </a:defRPr>
            </a:lvl4pPr>
            <a:lvl5pPr>
              <a:defRPr sz="225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417702397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3296" y="1714500"/>
            <a:ext cx="11277600" cy="4648200"/>
          </a:xfrm>
          <a:prstGeom prst="rect">
            <a:avLst/>
          </a:prstGeom>
        </p:spPr>
        <p:txBody>
          <a:bodyPr vert="horz" lIns="0" tIns="0" rIns="0" bIns="0" rtlCol="0">
            <a:noAutofit/>
          </a:bodyPr>
          <a:lstStyle>
            <a:lvl1pPr marL="0" indent="0" algn="l">
              <a:buFontTx/>
              <a:buNone/>
              <a:defRPr sz="1200">
                <a:latin typeface="+mn-lt"/>
              </a:defRPr>
            </a:lvl1pPr>
            <a:lvl2pPr marL="104775" indent="-104775" algn="l">
              <a:buClrTx/>
              <a:buSzPct val="100000"/>
              <a:buFont typeface="Arial" panose="020B0604020202020204" pitchFamily="34" charset="0"/>
              <a:buChar char="•"/>
              <a:defRPr sz="1200">
                <a:latin typeface="+mj-lt"/>
              </a:defRPr>
            </a:lvl2pPr>
            <a:lvl3pPr marL="228600" indent="-104775" algn="l">
              <a:buClrTx/>
              <a:buSzPct val="100000"/>
              <a:buFont typeface="Arial" panose="020B0604020202020204" pitchFamily="34" charset="0"/>
              <a:buChar char="−"/>
              <a:defRPr sz="1200">
                <a:latin typeface="+mn-lt"/>
              </a:defRPr>
            </a:lvl3pPr>
            <a:lvl4pPr marL="352425" indent="-104775" algn="l">
              <a:buClrTx/>
              <a:buSzPct val="100000"/>
              <a:buFont typeface="Arial" panose="020B0604020202020204" pitchFamily="34" charset="0"/>
              <a:buChar char="◦"/>
              <a:defRPr sz="1200">
                <a:latin typeface="+mn-lt"/>
              </a:defRPr>
            </a:lvl4pPr>
            <a:lvl5pPr marL="476250" indent="-104775" algn="l">
              <a:buClrTx/>
              <a:buSzPct val="100000"/>
              <a:buFont typeface="Arial" panose="020B0604020202020204" pitchFamily="34" charset="0"/>
              <a:buChar char="−"/>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463296" y="347473"/>
            <a:ext cx="11277600" cy="698501"/>
          </a:xfrm>
          <a:prstGeom prst="rect">
            <a:avLst/>
          </a:prstGeom>
        </p:spPr>
        <p:txBody>
          <a:bodyPr vert="horz" lIns="0" tIns="0" rIns="0" bIns="0" rtlCol="0" anchor="t" anchorCtr="0">
            <a:noAutofit/>
          </a:bodyPr>
          <a:lstStyle>
            <a:lvl1pPr>
              <a:defRPr sz="2100"/>
            </a:lvl1pPr>
          </a:lstStyle>
          <a:p>
            <a:r>
              <a:rPr lang="en-US"/>
              <a:t>Click to add title</a:t>
            </a:r>
          </a:p>
        </p:txBody>
      </p:sp>
    </p:spTree>
    <p:extLst>
      <p:ext uri="{BB962C8B-B14F-4D97-AF65-F5344CB8AC3E}">
        <p14:creationId xmlns:p14="http://schemas.microsoft.com/office/powerpoint/2010/main" val="4102653310"/>
      </p:ext>
    </p:extLst>
  </p:cSld>
  <p:clrMapOvr>
    <a:masterClrMapping/>
  </p:clrMapOvr>
  <p:transition>
    <p:fade/>
  </p:transition>
  <p:hf sldNum="0"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3296" y="1714500"/>
            <a:ext cx="9341104" cy="4648200"/>
          </a:xfrm>
          <a:prstGeom prst="rect">
            <a:avLst/>
          </a:prstGeom>
        </p:spPr>
        <p:txBody>
          <a:bodyPr>
            <a:noAutofit/>
          </a:bodyPr>
          <a:lstStyle>
            <a:lvl1pPr marL="0" indent="0" algn="l">
              <a:buFontTx/>
              <a:buNone/>
              <a:tabLst>
                <a:tab pos="5047060" algn="r"/>
              </a:tabLst>
              <a:defRPr sz="1200">
                <a:latin typeface="+mn-lt"/>
              </a:defRPr>
            </a:lvl1pPr>
            <a:lvl2pPr marL="104775" indent="-104775" algn="l">
              <a:buClrTx/>
              <a:buSzPct val="100000"/>
              <a:buFont typeface="Arial" panose="020B0604020202020204" pitchFamily="34" charset="0"/>
              <a:buChar char="•"/>
              <a:tabLst>
                <a:tab pos="5047060" algn="r"/>
              </a:tabLst>
              <a:defRPr sz="1200">
                <a:latin typeface="+mj-lt"/>
              </a:defRPr>
            </a:lvl2pPr>
            <a:lvl3pPr marL="228600" indent="-104775" algn="l">
              <a:buClrTx/>
              <a:buSzPct val="100000"/>
              <a:buFont typeface="Arial" panose="020B0604020202020204" pitchFamily="34" charset="0"/>
              <a:buChar char="−"/>
              <a:tabLst>
                <a:tab pos="5047060" algn="r"/>
              </a:tabLst>
              <a:defRPr sz="1200">
                <a:latin typeface="+mn-lt"/>
              </a:defRPr>
            </a:lvl3pPr>
            <a:lvl4pPr marL="352425" indent="-104775" algn="l">
              <a:buClrTx/>
              <a:buSzPct val="100000"/>
              <a:buFont typeface="Arial" panose="020B0604020202020204" pitchFamily="34" charset="0"/>
              <a:buChar char="◦"/>
              <a:tabLst>
                <a:tab pos="5047060" algn="r"/>
              </a:tabLst>
              <a:defRPr sz="1200">
                <a:latin typeface="+mn-lt"/>
              </a:defRPr>
            </a:lvl4pPr>
            <a:lvl5pPr marL="476250" indent="-104775" algn="l">
              <a:buClrTx/>
              <a:buSzPct val="100000"/>
              <a:buFont typeface="Arial" panose="020B0604020202020204" pitchFamily="34" charset="0"/>
              <a:buChar char="−"/>
              <a:tabLst>
                <a:tab pos="3771900" algn="r"/>
              </a:tabLst>
              <a:defRPr sz="1200" baseline="0">
                <a:latin typeface="+mn-lt"/>
              </a:defRPr>
            </a:lvl5pPr>
            <a:lvl6pPr>
              <a:tabLst>
                <a:tab pos="5047060" algn="r"/>
              </a:tabLst>
              <a:defRPr/>
            </a:lvl6pPr>
            <a:lvl7pPr>
              <a:tabLst>
                <a:tab pos="5047060" algn="r"/>
              </a:tabLst>
              <a:defRPr/>
            </a:lvl7pPr>
            <a:lvl8pPr>
              <a:tabLst>
                <a:tab pos="5047060" algn="r"/>
              </a:tabLst>
              <a:defRPr/>
            </a:lvl8pPr>
            <a:lvl9pPr>
              <a:tabLst>
                <a:tab pos="5047060"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463296" y="347473"/>
            <a:ext cx="11180232" cy="698501"/>
          </a:xfrm>
          <a:prstGeom prst="rect">
            <a:avLst/>
          </a:prstGeom>
        </p:spPr>
        <p:txBody>
          <a:bodyPr vert="horz" lIns="0" tIns="0" rIns="0" bIns="0" rtlCol="0" anchor="t" anchorCtr="0">
            <a:noAutofit/>
          </a:bodyPr>
          <a:lstStyle>
            <a:lvl1pPr>
              <a:defRPr sz="2100"/>
            </a:lvl1pPr>
          </a:lstStyle>
          <a:p>
            <a:r>
              <a:rPr lang="en-US"/>
              <a:t>Click to add title</a:t>
            </a:r>
          </a:p>
        </p:txBody>
      </p:sp>
    </p:spTree>
    <p:extLst>
      <p:ext uri="{BB962C8B-B14F-4D97-AF65-F5344CB8AC3E}">
        <p14:creationId xmlns:p14="http://schemas.microsoft.com/office/powerpoint/2010/main" val="2125738087"/>
      </p:ext>
    </p:extLst>
  </p:cSld>
  <p:clrMapOvr>
    <a:masterClrMapping/>
  </p:clrMapOvr>
  <p:transition>
    <p:fade/>
  </p:transition>
  <p:hf sldNum="0" hdr="0" dt="0"/>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933144" y="345584"/>
            <a:ext cx="2804160" cy="1027760"/>
          </a:xfrm>
        </p:spPr>
        <p:txBody>
          <a:bodyPr>
            <a:noAutofit/>
          </a:bodyPr>
          <a:lstStyle>
            <a:lvl1pPr>
              <a:spcBef>
                <a:spcPts val="139"/>
              </a:spcBef>
              <a:defRPr sz="800">
                <a:solidFill>
                  <a:schemeClr val="tx1"/>
                </a:solidFill>
              </a:defRPr>
            </a:lvl1pPr>
            <a:lvl2pPr>
              <a:defRPr sz="727">
                <a:solidFill>
                  <a:schemeClr val="tx2"/>
                </a:solidFill>
              </a:defRPr>
            </a:lvl2pPr>
            <a:lvl3pPr>
              <a:defRPr sz="727">
                <a:solidFill>
                  <a:schemeClr val="tx2"/>
                </a:solidFill>
              </a:defRPr>
            </a:lvl3pPr>
            <a:lvl4pPr>
              <a:defRPr sz="692">
                <a:solidFill>
                  <a:schemeClr val="tx2"/>
                </a:solidFill>
              </a:defRPr>
            </a:lvl4pPr>
            <a:lvl5pPr>
              <a:defRPr sz="692">
                <a:solidFill>
                  <a:schemeClr val="tx2"/>
                </a:solidFill>
              </a:defRPr>
            </a:lvl5pPr>
          </a:lstStyle>
          <a:p>
            <a:pPr lvl="0"/>
            <a:r>
              <a:rPr lang="en-US"/>
              <a:t>Click to edit Master text styles</a:t>
            </a:r>
          </a:p>
        </p:txBody>
      </p:sp>
      <p:sp>
        <p:nvSpPr>
          <p:cNvPr id="7" name="Text Placeholder 6"/>
          <p:cNvSpPr>
            <a:spLocks noGrp="1"/>
          </p:cNvSpPr>
          <p:nvPr>
            <p:ph type="body" sz="quarter" idx="11"/>
          </p:nvPr>
        </p:nvSpPr>
        <p:spPr>
          <a:xfrm>
            <a:off x="463296" y="1714500"/>
            <a:ext cx="3549904" cy="4648200"/>
          </a:xfrm>
        </p:spPr>
        <p:txBody>
          <a:bodyPr>
            <a:noAutofit/>
          </a:bodyPr>
          <a:lstStyle>
            <a:lvl1pPr>
              <a:spcBef>
                <a:spcPts val="0"/>
              </a:spcBef>
              <a:spcAft>
                <a:spcPts val="416"/>
              </a:spcAft>
              <a:defRPr sz="1200"/>
            </a:lvl1pPr>
            <a:lvl2pPr>
              <a:spcBef>
                <a:spcPts val="208"/>
              </a:spcBef>
              <a:defRPr/>
            </a:lvl2pPr>
            <a:lvl3pPr>
              <a:spcBef>
                <a:spcPts val="208"/>
              </a:spcBef>
              <a:defRPr/>
            </a:lvl3pPr>
            <a:lvl4pPr>
              <a:spcBef>
                <a:spcPts val="208"/>
              </a:spcBef>
              <a:defRPr/>
            </a:lvl4pPr>
            <a:lvl5pPr>
              <a:spcBef>
                <a:spcPts val="208"/>
              </a:spcBef>
              <a:defRPr/>
            </a:lvl5pPr>
          </a:lstStyle>
          <a:p>
            <a:pPr lvl="0"/>
            <a:r>
              <a:rPr lang="en-US"/>
              <a:t>Click to edit Master text styles</a:t>
            </a:r>
          </a:p>
        </p:txBody>
      </p:sp>
      <p:sp>
        <p:nvSpPr>
          <p:cNvPr id="9" name="Text Placeholder 8"/>
          <p:cNvSpPr>
            <a:spLocks noGrp="1"/>
          </p:cNvSpPr>
          <p:nvPr>
            <p:ph type="body" sz="quarter" idx="12"/>
          </p:nvPr>
        </p:nvSpPr>
        <p:spPr>
          <a:xfrm>
            <a:off x="4318000" y="1719073"/>
            <a:ext cx="7416801" cy="4643628"/>
          </a:xfrm>
        </p:spPr>
        <p:txBody>
          <a:bodyPr>
            <a:noAutofit/>
          </a:bodyPr>
          <a:lstStyle>
            <a:lvl1pPr marL="0" indent="0" algn="l">
              <a:spcBef>
                <a:spcPts val="1247"/>
              </a:spcBef>
              <a:buFontTx/>
              <a:buNone/>
              <a:defRPr sz="1200"/>
            </a:lvl1pPr>
            <a:lvl2pPr marL="104775" indent="-104775" algn="l">
              <a:buClrTx/>
              <a:buSzPct val="100000"/>
              <a:buFont typeface="Arial" panose="020B0604020202020204" pitchFamily="34" charset="0"/>
              <a:buChar char="•"/>
              <a:defRPr sz="1200"/>
            </a:lvl2pPr>
            <a:lvl3pPr marL="228600" indent="-104775" algn="l">
              <a:buClrTx/>
              <a:buSzPct val="100000"/>
              <a:buFont typeface="Arial" panose="020B0604020202020204" pitchFamily="34" charset="0"/>
              <a:buChar char="−"/>
              <a:defRPr sz="1200"/>
            </a:lvl3pPr>
            <a:lvl4pPr marL="352425" indent="-104775" algn="l">
              <a:buClrTx/>
              <a:buSzPct val="100000"/>
              <a:buFont typeface="Arial" panose="020B0604020202020204" pitchFamily="34" charset="0"/>
              <a:buChar char="◦"/>
              <a:defRPr sz="1200"/>
            </a:lvl4pPr>
            <a:lvl5pPr marL="476250" indent="-104775" algn="l">
              <a:buClrTx/>
              <a:buSzPct val="10000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grpSp>
        <p:nvGrpSpPr>
          <p:cNvPr id="16" name="Group 15">
            <a:extLst>
              <a:ext uri="{FF2B5EF4-FFF2-40B4-BE49-F238E27FC236}">
                <a16:creationId xmlns:a16="http://schemas.microsoft.com/office/drawing/2014/main" id="{8D879EE2-D803-4CB2-AF00-F24E09224D10}"/>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17" name="Oval 5">
              <a:extLst>
                <a:ext uri="{FF2B5EF4-FFF2-40B4-BE49-F238E27FC236}">
                  <a16:creationId xmlns:a16="http://schemas.microsoft.com/office/drawing/2014/main" id="{D45CA835-378D-4289-9657-CD3C1D614351}"/>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8" name="Freeform 6">
              <a:extLst>
                <a:ext uri="{FF2B5EF4-FFF2-40B4-BE49-F238E27FC236}">
                  <a16:creationId xmlns:a16="http://schemas.microsoft.com/office/drawing/2014/main" id="{D3810899-A11C-413B-8CBC-D3CFBE3CD80B}"/>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9" name="Rectangle 7">
              <a:extLst>
                <a:ext uri="{FF2B5EF4-FFF2-40B4-BE49-F238E27FC236}">
                  <a16:creationId xmlns:a16="http://schemas.microsoft.com/office/drawing/2014/main" id="{A104677E-C9A9-43FD-9636-282AA4967CC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0" name="Freeform 8">
              <a:extLst>
                <a:ext uri="{FF2B5EF4-FFF2-40B4-BE49-F238E27FC236}">
                  <a16:creationId xmlns:a16="http://schemas.microsoft.com/office/drawing/2014/main" id="{33CAB285-FAC0-4F34-8146-267CBA1B5D98}"/>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1" name="Rectangle 9">
              <a:extLst>
                <a:ext uri="{FF2B5EF4-FFF2-40B4-BE49-F238E27FC236}">
                  <a16:creationId xmlns:a16="http://schemas.microsoft.com/office/drawing/2014/main" id="{16082ED9-88C5-4736-942C-C7E3CCCA1BEA}"/>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2" name="Rectangle 10">
              <a:extLst>
                <a:ext uri="{FF2B5EF4-FFF2-40B4-BE49-F238E27FC236}">
                  <a16:creationId xmlns:a16="http://schemas.microsoft.com/office/drawing/2014/main" id="{E1E6C516-6C1B-4A02-BB05-4F831D78ECF5}"/>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3" name="Freeform 11">
              <a:extLst>
                <a:ext uri="{FF2B5EF4-FFF2-40B4-BE49-F238E27FC236}">
                  <a16:creationId xmlns:a16="http://schemas.microsoft.com/office/drawing/2014/main" id="{DA6EFC15-17CF-407E-9776-DF518801DEE6}"/>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4" name="Freeform 12">
              <a:extLst>
                <a:ext uri="{FF2B5EF4-FFF2-40B4-BE49-F238E27FC236}">
                  <a16:creationId xmlns:a16="http://schemas.microsoft.com/office/drawing/2014/main" id="{032EBC75-0AB2-4438-90A3-70694DE0F425}"/>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5" name="Freeform 13">
              <a:extLst>
                <a:ext uri="{FF2B5EF4-FFF2-40B4-BE49-F238E27FC236}">
                  <a16:creationId xmlns:a16="http://schemas.microsoft.com/office/drawing/2014/main" id="{FC22A38A-F53A-4006-98CB-F2CD2E27610D}"/>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6" name="Freeform 14">
              <a:extLst>
                <a:ext uri="{FF2B5EF4-FFF2-40B4-BE49-F238E27FC236}">
                  <a16:creationId xmlns:a16="http://schemas.microsoft.com/office/drawing/2014/main" id="{69265903-DE87-4699-A08F-FA3C1B52FB39}"/>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Tree>
    <p:extLst>
      <p:ext uri="{BB962C8B-B14F-4D97-AF65-F5344CB8AC3E}">
        <p14:creationId xmlns:p14="http://schemas.microsoft.com/office/powerpoint/2010/main" val="423916798"/>
      </p:ext>
    </p:extLst>
  </p:cSld>
  <p:clrMapOvr>
    <a:masterClrMapping/>
  </p:clrMapOvr>
  <p:transition>
    <p:fade/>
  </p:transition>
  <p:hf sldNum="0"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63295" y="347472"/>
            <a:ext cx="11228832" cy="698500"/>
          </a:xfrm>
          <a:prstGeom prst="rect">
            <a:avLst/>
          </a:prstGeom>
        </p:spPr>
        <p:txBody>
          <a:bodyPr vert="horz" lIns="0" tIns="0" rIns="0" bIns="0" rtlCol="0" anchor="t" anchorCtr="0">
            <a:noAutofit/>
          </a:bodyPr>
          <a:lstStyle>
            <a:lvl1pPr>
              <a:defRPr sz="2100"/>
            </a:lvl1pPr>
          </a:lstStyle>
          <a:p>
            <a:r>
              <a:rPr lang="en-US" noProof="0"/>
              <a:t>Click to add title</a:t>
            </a:r>
          </a:p>
        </p:txBody>
      </p:sp>
      <p:sp>
        <p:nvSpPr>
          <p:cNvPr id="5" name="Picture Placeholder 9"/>
          <p:cNvSpPr>
            <a:spLocks noGrp="1"/>
          </p:cNvSpPr>
          <p:nvPr>
            <p:ph type="pic" sz="quarter" idx="15"/>
          </p:nvPr>
        </p:nvSpPr>
        <p:spPr>
          <a:xfrm>
            <a:off x="5450351" y="1714500"/>
            <a:ext cx="6240000" cy="4648200"/>
          </a:xfrm>
        </p:spPr>
        <p:txBody>
          <a:bodyPr>
            <a:noAutofit/>
          </a:bodyPr>
          <a:lstStyle>
            <a:lvl1pPr>
              <a:defRPr sz="1200"/>
            </a:lvl1pPr>
          </a:lstStyle>
          <a:p>
            <a:r>
              <a:rPr lang="en-US" noProof="0"/>
              <a:t>Click icon to add picture</a:t>
            </a:r>
          </a:p>
        </p:txBody>
      </p:sp>
      <p:sp>
        <p:nvSpPr>
          <p:cNvPr id="6" name="Content Placeholder 3"/>
          <p:cNvSpPr>
            <a:spLocks noGrp="1"/>
          </p:cNvSpPr>
          <p:nvPr>
            <p:ph sz="quarter" idx="10"/>
          </p:nvPr>
        </p:nvSpPr>
        <p:spPr>
          <a:xfrm>
            <a:off x="463296" y="1714500"/>
            <a:ext cx="4413504" cy="4648200"/>
          </a:xfrm>
          <a:prstGeom prst="rect">
            <a:avLst/>
          </a:prstGeom>
        </p:spPr>
        <p:txBody>
          <a:bodyPr>
            <a:noAutofit/>
          </a:bodyPr>
          <a:lstStyle>
            <a:lvl1pPr marL="0" indent="0" algn="l">
              <a:buFontTx/>
              <a:buNone/>
              <a:tabLst>
                <a:tab pos="3771900" algn="r"/>
              </a:tabLst>
              <a:defRPr sz="1200">
                <a:latin typeface="+mn-lt"/>
              </a:defRPr>
            </a:lvl1pPr>
            <a:lvl2pPr marL="104775" indent="-104775" algn="l">
              <a:buClrTx/>
              <a:buSzPct val="100000"/>
              <a:buFont typeface="Arial" panose="020B0604020202020204" pitchFamily="34" charset="0"/>
              <a:buChar char="•"/>
              <a:tabLst>
                <a:tab pos="3771900" algn="r"/>
              </a:tabLst>
              <a:defRPr sz="1200">
                <a:latin typeface="+mj-lt"/>
              </a:defRPr>
            </a:lvl2pPr>
            <a:lvl3pPr marL="228600" indent="-104775" algn="l">
              <a:buClrTx/>
              <a:buSzPct val="100000"/>
              <a:buFont typeface="Arial" panose="020B0604020202020204" pitchFamily="34" charset="0"/>
              <a:buChar char="−"/>
              <a:tabLst>
                <a:tab pos="3771900" algn="r"/>
              </a:tabLst>
              <a:defRPr sz="1200">
                <a:latin typeface="+mn-lt"/>
              </a:defRPr>
            </a:lvl3pPr>
            <a:lvl4pPr marL="352425" indent="-104775" algn="l">
              <a:buClrTx/>
              <a:buSzPct val="100000"/>
              <a:buFont typeface="Arial" panose="020B0604020202020204" pitchFamily="34" charset="0"/>
              <a:buChar char="◦"/>
              <a:tabLst>
                <a:tab pos="3771900" algn="r"/>
              </a:tabLst>
              <a:defRPr sz="1200">
                <a:latin typeface="+mn-lt"/>
              </a:defRPr>
            </a:lvl4pPr>
            <a:lvl5pPr marL="476250" indent="-104775" algn="l">
              <a:buClrTx/>
              <a:buSzPct val="100000"/>
              <a:buFont typeface="Arial" panose="020B0604020202020204" pitchFamily="34" charset="0"/>
              <a:buChar char="−"/>
              <a:tabLst>
                <a:tab pos="3771900" algn="r"/>
              </a:tabLst>
              <a:defRPr sz="1200"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99197722"/>
      </p:ext>
    </p:extLst>
  </p:cSld>
  <p:clrMapOvr>
    <a:masterClrMapping/>
  </p:clrMapOvr>
  <p:transition>
    <p:fade/>
  </p:transition>
  <p:hf sldNum="0"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3296" y="1719072"/>
            <a:ext cx="5480304" cy="4643628"/>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248404" y="1719072"/>
            <a:ext cx="5486397" cy="4643628"/>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3483275753"/>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21" name="Text Placeholder 8">
            <a:extLst>
              <a:ext uri="{FF2B5EF4-FFF2-40B4-BE49-F238E27FC236}">
                <a16:creationId xmlns:a16="http://schemas.microsoft.com/office/drawing/2014/main" id="{59A021DD-F549-41C3-B366-CFCBDD85997E}"/>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22" name="Title Placeholder 1">
            <a:extLst>
              <a:ext uri="{FF2B5EF4-FFF2-40B4-BE49-F238E27FC236}">
                <a16:creationId xmlns:a16="http://schemas.microsoft.com/office/drawing/2014/main" id="{ECC1F342-3C5A-4884-B063-1F96DE727F31}"/>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p:nvPr>
        </p:nvSpPr>
        <p:spPr>
          <a:xfrm>
            <a:off x="463296" y="1719072"/>
            <a:ext cx="5480304" cy="4643628"/>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 name="Content Placeholder 3">
            <a:extLst>
              <a:ext uri="{FF2B5EF4-FFF2-40B4-BE49-F238E27FC236}">
                <a16:creationId xmlns:a16="http://schemas.microsoft.com/office/drawing/2014/main" id="{B2159D59-FAF6-4904-B82D-440C56566D86}"/>
              </a:ext>
            </a:extLst>
          </p:cNvPr>
          <p:cNvSpPr>
            <a:spLocks noGrp="1"/>
          </p:cNvSpPr>
          <p:nvPr>
            <p:ph sz="quarter" idx="14"/>
          </p:nvPr>
        </p:nvSpPr>
        <p:spPr>
          <a:xfrm>
            <a:off x="6260591" y="1714500"/>
            <a:ext cx="5480304" cy="4643628"/>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564829341"/>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457201" y="685801"/>
            <a:ext cx="11277599" cy="1027633"/>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7" name="Chart Placeholder 3"/>
          <p:cNvSpPr>
            <a:spLocks noGrp="1"/>
          </p:cNvSpPr>
          <p:nvPr>
            <p:ph type="chart" sz="quarter" idx="15"/>
          </p:nvPr>
        </p:nvSpPr>
        <p:spPr>
          <a:xfrm>
            <a:off x="463296" y="2078281"/>
            <a:ext cx="11271504" cy="4042735"/>
          </a:xfrm>
          <a:prstGeom prst="rect">
            <a:avLst/>
          </a:prstGeom>
        </p:spPr>
        <p:txBody>
          <a:bodyPr>
            <a:noAutofit/>
          </a:bodyPr>
          <a:lstStyle>
            <a:lvl1pPr>
              <a:defRPr sz="1200"/>
            </a:lvl1pPr>
          </a:lstStyle>
          <a:p>
            <a:r>
              <a:rPr lang="en-US"/>
              <a:t>Click icon to add chart</a:t>
            </a:r>
            <a:endParaRPr lang="en-GB"/>
          </a:p>
        </p:txBody>
      </p:sp>
      <p:sp>
        <p:nvSpPr>
          <p:cNvPr id="18" name="Text Placeholder 8"/>
          <p:cNvSpPr>
            <a:spLocks noGrp="1"/>
          </p:cNvSpPr>
          <p:nvPr>
            <p:ph type="body" sz="quarter" idx="18"/>
          </p:nvPr>
        </p:nvSpPr>
        <p:spPr>
          <a:xfrm>
            <a:off x="463296" y="1717263"/>
            <a:ext cx="11271504" cy="357187"/>
          </a:xfrm>
        </p:spPr>
        <p:txBody>
          <a:bodyPr>
            <a:noAutofit/>
          </a:bodyPr>
          <a:lstStyle>
            <a:lvl1pPr>
              <a:defRPr sz="1200"/>
            </a:lvl1pPr>
          </a:lstStyle>
          <a:p>
            <a:pPr lvl="0"/>
            <a:r>
              <a:rPr lang="en-US" noProof="0"/>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463294" y="350300"/>
            <a:ext cx="11265412" cy="335500"/>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8" name="Text Placeholder 7">
            <a:extLst>
              <a:ext uri="{FF2B5EF4-FFF2-40B4-BE49-F238E27FC236}">
                <a16:creationId xmlns:a16="http://schemas.microsoft.com/office/drawing/2014/main" id="{4B6E095B-6E26-41E6-AFC8-FF16F0C3C866}"/>
              </a:ext>
            </a:extLst>
          </p:cNvPr>
          <p:cNvSpPr>
            <a:spLocks noGrp="1"/>
          </p:cNvSpPr>
          <p:nvPr>
            <p:ph type="body" sz="quarter" idx="23"/>
          </p:nvPr>
        </p:nvSpPr>
        <p:spPr>
          <a:xfrm>
            <a:off x="457201" y="6121016"/>
            <a:ext cx="11277599" cy="241685"/>
          </a:xfrm>
        </p:spPr>
        <p:txBody>
          <a:bodyPr>
            <a:noAutofit/>
          </a:bodyPr>
          <a:lstStyle>
            <a:lvl1pPr>
              <a:spcAft>
                <a:spcPts val="0"/>
              </a:spcAft>
              <a:defRPr sz="900"/>
            </a:lvl1pPr>
          </a:lstStyle>
          <a:p>
            <a:pPr lvl="0"/>
            <a:r>
              <a:rPr lang="en-US"/>
              <a:t>Click to edit Master text styles</a:t>
            </a:r>
          </a:p>
        </p:txBody>
      </p:sp>
    </p:spTree>
    <p:extLst>
      <p:ext uri="{BB962C8B-B14F-4D97-AF65-F5344CB8AC3E}">
        <p14:creationId xmlns:p14="http://schemas.microsoft.com/office/powerpoint/2010/main" val="1150509989"/>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56871" y="2137713"/>
            <a:ext cx="5480304" cy="3983302"/>
          </a:xfrm>
        </p:spPr>
        <p:txBody>
          <a:bodyPr>
            <a:noAutofit/>
          </a:bodyPr>
          <a:lstStyle>
            <a:lvl1pPr>
              <a:defRPr sz="1200"/>
            </a:lvl1pPr>
          </a:lstStyle>
          <a:p>
            <a:r>
              <a:rPr lang="en-US" noProof="0"/>
              <a:t>Click icon to add chart</a:t>
            </a:r>
          </a:p>
        </p:txBody>
      </p:sp>
      <p:sp>
        <p:nvSpPr>
          <p:cNvPr id="6" name="Text Placeholder 5"/>
          <p:cNvSpPr>
            <a:spLocks noGrp="1"/>
          </p:cNvSpPr>
          <p:nvPr>
            <p:ph type="body" sz="quarter" idx="22"/>
          </p:nvPr>
        </p:nvSpPr>
        <p:spPr>
          <a:xfrm>
            <a:off x="6256871" y="1719074"/>
            <a:ext cx="5480304" cy="405940"/>
          </a:xfrm>
        </p:spPr>
        <p:txBody>
          <a:bodyPr>
            <a:noAutofit/>
          </a:bodyPr>
          <a:lstStyle>
            <a:lvl1pPr>
              <a:defRPr sz="1200"/>
            </a:lvl1pPr>
          </a:lstStyle>
          <a:p>
            <a:pPr lvl="0"/>
            <a:r>
              <a:rPr lang="en-US" noProof="0"/>
              <a:t>Click to edit Master text styles</a:t>
            </a:r>
          </a:p>
        </p:txBody>
      </p:sp>
      <p:sp>
        <p:nvSpPr>
          <p:cNvPr id="15" name="Text Placeholder 7"/>
          <p:cNvSpPr>
            <a:spLocks noGrp="1"/>
          </p:cNvSpPr>
          <p:nvPr>
            <p:ph type="body" sz="quarter" idx="23"/>
          </p:nvPr>
        </p:nvSpPr>
        <p:spPr>
          <a:xfrm>
            <a:off x="463297" y="6121016"/>
            <a:ext cx="11273879" cy="241685"/>
          </a:xfrm>
        </p:spPr>
        <p:txBody>
          <a:bodyPr>
            <a:noAutofit/>
          </a:bodyPr>
          <a:lstStyle>
            <a:lvl1pPr>
              <a:spcAft>
                <a:spcPts val="0"/>
              </a:spcAft>
              <a:defRPr sz="800"/>
            </a:lvl1pPr>
          </a:lstStyle>
          <a:p>
            <a:pPr lvl="0"/>
            <a:r>
              <a:rPr lang="en-US"/>
              <a:t>Click to edit Master text styles</a:t>
            </a:r>
          </a:p>
        </p:txBody>
      </p:sp>
      <p:sp>
        <p:nvSpPr>
          <p:cNvPr id="10" name="Text Placeholder 8">
            <a:extLst>
              <a:ext uri="{FF2B5EF4-FFF2-40B4-BE49-F238E27FC236}">
                <a16:creationId xmlns:a16="http://schemas.microsoft.com/office/drawing/2014/main" id="{CD00439A-130B-4E04-85CB-DABD856B2FAA}"/>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1" name="Title Placeholder 1">
            <a:extLst>
              <a:ext uri="{FF2B5EF4-FFF2-40B4-BE49-F238E27FC236}">
                <a16:creationId xmlns:a16="http://schemas.microsoft.com/office/drawing/2014/main" id="{33B9B3F6-9F40-4388-9B79-8E0961AD2B9E}"/>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13" name="Content Placeholder 3">
            <a:extLst>
              <a:ext uri="{FF2B5EF4-FFF2-40B4-BE49-F238E27FC236}">
                <a16:creationId xmlns:a16="http://schemas.microsoft.com/office/drawing/2014/main" id="{81AD6F48-ECFC-4B93-B043-AEA877E0937F}"/>
              </a:ext>
            </a:extLst>
          </p:cNvPr>
          <p:cNvSpPr>
            <a:spLocks noGrp="1"/>
          </p:cNvSpPr>
          <p:nvPr>
            <p:ph sz="quarter" idx="10"/>
          </p:nvPr>
        </p:nvSpPr>
        <p:spPr>
          <a:xfrm>
            <a:off x="463296" y="1719073"/>
            <a:ext cx="5480304" cy="4401943"/>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825191111"/>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6" name="Text Placeholder 5"/>
          <p:cNvSpPr>
            <a:spLocks noGrp="1"/>
          </p:cNvSpPr>
          <p:nvPr>
            <p:ph type="body" sz="quarter" idx="22"/>
          </p:nvPr>
        </p:nvSpPr>
        <p:spPr>
          <a:xfrm>
            <a:off x="6254379" y="1719073"/>
            <a:ext cx="5486516" cy="405939"/>
          </a:xfrm>
        </p:spPr>
        <p:txBody>
          <a:bodyPr>
            <a:noAutofit/>
          </a:bodyPr>
          <a:lstStyle>
            <a:lvl1pPr>
              <a:defRPr sz="1200"/>
            </a:lvl1pPr>
          </a:lstStyle>
          <a:p>
            <a:pPr lvl="0"/>
            <a:r>
              <a:rPr lang="en-US" noProof="0"/>
              <a:t>Click to edit Master text styles</a:t>
            </a:r>
          </a:p>
        </p:txBody>
      </p:sp>
      <p:sp>
        <p:nvSpPr>
          <p:cNvPr id="15" name="Text Placeholder 7"/>
          <p:cNvSpPr>
            <a:spLocks noGrp="1"/>
          </p:cNvSpPr>
          <p:nvPr>
            <p:ph type="body" sz="quarter" idx="23"/>
          </p:nvPr>
        </p:nvSpPr>
        <p:spPr>
          <a:xfrm>
            <a:off x="457201" y="6121016"/>
            <a:ext cx="11277599" cy="241685"/>
          </a:xfrm>
        </p:spPr>
        <p:txBody>
          <a:bodyPr>
            <a:noAutofit/>
          </a:bodyPr>
          <a:lstStyle>
            <a:lvl1pPr>
              <a:spcAft>
                <a:spcPts val="0"/>
              </a:spcAft>
              <a:defRPr sz="900"/>
            </a:lvl1pPr>
          </a:lstStyle>
          <a:p>
            <a:pPr lvl="0"/>
            <a:r>
              <a:rPr lang="en-US"/>
              <a:t>Click to edit Master text styles</a:t>
            </a:r>
          </a:p>
        </p:txBody>
      </p:sp>
      <p:sp>
        <p:nvSpPr>
          <p:cNvPr id="9" name="Chart Placeholder 2"/>
          <p:cNvSpPr>
            <a:spLocks noGrp="1"/>
          </p:cNvSpPr>
          <p:nvPr>
            <p:ph type="chart" sz="quarter" idx="24"/>
          </p:nvPr>
        </p:nvSpPr>
        <p:spPr>
          <a:xfrm>
            <a:off x="460271" y="2125011"/>
            <a:ext cx="5480304" cy="3996002"/>
          </a:xfrm>
        </p:spPr>
        <p:txBody>
          <a:bodyPr>
            <a:noAutofit/>
          </a:bodyPr>
          <a:lstStyle>
            <a:lvl1pPr>
              <a:defRPr sz="1200"/>
            </a:lvl1pPr>
          </a:lstStyle>
          <a:p>
            <a:r>
              <a:rPr lang="en-US"/>
              <a:t>Click icon to add chart</a:t>
            </a:r>
            <a:endParaRPr lang="en-GB"/>
          </a:p>
        </p:txBody>
      </p:sp>
      <p:sp>
        <p:nvSpPr>
          <p:cNvPr id="12" name="Text Placeholder 5"/>
          <p:cNvSpPr>
            <a:spLocks noGrp="1"/>
          </p:cNvSpPr>
          <p:nvPr>
            <p:ph type="body" sz="quarter" idx="25"/>
          </p:nvPr>
        </p:nvSpPr>
        <p:spPr>
          <a:xfrm>
            <a:off x="463296" y="1719073"/>
            <a:ext cx="5480304" cy="405939"/>
          </a:xfrm>
        </p:spPr>
        <p:txBody>
          <a:bodyPr>
            <a:noAutofit/>
          </a:bodyPr>
          <a:lstStyle>
            <a:lvl1pPr>
              <a:defRPr sz="1200"/>
            </a:lvl1pPr>
          </a:lstStyle>
          <a:p>
            <a:pPr lvl="0"/>
            <a:r>
              <a:rPr lang="en-US" noProof="0"/>
              <a:t>Click to edit Master text styles</a:t>
            </a:r>
          </a:p>
        </p:txBody>
      </p:sp>
      <p:sp>
        <p:nvSpPr>
          <p:cNvPr id="11" name="Chart Placeholder 2">
            <a:extLst>
              <a:ext uri="{FF2B5EF4-FFF2-40B4-BE49-F238E27FC236}">
                <a16:creationId xmlns:a16="http://schemas.microsoft.com/office/drawing/2014/main" id="{F1BD57FD-600D-430A-AB0C-89DFCC950E21}"/>
              </a:ext>
            </a:extLst>
          </p:cNvPr>
          <p:cNvSpPr>
            <a:spLocks noGrp="1"/>
          </p:cNvSpPr>
          <p:nvPr>
            <p:ph type="chart" sz="quarter" idx="26"/>
          </p:nvPr>
        </p:nvSpPr>
        <p:spPr>
          <a:xfrm>
            <a:off x="6248403" y="2125011"/>
            <a:ext cx="5486397" cy="3996000"/>
          </a:xfrm>
        </p:spPr>
        <p:txBody>
          <a:bodyPr>
            <a:noAutofit/>
          </a:bodyPr>
          <a:lstStyle>
            <a:lvl1pPr>
              <a:defRPr sz="1200"/>
            </a:lvl1pPr>
          </a:lstStyle>
          <a:p>
            <a:r>
              <a:rPr lang="en-US"/>
              <a:t>Click icon to add chart</a:t>
            </a:r>
            <a:endParaRPr lang="en-GB"/>
          </a:p>
        </p:txBody>
      </p:sp>
      <p:sp>
        <p:nvSpPr>
          <p:cNvPr id="13" name="Text Placeholder 8">
            <a:extLst>
              <a:ext uri="{FF2B5EF4-FFF2-40B4-BE49-F238E27FC236}">
                <a16:creationId xmlns:a16="http://schemas.microsoft.com/office/drawing/2014/main" id="{ACD26822-93FD-4865-A5E4-053695247E8C}"/>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6" name="Title Placeholder 1">
            <a:extLst>
              <a:ext uri="{FF2B5EF4-FFF2-40B4-BE49-F238E27FC236}">
                <a16:creationId xmlns:a16="http://schemas.microsoft.com/office/drawing/2014/main" id="{B7DE9340-98F1-4431-9CA2-BA6425441E81}"/>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2865950788"/>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8" name="Content Placeholder 3"/>
          <p:cNvSpPr>
            <a:spLocks noGrp="1"/>
          </p:cNvSpPr>
          <p:nvPr>
            <p:ph sz="quarter" idx="16"/>
          </p:nvPr>
        </p:nvSpPr>
        <p:spPr>
          <a:xfrm>
            <a:off x="5450349" y="1718455"/>
            <a:ext cx="6290545" cy="4716463"/>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a:extLst>
              <a:ext uri="{FF2B5EF4-FFF2-40B4-BE49-F238E27FC236}">
                <a16:creationId xmlns:a16="http://schemas.microsoft.com/office/drawing/2014/main" id="{834EAC11-4B6F-4989-ADAB-DCA27D91F556}"/>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9" name="Title Placeholder 1">
            <a:extLst>
              <a:ext uri="{FF2B5EF4-FFF2-40B4-BE49-F238E27FC236}">
                <a16:creationId xmlns:a16="http://schemas.microsoft.com/office/drawing/2014/main" id="{615E83D0-63FA-4C06-8888-31EF80337E8A}"/>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p:nvPr>
        </p:nvSpPr>
        <p:spPr>
          <a:xfrm>
            <a:off x="463296" y="1714500"/>
            <a:ext cx="4413504" cy="4648200"/>
          </a:xfrm>
          <a:prstGeom prst="rect">
            <a:avLst/>
          </a:prstGeom>
        </p:spPr>
        <p:txBody>
          <a:bodyPr>
            <a:noAutofit/>
          </a:bodyPr>
          <a:lstStyle>
            <a:lvl1pPr marL="0" indent="0" algn="l">
              <a:buFontTx/>
              <a:buNone/>
              <a:tabLst>
                <a:tab pos="3771900" algn="r"/>
              </a:tabLst>
              <a:defRPr sz="1200">
                <a:latin typeface="+mn-lt"/>
              </a:defRPr>
            </a:lvl1pPr>
            <a:lvl2pPr marL="104775" indent="-104775" algn="l">
              <a:buClrTx/>
              <a:buSzPct val="100000"/>
              <a:buFont typeface="Arial" panose="020B0604020202020204" pitchFamily="34" charset="0"/>
              <a:buChar char="•"/>
              <a:tabLst>
                <a:tab pos="3771900" algn="r"/>
              </a:tabLst>
              <a:defRPr sz="1200">
                <a:latin typeface="+mj-lt"/>
              </a:defRPr>
            </a:lvl2pPr>
            <a:lvl3pPr marL="228600" indent="-104775" algn="l">
              <a:buClrTx/>
              <a:buSzPct val="100000"/>
              <a:buFont typeface="Arial" panose="020B0604020202020204" pitchFamily="34" charset="0"/>
              <a:buChar char="−"/>
              <a:tabLst>
                <a:tab pos="3771900" algn="r"/>
              </a:tabLst>
              <a:defRPr sz="1200">
                <a:latin typeface="+mn-lt"/>
              </a:defRPr>
            </a:lvl3pPr>
            <a:lvl4pPr marL="352425" indent="-104775" algn="l">
              <a:buClrTx/>
              <a:buSzPct val="100000"/>
              <a:buFont typeface="Arial" panose="020B0604020202020204" pitchFamily="34" charset="0"/>
              <a:buChar char="◦"/>
              <a:tabLst>
                <a:tab pos="3771900" algn="r"/>
              </a:tabLst>
              <a:defRPr sz="1200">
                <a:latin typeface="+mn-lt"/>
              </a:defRPr>
            </a:lvl4pPr>
            <a:lvl5pPr marL="476250" indent="-104775" algn="l">
              <a:buClrTx/>
              <a:buSzPct val="100000"/>
              <a:buFont typeface="Arial" panose="020B0604020202020204" pitchFamily="34" charset="0"/>
              <a:buChar char="−"/>
              <a:tabLst>
                <a:tab pos="3771900" algn="r"/>
              </a:tabLst>
              <a:defRPr sz="1200"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425922303"/>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8192978" y="1737504"/>
            <a:ext cx="3547917" cy="4644248"/>
          </a:xfrm>
          <a:prstGeom prst="rect">
            <a:avLst/>
          </a:prstGeom>
        </p:spPr>
        <p:txBody>
          <a:bodyPr>
            <a:noAutofit/>
          </a:bodyPr>
          <a:lstStyle>
            <a:lvl1pPr>
              <a:tabLst>
                <a:tab pos="3771900" algn="r"/>
              </a:tabLst>
              <a:defRPr sz="1800">
                <a:solidFill>
                  <a:schemeClr val="accent3"/>
                </a:solidFill>
              </a:defRPr>
            </a:lvl1pPr>
            <a:lvl2pPr>
              <a:tabLst>
                <a:tab pos="3771900" algn="r"/>
              </a:tabLst>
              <a:defRPr/>
            </a:lvl2pPr>
            <a:lvl3pPr>
              <a:tabLst>
                <a:tab pos="3771900" algn="r"/>
              </a:tabLst>
              <a:defRPr/>
            </a:lvl3pPr>
            <a:lvl4pPr>
              <a:tabLst>
                <a:tab pos="3771900" algn="r"/>
              </a:tabLst>
              <a:defRPr/>
            </a:lvl4pPr>
            <a:lvl5pPr>
              <a:tabLst>
                <a:tab pos="37719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73296" y="1718454"/>
            <a:ext cx="7400704" cy="4644247"/>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a:extLst>
              <a:ext uri="{FF2B5EF4-FFF2-40B4-BE49-F238E27FC236}">
                <a16:creationId xmlns:a16="http://schemas.microsoft.com/office/drawing/2014/main" id="{D58FC9CF-4F37-4309-BF5F-E64AE49426F2}"/>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9" name="Title Placeholder 1">
            <a:extLst>
              <a:ext uri="{FF2B5EF4-FFF2-40B4-BE49-F238E27FC236}">
                <a16:creationId xmlns:a16="http://schemas.microsoft.com/office/drawing/2014/main" id="{6999054A-E358-4B12-B841-DE440A68D9B1}"/>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882786381"/>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1468" y="2115797"/>
            <a:ext cx="3549549" cy="4005216"/>
          </a:xfrm>
          <a:prstGeom prst="rect">
            <a:avLst/>
          </a:prstGeom>
        </p:spPr>
        <p:txBody>
          <a:bodyPr>
            <a:noAutofit/>
          </a:bodyPr>
          <a:lstStyle>
            <a:lvl1pPr>
              <a:defRPr sz="1200"/>
            </a:lvl1pPr>
          </a:lstStyle>
          <a:p>
            <a:r>
              <a:rPr lang="en-US" noProof="0"/>
              <a:t>Click icon to add chart</a:t>
            </a:r>
          </a:p>
        </p:txBody>
      </p:sp>
      <p:sp>
        <p:nvSpPr>
          <p:cNvPr id="18" name="Text Placeholder 8"/>
          <p:cNvSpPr>
            <a:spLocks noGrp="1"/>
          </p:cNvSpPr>
          <p:nvPr>
            <p:ph type="body" sz="quarter" idx="18"/>
          </p:nvPr>
        </p:nvSpPr>
        <p:spPr>
          <a:xfrm>
            <a:off x="459119" y="1722943"/>
            <a:ext cx="3549549" cy="392112"/>
          </a:xfrm>
        </p:spPr>
        <p:txBody>
          <a:bodyPr>
            <a:noAutofit/>
          </a:bodyPr>
          <a:lstStyle>
            <a:lvl1pPr>
              <a:defRPr sz="1200"/>
            </a:lvl1pPr>
          </a:lstStyle>
          <a:p>
            <a:pPr lvl="0"/>
            <a:r>
              <a:rPr lang="en-US" noProof="0"/>
              <a:t>Click to edit Master text styles</a:t>
            </a:r>
          </a:p>
        </p:txBody>
      </p:sp>
      <p:sp>
        <p:nvSpPr>
          <p:cNvPr id="12" name="Text Placeholder 7"/>
          <p:cNvSpPr>
            <a:spLocks noGrp="1"/>
          </p:cNvSpPr>
          <p:nvPr>
            <p:ph type="body" sz="quarter" idx="23"/>
          </p:nvPr>
        </p:nvSpPr>
        <p:spPr>
          <a:xfrm>
            <a:off x="461468" y="6121016"/>
            <a:ext cx="11277600" cy="241685"/>
          </a:xfrm>
        </p:spPr>
        <p:txBody>
          <a:bodyPr>
            <a:noAutofit/>
          </a:bodyPr>
          <a:lstStyle>
            <a:lvl1pPr>
              <a:spcAft>
                <a:spcPts val="0"/>
              </a:spcAft>
              <a:defRPr sz="900"/>
            </a:lvl1pPr>
          </a:lstStyle>
          <a:p>
            <a:pPr lvl="0"/>
            <a:r>
              <a:rPr lang="en-US" noProof="0"/>
              <a:t>Click to edit Master text styles</a:t>
            </a:r>
          </a:p>
        </p:txBody>
      </p:sp>
      <p:sp>
        <p:nvSpPr>
          <p:cNvPr id="19" name="Chart Placeholder 3">
            <a:extLst>
              <a:ext uri="{FF2B5EF4-FFF2-40B4-BE49-F238E27FC236}">
                <a16:creationId xmlns:a16="http://schemas.microsoft.com/office/drawing/2014/main" id="{16889619-7368-4B21-B502-003FD717C954}"/>
              </a:ext>
            </a:extLst>
          </p:cNvPr>
          <p:cNvSpPr>
            <a:spLocks noGrp="1"/>
          </p:cNvSpPr>
          <p:nvPr>
            <p:ph type="chart" sz="quarter" idx="24"/>
          </p:nvPr>
        </p:nvSpPr>
        <p:spPr>
          <a:xfrm>
            <a:off x="4323575" y="2115798"/>
            <a:ext cx="3549549" cy="4005216"/>
          </a:xfrm>
          <a:prstGeom prst="rect">
            <a:avLst/>
          </a:prstGeom>
        </p:spPr>
        <p:txBody>
          <a:bodyPr>
            <a:noAutofit/>
          </a:bodyPr>
          <a:lstStyle>
            <a:lvl1pPr>
              <a:defRPr sz="1200"/>
            </a:lvl1pPr>
          </a:lstStyle>
          <a:p>
            <a:r>
              <a:rPr lang="en-US" noProof="0"/>
              <a:t>Click icon to add chart</a:t>
            </a:r>
          </a:p>
        </p:txBody>
      </p:sp>
      <p:sp>
        <p:nvSpPr>
          <p:cNvPr id="20" name="Text Placeholder 8">
            <a:extLst>
              <a:ext uri="{FF2B5EF4-FFF2-40B4-BE49-F238E27FC236}">
                <a16:creationId xmlns:a16="http://schemas.microsoft.com/office/drawing/2014/main" id="{7536B633-26E6-47E5-A809-A97D26199C41}"/>
              </a:ext>
            </a:extLst>
          </p:cNvPr>
          <p:cNvSpPr>
            <a:spLocks noGrp="1"/>
          </p:cNvSpPr>
          <p:nvPr>
            <p:ph type="body" sz="quarter" idx="25"/>
          </p:nvPr>
        </p:nvSpPr>
        <p:spPr>
          <a:xfrm>
            <a:off x="4321226" y="1722944"/>
            <a:ext cx="3549549" cy="392112"/>
          </a:xfrm>
        </p:spPr>
        <p:txBody>
          <a:bodyPr>
            <a:noAutofit/>
          </a:bodyPr>
          <a:lstStyle>
            <a:lvl1pPr>
              <a:defRPr sz="1200"/>
            </a:lvl1pPr>
          </a:lstStyle>
          <a:p>
            <a:pPr lvl="0"/>
            <a:r>
              <a:rPr lang="en-US" noProof="0"/>
              <a:t>Click to edit Master text styles</a:t>
            </a:r>
          </a:p>
        </p:txBody>
      </p:sp>
      <p:sp>
        <p:nvSpPr>
          <p:cNvPr id="21" name="Chart Placeholder 3">
            <a:extLst>
              <a:ext uri="{FF2B5EF4-FFF2-40B4-BE49-F238E27FC236}">
                <a16:creationId xmlns:a16="http://schemas.microsoft.com/office/drawing/2014/main" id="{B4691CB5-FF7F-4DAF-80B3-769541086497}"/>
              </a:ext>
            </a:extLst>
          </p:cNvPr>
          <p:cNvSpPr>
            <a:spLocks noGrp="1"/>
          </p:cNvSpPr>
          <p:nvPr>
            <p:ph type="chart" sz="quarter" idx="26"/>
          </p:nvPr>
        </p:nvSpPr>
        <p:spPr>
          <a:xfrm>
            <a:off x="8193695" y="2115798"/>
            <a:ext cx="3549549" cy="4005216"/>
          </a:xfrm>
          <a:prstGeom prst="rect">
            <a:avLst/>
          </a:prstGeom>
        </p:spPr>
        <p:txBody>
          <a:bodyPr>
            <a:noAutofit/>
          </a:bodyPr>
          <a:lstStyle>
            <a:lvl1pPr>
              <a:defRPr sz="1200"/>
            </a:lvl1pPr>
          </a:lstStyle>
          <a:p>
            <a:r>
              <a:rPr lang="en-US" noProof="0"/>
              <a:t>Click icon to add chart</a:t>
            </a:r>
          </a:p>
        </p:txBody>
      </p:sp>
      <p:sp>
        <p:nvSpPr>
          <p:cNvPr id="22" name="Text Placeholder 8">
            <a:extLst>
              <a:ext uri="{FF2B5EF4-FFF2-40B4-BE49-F238E27FC236}">
                <a16:creationId xmlns:a16="http://schemas.microsoft.com/office/drawing/2014/main" id="{D8875204-BB59-4C5F-ABB1-D0ECEC5A0701}"/>
              </a:ext>
            </a:extLst>
          </p:cNvPr>
          <p:cNvSpPr>
            <a:spLocks noGrp="1"/>
          </p:cNvSpPr>
          <p:nvPr>
            <p:ph type="body" sz="quarter" idx="27"/>
          </p:nvPr>
        </p:nvSpPr>
        <p:spPr>
          <a:xfrm>
            <a:off x="8191346" y="1722944"/>
            <a:ext cx="3549549" cy="392112"/>
          </a:xfrm>
        </p:spPr>
        <p:txBody>
          <a:bodyPr>
            <a:noAutofit/>
          </a:bodyPr>
          <a:lstStyle>
            <a:lvl1pPr>
              <a:defRPr sz="1200"/>
            </a:lvl1pPr>
          </a:lstStyle>
          <a:p>
            <a:pPr lvl="0"/>
            <a:r>
              <a:rPr lang="en-US" noProof="0"/>
              <a:t>Click to edit Master text styles</a:t>
            </a:r>
          </a:p>
        </p:txBody>
      </p:sp>
      <p:sp>
        <p:nvSpPr>
          <p:cNvPr id="23" name="Text Placeholder 8">
            <a:extLst>
              <a:ext uri="{FF2B5EF4-FFF2-40B4-BE49-F238E27FC236}">
                <a16:creationId xmlns:a16="http://schemas.microsoft.com/office/drawing/2014/main" id="{272C8D47-97C8-4E6F-91CC-C3AB406C1C26}"/>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24" name="Title Placeholder 1">
            <a:extLst>
              <a:ext uri="{FF2B5EF4-FFF2-40B4-BE49-F238E27FC236}">
                <a16:creationId xmlns:a16="http://schemas.microsoft.com/office/drawing/2014/main" id="{D65F0445-032D-4E6A-83EC-59A2184ED5F6}"/>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2403444882"/>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1764" y="1727251"/>
            <a:ext cx="2712000" cy="1260000"/>
          </a:xfrm>
        </p:spPr>
        <p:txBody>
          <a:bodyPr lIns="0" tIns="0" rIns="0" bIns="0">
            <a:noAutofit/>
          </a:bodyPr>
          <a:lstStyle>
            <a:lvl1pPr>
              <a:defRPr sz="1200"/>
            </a:lvl1pPr>
          </a:lstStyle>
          <a:p>
            <a:r>
              <a:rPr lang="en-US" noProof="0"/>
              <a:t>Click icon to add picture</a:t>
            </a:r>
          </a:p>
        </p:txBody>
      </p:sp>
      <p:sp>
        <p:nvSpPr>
          <p:cNvPr id="5" name="Picture Placeholder 6"/>
          <p:cNvSpPr>
            <a:spLocks noGrp="1"/>
          </p:cNvSpPr>
          <p:nvPr>
            <p:ph type="pic" sz="quarter" idx="14"/>
          </p:nvPr>
        </p:nvSpPr>
        <p:spPr>
          <a:xfrm>
            <a:off x="3330040" y="1727251"/>
            <a:ext cx="2712000" cy="1260000"/>
          </a:xfrm>
        </p:spPr>
        <p:txBody>
          <a:bodyPr lIns="0" tIns="0" rIns="0" bIns="0">
            <a:noAutofit/>
          </a:bodyPr>
          <a:lstStyle>
            <a:lvl1pPr>
              <a:defRPr sz="1200"/>
            </a:lvl1pPr>
          </a:lstStyle>
          <a:p>
            <a:r>
              <a:rPr lang="en-US" noProof="0"/>
              <a:t>Click icon to add picture</a:t>
            </a:r>
          </a:p>
        </p:txBody>
      </p:sp>
      <p:sp>
        <p:nvSpPr>
          <p:cNvPr id="6" name="Picture Placeholder 6"/>
          <p:cNvSpPr>
            <a:spLocks noGrp="1"/>
          </p:cNvSpPr>
          <p:nvPr>
            <p:ph type="pic" sz="quarter" idx="15"/>
          </p:nvPr>
        </p:nvSpPr>
        <p:spPr>
          <a:xfrm>
            <a:off x="6171687" y="1727251"/>
            <a:ext cx="2712000" cy="1260000"/>
          </a:xfrm>
        </p:spPr>
        <p:txBody>
          <a:bodyPr lIns="0" tIns="0" rIns="0" bIns="0">
            <a:noAutofit/>
          </a:bodyPr>
          <a:lstStyle>
            <a:lvl1pPr>
              <a:defRPr sz="1200"/>
            </a:lvl1pPr>
          </a:lstStyle>
          <a:p>
            <a:r>
              <a:rPr lang="en-US" noProof="0"/>
              <a:t>Click icon to add picture</a:t>
            </a:r>
          </a:p>
        </p:txBody>
      </p:sp>
      <p:sp>
        <p:nvSpPr>
          <p:cNvPr id="7" name="Picture Placeholder 6"/>
          <p:cNvSpPr>
            <a:spLocks noGrp="1"/>
          </p:cNvSpPr>
          <p:nvPr>
            <p:ph type="pic" sz="quarter" idx="16"/>
          </p:nvPr>
        </p:nvSpPr>
        <p:spPr>
          <a:xfrm>
            <a:off x="9020883" y="1727251"/>
            <a:ext cx="2712000" cy="1260000"/>
          </a:xfrm>
        </p:spPr>
        <p:txBody>
          <a:bodyPr lIns="0" tIns="0" rIns="0" bIns="0">
            <a:noAutofit/>
          </a:bodyPr>
          <a:lstStyle>
            <a:lvl1pPr>
              <a:defRPr sz="1200"/>
            </a:lvl1pPr>
          </a:lstStyle>
          <a:p>
            <a:r>
              <a:rPr lang="en-US" noProof="0"/>
              <a:t>Click icon to add picture</a:t>
            </a:r>
          </a:p>
        </p:txBody>
      </p:sp>
      <p:sp>
        <p:nvSpPr>
          <p:cNvPr id="9" name="Text Placeholder 8"/>
          <p:cNvSpPr>
            <a:spLocks noGrp="1"/>
          </p:cNvSpPr>
          <p:nvPr>
            <p:ph type="body" sz="quarter" idx="17"/>
          </p:nvPr>
        </p:nvSpPr>
        <p:spPr>
          <a:xfrm>
            <a:off x="473297" y="3124200"/>
            <a:ext cx="2720468" cy="3238500"/>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71687" y="3120553"/>
            <a:ext cx="2712000" cy="3238500"/>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2"/>
            <a:ext cx="2712000" cy="3238499"/>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9035701" y="3108508"/>
            <a:ext cx="2697183" cy="3254192"/>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a:extLst>
              <a:ext uri="{FF2B5EF4-FFF2-40B4-BE49-F238E27FC236}">
                <a16:creationId xmlns:a16="http://schemas.microsoft.com/office/drawing/2014/main" id="{81DFAED1-3C69-4431-8715-026D730F1B57}"/>
              </a:ext>
            </a:extLst>
          </p:cNvPr>
          <p:cNvSpPr>
            <a:spLocks noGrp="1"/>
          </p:cNvSpPr>
          <p:nvPr>
            <p:ph type="body" sz="quarter" idx="21"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4" name="Title Placeholder 1">
            <a:extLst>
              <a:ext uri="{FF2B5EF4-FFF2-40B4-BE49-F238E27FC236}">
                <a16:creationId xmlns:a16="http://schemas.microsoft.com/office/drawing/2014/main" id="{548C662B-0462-4963-B666-2976F675A1BD}"/>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2753920443"/>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8" name="Picture Placeholder 11"/>
          <p:cNvSpPr>
            <a:spLocks noGrp="1"/>
          </p:cNvSpPr>
          <p:nvPr>
            <p:ph type="pic" sz="quarter" idx="25"/>
          </p:nvPr>
        </p:nvSpPr>
        <p:spPr>
          <a:xfrm>
            <a:off x="475645" y="1845377"/>
            <a:ext cx="1968000" cy="1476000"/>
          </a:xfrm>
        </p:spPr>
        <p:txBody>
          <a:bodyPr>
            <a:normAutofit/>
          </a:bodyPr>
          <a:lstStyle>
            <a:lvl1pPr algn="ctr">
              <a:defRPr sz="1200"/>
            </a:lvl1pPr>
          </a:lstStyle>
          <a:p>
            <a:r>
              <a:rPr lang="en-US"/>
              <a:t>Click icon to add picture</a:t>
            </a:r>
            <a:endParaRPr lang="en-GB"/>
          </a:p>
        </p:txBody>
      </p:sp>
      <p:sp>
        <p:nvSpPr>
          <p:cNvPr id="9" name="Picture Placeholder 11"/>
          <p:cNvSpPr>
            <a:spLocks noGrp="1"/>
          </p:cNvSpPr>
          <p:nvPr>
            <p:ph type="pic" sz="quarter" idx="27"/>
          </p:nvPr>
        </p:nvSpPr>
        <p:spPr>
          <a:xfrm>
            <a:off x="6266617" y="1845377"/>
            <a:ext cx="1968000" cy="1476000"/>
          </a:xfrm>
        </p:spPr>
        <p:txBody>
          <a:bodyPr>
            <a:normAutofit/>
          </a:bodyPr>
          <a:lstStyle>
            <a:lvl1pPr algn="ctr">
              <a:defRPr sz="1200"/>
            </a:lvl1pPr>
          </a:lstStyle>
          <a:p>
            <a:r>
              <a:rPr lang="en-US"/>
              <a:t>Click icon to add picture</a:t>
            </a:r>
            <a:endParaRPr lang="en-GB"/>
          </a:p>
        </p:txBody>
      </p:sp>
      <p:sp>
        <p:nvSpPr>
          <p:cNvPr id="10" name="Picture Placeholder 11"/>
          <p:cNvSpPr>
            <a:spLocks noGrp="1"/>
          </p:cNvSpPr>
          <p:nvPr>
            <p:ph type="pic" sz="quarter" idx="29"/>
          </p:nvPr>
        </p:nvSpPr>
        <p:spPr>
          <a:xfrm>
            <a:off x="475645" y="4256213"/>
            <a:ext cx="1968000" cy="1476000"/>
          </a:xfrm>
        </p:spPr>
        <p:txBody>
          <a:bodyPr>
            <a:normAutofit/>
          </a:bodyPr>
          <a:lstStyle>
            <a:lvl1pPr algn="ctr">
              <a:defRPr sz="1200"/>
            </a:lvl1pPr>
          </a:lstStyle>
          <a:p>
            <a:r>
              <a:rPr lang="en-US"/>
              <a:t>Click icon to add picture</a:t>
            </a:r>
            <a:endParaRPr lang="en-GB"/>
          </a:p>
        </p:txBody>
      </p:sp>
      <p:sp>
        <p:nvSpPr>
          <p:cNvPr id="11" name="Picture Placeholder 11"/>
          <p:cNvSpPr>
            <a:spLocks noGrp="1"/>
          </p:cNvSpPr>
          <p:nvPr>
            <p:ph type="pic" sz="quarter" idx="31"/>
          </p:nvPr>
        </p:nvSpPr>
        <p:spPr>
          <a:xfrm>
            <a:off x="6266617" y="4256213"/>
            <a:ext cx="1968000" cy="1476000"/>
          </a:xfrm>
        </p:spPr>
        <p:txBody>
          <a:bodyPr>
            <a:normAutofit/>
          </a:bodyPr>
          <a:lstStyle>
            <a:lvl1pPr algn="ctr">
              <a:defRPr sz="1200"/>
            </a:lvl1pPr>
          </a:lstStyle>
          <a:p>
            <a:r>
              <a:rPr lang="en-US"/>
              <a:t>Click icon to add picture</a:t>
            </a:r>
            <a:endParaRPr lang="en-GB"/>
          </a:p>
        </p:txBody>
      </p:sp>
      <p:sp>
        <p:nvSpPr>
          <p:cNvPr id="13" name="Text Placeholder 12"/>
          <p:cNvSpPr>
            <a:spLocks noGrp="1"/>
          </p:cNvSpPr>
          <p:nvPr>
            <p:ph type="body" sz="quarter" idx="32"/>
          </p:nvPr>
        </p:nvSpPr>
        <p:spPr>
          <a:xfrm>
            <a:off x="2655128" y="1845377"/>
            <a:ext cx="3288000" cy="1944000"/>
          </a:xfrm>
        </p:spPr>
        <p:txBody>
          <a:bodyPr>
            <a:noAutofit/>
          </a:bodyPr>
          <a:lstStyle>
            <a:lvl1pPr marL="0" indent="0" algn="l">
              <a:spcAft>
                <a:spcPts val="0"/>
              </a:spcAft>
              <a:buFontTx/>
              <a:buNone/>
              <a:defRPr sz="1200" b="1"/>
            </a:lvl1pPr>
            <a:lvl2pPr marL="104775" indent="-104775" algn="l">
              <a:spcAft>
                <a:spcPts val="0"/>
              </a:spcAft>
              <a:buClrTx/>
              <a:buSzPct val="100000"/>
              <a:buFont typeface="Arial" panose="020B0604020202020204" pitchFamily="34" charset="0"/>
              <a:buChar char="•"/>
              <a:defRPr sz="1200"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439092" y="1845377"/>
            <a:ext cx="3302592" cy="1944000"/>
          </a:xfrm>
        </p:spPr>
        <p:txBody>
          <a:bodyPr>
            <a:noAutofit/>
          </a:bodyPr>
          <a:lstStyle>
            <a:lvl1pPr marL="0" indent="0" algn="l">
              <a:spcAft>
                <a:spcPts val="0"/>
              </a:spcAft>
              <a:buFontTx/>
              <a:buNone/>
              <a:defRPr sz="1200" b="1"/>
            </a:lvl1pPr>
            <a:lvl2pPr marL="104775" indent="-104775" algn="l">
              <a:spcAft>
                <a:spcPts val="0"/>
              </a:spcAft>
              <a:buClrTx/>
              <a:buSzPct val="100000"/>
              <a:buFont typeface="Arial" panose="020B0604020202020204" pitchFamily="34" charset="0"/>
              <a:buChar char="•"/>
              <a:defRPr sz="1200"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55128" y="4256213"/>
            <a:ext cx="3288000" cy="1944000"/>
          </a:xfrm>
        </p:spPr>
        <p:txBody>
          <a:bodyPr>
            <a:noAutofit/>
          </a:bodyPr>
          <a:lstStyle>
            <a:lvl1pPr marL="0" indent="0" algn="l">
              <a:spcAft>
                <a:spcPts val="0"/>
              </a:spcAft>
              <a:buFontTx/>
              <a:buNone/>
              <a:defRPr sz="1200" b="1"/>
            </a:lvl1pPr>
            <a:lvl2pPr marL="104775" indent="-104775" algn="l">
              <a:spcAft>
                <a:spcPts val="0"/>
              </a:spcAft>
              <a:buClrTx/>
              <a:buSzPct val="100000"/>
              <a:buFont typeface="Arial" panose="020B0604020202020204" pitchFamily="34" charset="0"/>
              <a:buChar char="•"/>
              <a:defRPr sz="1200"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439092" y="4256213"/>
            <a:ext cx="3302592" cy="1944000"/>
          </a:xfrm>
        </p:spPr>
        <p:txBody>
          <a:bodyPr>
            <a:noAutofit/>
          </a:bodyPr>
          <a:lstStyle>
            <a:lvl1pPr marL="0" indent="0" algn="l">
              <a:spcAft>
                <a:spcPts val="0"/>
              </a:spcAft>
              <a:buFontTx/>
              <a:buNone/>
              <a:defRPr sz="1200" b="1"/>
            </a:lvl1pPr>
            <a:lvl2pPr marL="104775" indent="-104775" algn="l">
              <a:spcAft>
                <a:spcPts val="0"/>
              </a:spcAft>
              <a:buClrTx/>
              <a:buSzPct val="100000"/>
              <a:buFont typeface="Arial" panose="020B0604020202020204" pitchFamily="34" charset="0"/>
              <a:buChar char="•"/>
              <a:defRPr sz="1200" b="0"/>
            </a:lvl2pPr>
          </a:lstStyle>
          <a:p>
            <a:pPr lvl="0"/>
            <a:r>
              <a:rPr lang="en-US"/>
              <a:t>Click to edit Master text styles</a:t>
            </a:r>
          </a:p>
          <a:p>
            <a:pPr lvl="1"/>
            <a:r>
              <a:rPr lang="en-US"/>
              <a:t>Second level</a:t>
            </a:r>
          </a:p>
        </p:txBody>
      </p:sp>
      <p:sp>
        <p:nvSpPr>
          <p:cNvPr id="28" name="Text Placeholder 8">
            <a:extLst>
              <a:ext uri="{FF2B5EF4-FFF2-40B4-BE49-F238E27FC236}">
                <a16:creationId xmlns:a16="http://schemas.microsoft.com/office/drawing/2014/main" id="{CD54EF50-1F75-4251-9838-5413705270C9}"/>
              </a:ext>
            </a:extLst>
          </p:cNvPr>
          <p:cNvSpPr>
            <a:spLocks noGrp="1"/>
          </p:cNvSpPr>
          <p:nvPr>
            <p:ph type="body" sz="quarter" idx="21"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29" name="Title Placeholder 1">
            <a:extLst>
              <a:ext uri="{FF2B5EF4-FFF2-40B4-BE49-F238E27FC236}">
                <a16:creationId xmlns:a16="http://schemas.microsoft.com/office/drawing/2014/main" id="{580152B0-65C5-4969-BA13-FFC077318B84}"/>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30" name="Rectangle 29">
            <a:extLst>
              <a:ext uri="{FF2B5EF4-FFF2-40B4-BE49-F238E27FC236}">
                <a16:creationId xmlns:a16="http://schemas.microsoft.com/office/drawing/2014/main" id="{5DAFD084-463A-44C6-B882-24EE18CC2B98}"/>
              </a:ext>
            </a:extLst>
          </p:cNvPr>
          <p:cNvSpPr/>
          <p:nvPr userDrawn="1"/>
        </p:nvSpPr>
        <p:spPr>
          <a:xfrm>
            <a:off x="470343" y="1715425"/>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1" name="Rectangle 30">
            <a:extLst>
              <a:ext uri="{FF2B5EF4-FFF2-40B4-BE49-F238E27FC236}">
                <a16:creationId xmlns:a16="http://schemas.microsoft.com/office/drawing/2014/main" id="{21E7FDC9-AC67-4CA4-86DE-4DFAAEE0DFF9}"/>
              </a:ext>
            </a:extLst>
          </p:cNvPr>
          <p:cNvSpPr/>
          <p:nvPr userDrawn="1"/>
        </p:nvSpPr>
        <p:spPr>
          <a:xfrm>
            <a:off x="6246196" y="1718774"/>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2" name="Rectangle 31">
            <a:extLst>
              <a:ext uri="{FF2B5EF4-FFF2-40B4-BE49-F238E27FC236}">
                <a16:creationId xmlns:a16="http://schemas.microsoft.com/office/drawing/2014/main" id="{E0BFD11F-868A-4204-947B-D205C842DFE0}"/>
              </a:ext>
            </a:extLst>
          </p:cNvPr>
          <p:cNvSpPr/>
          <p:nvPr userDrawn="1"/>
        </p:nvSpPr>
        <p:spPr>
          <a:xfrm>
            <a:off x="470343" y="4126942"/>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3" name="Rectangle 32">
            <a:extLst>
              <a:ext uri="{FF2B5EF4-FFF2-40B4-BE49-F238E27FC236}">
                <a16:creationId xmlns:a16="http://schemas.microsoft.com/office/drawing/2014/main" id="{DCD1FA4C-A499-4E17-B3FC-CC3DA6E8CF7C}"/>
              </a:ext>
            </a:extLst>
          </p:cNvPr>
          <p:cNvSpPr/>
          <p:nvPr userDrawn="1"/>
        </p:nvSpPr>
        <p:spPr>
          <a:xfrm>
            <a:off x="6246196" y="4130291"/>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Tree>
    <p:extLst>
      <p:ext uri="{BB962C8B-B14F-4D97-AF65-F5344CB8AC3E}">
        <p14:creationId xmlns:p14="http://schemas.microsoft.com/office/powerpoint/2010/main" val="4019329780"/>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70343" y="1857892"/>
            <a:ext cx="5486400" cy="4504808"/>
          </a:xfrm>
        </p:spPr>
        <p:txBody>
          <a:bodyPr>
            <a:noAutofit/>
          </a:bodyPr>
          <a:lstStyle>
            <a:lvl1pPr marL="0" indent="0" algn="l">
              <a:spcAft>
                <a:spcPts val="750"/>
              </a:spcAft>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2"/>
            <a:ext cx="5486400" cy="4504808"/>
          </a:xfrm>
        </p:spPr>
        <p:txBody>
          <a:bodyPr>
            <a:noAutofit/>
          </a:bodyPr>
          <a:lstStyle>
            <a:lvl1pPr marL="0" indent="0" algn="l">
              <a:spcAft>
                <a:spcPts val="750"/>
              </a:spcAft>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ectangle 3"/>
          <p:cNvSpPr/>
          <p:nvPr userDrawn="1"/>
        </p:nvSpPr>
        <p:spPr>
          <a:xfrm>
            <a:off x="470343" y="1715425"/>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5" name="Rectangle 4"/>
          <p:cNvSpPr/>
          <p:nvPr/>
        </p:nvSpPr>
        <p:spPr>
          <a:xfrm>
            <a:off x="6246196" y="1718774"/>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6" name="Picture Placeholder 29"/>
          <p:cNvSpPr>
            <a:spLocks noGrp="1"/>
          </p:cNvSpPr>
          <p:nvPr>
            <p:ph type="pic" sz="quarter" idx="19" hasCustomPrompt="1"/>
          </p:nvPr>
        </p:nvSpPr>
        <p:spPr>
          <a:xfrm>
            <a:off x="4734090" y="1857894"/>
            <a:ext cx="1210207"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noProof="0">
                <a:solidFill>
                  <a:schemeClr val="bg1"/>
                </a:solidFill>
              </a:rPr>
              <a:t>Co-brand</a:t>
            </a:r>
            <a:br>
              <a:rPr lang="en-US" sz="900" noProof="0">
                <a:solidFill>
                  <a:schemeClr val="bg1"/>
                </a:solidFill>
              </a:rPr>
            </a:br>
            <a:r>
              <a:rPr lang="en-US" sz="900"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88434" y="1857894"/>
            <a:ext cx="1244161"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noProof="0">
                <a:solidFill>
                  <a:schemeClr val="bg1"/>
                </a:solidFill>
              </a:rPr>
              <a:t>Co-brand</a:t>
            </a:r>
            <a:br>
              <a:rPr lang="en-US" sz="900" noProof="0">
                <a:solidFill>
                  <a:schemeClr val="bg1"/>
                </a:solidFill>
              </a:rPr>
            </a:br>
            <a:r>
              <a:rPr lang="en-US" sz="900" noProof="0">
                <a:solidFill>
                  <a:schemeClr val="bg1"/>
                </a:solidFill>
              </a:rPr>
              <a:t>Logo</a:t>
            </a:r>
          </a:p>
          <a:p>
            <a:endParaRPr lang="en-US" noProof="0"/>
          </a:p>
        </p:txBody>
      </p:sp>
      <p:sp>
        <p:nvSpPr>
          <p:cNvPr id="16" name="Text Placeholder 8">
            <a:extLst>
              <a:ext uri="{FF2B5EF4-FFF2-40B4-BE49-F238E27FC236}">
                <a16:creationId xmlns:a16="http://schemas.microsoft.com/office/drawing/2014/main" id="{C2FDA775-7453-495D-ABC5-C379E37806BE}"/>
              </a:ext>
            </a:extLst>
          </p:cNvPr>
          <p:cNvSpPr>
            <a:spLocks noGrp="1"/>
          </p:cNvSpPr>
          <p:nvPr>
            <p:ph type="body" sz="quarter" idx="22"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7" name="Title Placeholder 1">
            <a:extLst>
              <a:ext uri="{FF2B5EF4-FFF2-40B4-BE49-F238E27FC236}">
                <a16:creationId xmlns:a16="http://schemas.microsoft.com/office/drawing/2014/main" id="{D55BC33C-2B71-4E68-81E3-F520AB4629F5}"/>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3956273333"/>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502442347"/>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26FB2E4B-5D1B-4250-844C-3D50DE4A9F69}"/>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1377800091"/>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ivider-Full Bleed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5" name="Text Placeholder 4">
            <a:extLst>
              <a:ext uri="{FF2B5EF4-FFF2-40B4-BE49-F238E27FC236}">
                <a16:creationId xmlns:a16="http://schemas.microsoft.com/office/drawing/2014/main" id="{E696C364-9ED6-42C4-8FC2-1F9C6CB1656D}"/>
              </a:ext>
            </a:extLst>
          </p:cNvPr>
          <p:cNvSpPr>
            <a:spLocks noGrp="1"/>
          </p:cNvSpPr>
          <p:nvPr>
            <p:ph type="body" sz="quarter" idx="12"/>
          </p:nvPr>
        </p:nvSpPr>
        <p:spPr>
          <a:xfrm>
            <a:off x="478220" y="366547"/>
            <a:ext cx="5465380" cy="484791"/>
          </a:xfrm>
        </p:spPr>
        <p:txBody>
          <a:bodyPr>
            <a:noAutofit/>
          </a:bodyPr>
          <a:lstStyle>
            <a:lvl1pPr>
              <a:defRPr sz="3200" b="1">
                <a:latin typeface="+mj-lt"/>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edit Master text styles</a:t>
            </a:r>
          </a:p>
        </p:txBody>
      </p:sp>
      <p:sp>
        <p:nvSpPr>
          <p:cNvPr id="6" name="Text Placeholder 4">
            <a:extLst>
              <a:ext uri="{FF2B5EF4-FFF2-40B4-BE49-F238E27FC236}">
                <a16:creationId xmlns:a16="http://schemas.microsoft.com/office/drawing/2014/main" id="{AD421831-C244-4DE0-8DE2-755D7D7315B9}"/>
              </a:ext>
            </a:extLst>
          </p:cNvPr>
          <p:cNvSpPr>
            <a:spLocks noGrp="1"/>
          </p:cNvSpPr>
          <p:nvPr>
            <p:ph type="body" sz="quarter" idx="13"/>
          </p:nvPr>
        </p:nvSpPr>
        <p:spPr>
          <a:xfrm>
            <a:off x="478220" y="851339"/>
            <a:ext cx="5465380" cy="863162"/>
          </a:xfrm>
        </p:spPr>
        <p:txBody>
          <a:bodyPr>
            <a:noAutofit/>
          </a:bodyPr>
          <a:lstStyle>
            <a:lvl1pPr>
              <a:defRPr sz="3200" b="0">
                <a:latin typeface="+mj-lt"/>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edit Master text styles</a:t>
            </a:r>
          </a:p>
        </p:txBody>
      </p:sp>
    </p:spTree>
    <p:extLst>
      <p:ext uri="{BB962C8B-B14F-4D97-AF65-F5344CB8AC3E}">
        <p14:creationId xmlns:p14="http://schemas.microsoft.com/office/powerpoint/2010/main" val="2230674108"/>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5" name="Text Placeholder 8">
            <a:extLst>
              <a:ext uri="{FF2B5EF4-FFF2-40B4-BE49-F238E27FC236}">
                <a16:creationId xmlns:a16="http://schemas.microsoft.com/office/drawing/2014/main" id="{259C2253-8D87-4928-94C4-A4D186A7A8BD}"/>
              </a:ext>
            </a:extLst>
          </p:cNvPr>
          <p:cNvSpPr>
            <a:spLocks noGrp="1"/>
          </p:cNvSpPr>
          <p:nvPr>
            <p:ph type="body" sz="quarter" idx="22" hasCustomPrompt="1"/>
          </p:nvPr>
        </p:nvSpPr>
        <p:spPr>
          <a:xfrm>
            <a:off x="463295" y="682940"/>
            <a:ext cx="11277600" cy="276999"/>
          </a:xfrm>
          <a:prstGeom prst="rect">
            <a:avLst/>
          </a:prstGeom>
        </p:spPr>
        <p:txBody>
          <a:bodyPr lIns="0" tIns="0" rIns="0" bIns="0">
            <a:spAutoFit/>
          </a:bodyPr>
          <a:lstStyle>
            <a:lvl1pPr marL="0" indent="0">
              <a:buNone/>
              <a:defRPr sz="1800" b="0">
                <a:solidFill>
                  <a:schemeClr val="tx2"/>
                </a:solidFill>
              </a:defRPr>
            </a:lvl1pPr>
          </a:lstStyle>
          <a:p>
            <a:pPr lvl="0"/>
            <a:r>
              <a:rPr lang="en-US"/>
              <a:t>Click to add subtitle</a:t>
            </a:r>
          </a:p>
        </p:txBody>
      </p:sp>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3163607594"/>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218" name="Rectangle 217">
            <a:extLst>
              <a:ext uri="{FF2B5EF4-FFF2-40B4-BE49-F238E27FC236}">
                <a16:creationId xmlns:a16="http://schemas.microsoft.com/office/drawing/2014/main" id="{C208E9B6-B7CA-591A-6309-34A926533F86}"/>
              </a:ext>
            </a:extLst>
          </p:cNvPr>
          <p:cNvSpPr/>
          <p:nvPr userDrawn="1"/>
        </p:nvSpPr>
        <p:spPr bwMode="gray">
          <a:xfrm>
            <a:off x="317500" y="6299200"/>
            <a:ext cx="11671300" cy="469900"/>
          </a:xfrm>
          <a:prstGeom prst="rect">
            <a:avLst/>
          </a:prstGeom>
          <a:solidFill>
            <a:srgbClr val="FFFFF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pic>
        <p:nvPicPr>
          <p:cNvPr id="217" name="Picture 216" descr="Shape&#10;&#10;Description automatically generated with medium confidence">
            <a:extLst>
              <a:ext uri="{FF2B5EF4-FFF2-40B4-BE49-F238E27FC236}">
                <a16:creationId xmlns:a16="http://schemas.microsoft.com/office/drawing/2014/main" id="{13918C50-3FEB-B109-0194-76C408C50A49}"/>
              </a:ext>
            </a:extLst>
          </p:cNvPr>
          <p:cNvPicPr>
            <a:picLocks noChangeAspect="1"/>
          </p:cNvPicPr>
          <p:nvPr userDrawn="1"/>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1184" y="0"/>
            <a:ext cx="12189631" cy="6858000"/>
          </a:xfrm>
          <a:prstGeom prst="rect">
            <a:avLst/>
          </a:prstGeom>
        </p:spPr>
      </p:pic>
      <p:sp>
        <p:nvSpPr>
          <p:cNvPr id="219" name="Rectangle 218">
            <a:extLst>
              <a:ext uri="{FF2B5EF4-FFF2-40B4-BE49-F238E27FC236}">
                <a16:creationId xmlns:a16="http://schemas.microsoft.com/office/drawing/2014/main" id="{5BFC6AD0-9453-D44F-4715-8C23CC61CD08}"/>
              </a:ext>
            </a:extLst>
          </p:cNvPr>
          <p:cNvSpPr/>
          <p:nvPr userDrawn="1"/>
        </p:nvSpPr>
        <p:spPr bwMode="gray">
          <a:xfrm>
            <a:off x="0" y="0"/>
            <a:ext cx="12192000" cy="6858000"/>
          </a:xfrm>
          <a:prstGeom prst="rect">
            <a:avLst/>
          </a:prstGeom>
          <a:solidFill>
            <a:srgbClr val="FFFFFF">
              <a:alpha val="82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20" name="CaseCode">
            <a:extLst>
              <a:ext uri="{FF2B5EF4-FFF2-40B4-BE49-F238E27FC236}">
                <a16:creationId xmlns:a16="http://schemas.microsoft.com/office/drawing/2014/main" id="{F98F5356-D187-4174-27D5-CBB22EE091A8}"/>
              </a:ext>
            </a:extLst>
          </p:cNvPr>
          <p:cNvSpPr txBox="1"/>
          <p:nvPr userDrawn="1"/>
        </p:nvSpPr>
        <p:spPr>
          <a:xfrm>
            <a:off x="6335184" y="6519673"/>
            <a:ext cx="4896560" cy="12311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b="1" noProof="0">
                <a:solidFill>
                  <a:schemeClr val="tx1"/>
                </a:solidFill>
                <a:latin typeface="Calibri" panose="020F0502020204030204" pitchFamily="34" charset="0"/>
                <a:cs typeface="Calibri" panose="020F0502020204030204" pitchFamily="34" charset="0"/>
              </a:rPr>
              <a:t>CBS &amp; Enabling Functions | </a:t>
            </a:r>
            <a:r>
              <a:rPr lang="en-US" sz="800" noProof="0">
                <a:solidFill>
                  <a:schemeClr val="tx1"/>
                </a:solidFill>
                <a:latin typeface="Calibri" panose="020F0502020204030204" pitchFamily="34" charset="0"/>
                <a:cs typeface="Calibri" panose="020F0502020204030204" pitchFamily="34" charset="0"/>
              </a:rPr>
              <a:t>The Minimum Standards of Contract Management</a:t>
            </a:r>
            <a:endParaRPr lang="en-US" sz="800" b="1" noProof="0">
              <a:solidFill>
                <a:schemeClr val="tx1"/>
              </a:solidFill>
              <a:latin typeface="Calibri" panose="020F0502020204030204" pitchFamily="34" charset="0"/>
              <a:cs typeface="Calibri" panose="020F0502020204030204" pitchFamily="34" charset="0"/>
            </a:endParaRPr>
          </a:p>
        </p:txBody>
      </p:sp>
      <p:sp>
        <p:nvSpPr>
          <p:cNvPr id="221" name="Copyright">
            <a:extLst>
              <a:ext uri="{FF2B5EF4-FFF2-40B4-BE49-F238E27FC236}">
                <a16:creationId xmlns:a16="http://schemas.microsoft.com/office/drawing/2014/main" id="{47523229-1EFA-6B3F-21B3-1945214E70D8}"/>
              </a:ext>
            </a:extLst>
          </p:cNvPr>
          <p:cNvSpPr txBox="1"/>
          <p:nvPr userDrawn="1"/>
        </p:nvSpPr>
        <p:spPr>
          <a:xfrm>
            <a:off x="457200" y="6515063"/>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tx1"/>
                </a:solidFill>
                <a:latin typeface="Calibri" panose="020F0502020204030204" pitchFamily="34" charset="0"/>
                <a:cs typeface="Calibri" panose="020F0502020204030204" pitchFamily="34" charset="0"/>
              </a:rPr>
              <a:t>© 2022 Deloitte LLP. All rights reserved.</a:t>
            </a:r>
          </a:p>
        </p:txBody>
      </p:sp>
    </p:spTree>
    <p:extLst>
      <p:ext uri="{BB962C8B-B14F-4D97-AF65-F5344CB8AC3E}">
        <p14:creationId xmlns:p14="http://schemas.microsoft.com/office/powerpoint/2010/main" val="3485907729"/>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10" name="Text Placeholder 8">
            <a:extLst>
              <a:ext uri="{FF2B5EF4-FFF2-40B4-BE49-F238E27FC236}">
                <a16:creationId xmlns:a16="http://schemas.microsoft.com/office/drawing/2014/main" id="{09891263-8779-41FC-9383-3693CA16CB1D}"/>
              </a:ext>
            </a:extLst>
          </p:cNvPr>
          <p:cNvSpPr>
            <a:spLocks noGrp="1"/>
          </p:cNvSpPr>
          <p:nvPr>
            <p:ph type="body" sz="quarter" idx="22"/>
          </p:nvPr>
        </p:nvSpPr>
        <p:spPr>
          <a:xfrm>
            <a:off x="458730" y="1851440"/>
            <a:ext cx="3554471" cy="451126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a:extLst>
              <a:ext uri="{FF2B5EF4-FFF2-40B4-BE49-F238E27FC236}">
                <a16:creationId xmlns:a16="http://schemas.microsoft.com/office/drawing/2014/main" id="{3F862111-A699-4618-9902-CD7B1ECC90ED}"/>
              </a:ext>
            </a:extLst>
          </p:cNvPr>
          <p:cNvSpPr>
            <a:spLocks noGrp="1"/>
          </p:cNvSpPr>
          <p:nvPr>
            <p:ph type="body" sz="quarter" idx="23"/>
          </p:nvPr>
        </p:nvSpPr>
        <p:spPr>
          <a:xfrm>
            <a:off x="4314826" y="1851440"/>
            <a:ext cx="3554471" cy="451126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a:extLst>
              <a:ext uri="{FF2B5EF4-FFF2-40B4-BE49-F238E27FC236}">
                <a16:creationId xmlns:a16="http://schemas.microsoft.com/office/drawing/2014/main" id="{136FEA86-C43A-4BD9-AC25-65C16B3F484C}"/>
              </a:ext>
            </a:extLst>
          </p:cNvPr>
          <p:cNvSpPr>
            <a:spLocks noGrp="1"/>
          </p:cNvSpPr>
          <p:nvPr>
            <p:ph type="body" sz="quarter" idx="24"/>
          </p:nvPr>
        </p:nvSpPr>
        <p:spPr>
          <a:xfrm>
            <a:off x="8178800" y="1851440"/>
            <a:ext cx="3556000" cy="451126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a:extLst>
              <a:ext uri="{FF2B5EF4-FFF2-40B4-BE49-F238E27FC236}">
                <a16:creationId xmlns:a16="http://schemas.microsoft.com/office/drawing/2014/main" id="{9D600A6A-61E2-4C72-A87B-39D905EFB4BC}"/>
              </a:ext>
            </a:extLst>
          </p:cNvPr>
          <p:cNvSpPr>
            <a:spLocks noGrp="1"/>
          </p:cNvSpPr>
          <p:nvPr>
            <p:ph type="body" sz="quarter" idx="25"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9" name="Title Placeholder 1">
            <a:extLst>
              <a:ext uri="{FF2B5EF4-FFF2-40B4-BE49-F238E27FC236}">
                <a16:creationId xmlns:a16="http://schemas.microsoft.com/office/drawing/2014/main" id="{D5910C4A-3157-47A5-8677-1140132DE359}"/>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20" name="Rectangle 19">
            <a:extLst>
              <a:ext uri="{FF2B5EF4-FFF2-40B4-BE49-F238E27FC236}">
                <a16:creationId xmlns:a16="http://schemas.microsoft.com/office/drawing/2014/main" id="{221E1916-39D6-44A9-8C07-60C8660A0953}"/>
              </a:ext>
            </a:extLst>
          </p:cNvPr>
          <p:cNvSpPr/>
          <p:nvPr userDrawn="1"/>
        </p:nvSpPr>
        <p:spPr>
          <a:xfrm>
            <a:off x="458729" y="1715425"/>
            <a:ext cx="3560064" cy="548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21" name="Rectangle 20">
            <a:extLst>
              <a:ext uri="{FF2B5EF4-FFF2-40B4-BE49-F238E27FC236}">
                <a16:creationId xmlns:a16="http://schemas.microsoft.com/office/drawing/2014/main" id="{F2178E01-9486-4723-8ECD-9A89CE53905A}"/>
              </a:ext>
            </a:extLst>
          </p:cNvPr>
          <p:cNvSpPr/>
          <p:nvPr userDrawn="1"/>
        </p:nvSpPr>
        <p:spPr>
          <a:xfrm>
            <a:off x="4314824" y="1715425"/>
            <a:ext cx="3560064" cy="548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22" name="Rectangle 21">
            <a:extLst>
              <a:ext uri="{FF2B5EF4-FFF2-40B4-BE49-F238E27FC236}">
                <a16:creationId xmlns:a16="http://schemas.microsoft.com/office/drawing/2014/main" id="{082A3624-848D-4789-989D-4C19B95C8DD4}"/>
              </a:ext>
            </a:extLst>
          </p:cNvPr>
          <p:cNvSpPr/>
          <p:nvPr userDrawn="1"/>
        </p:nvSpPr>
        <p:spPr>
          <a:xfrm>
            <a:off x="8178800" y="1715425"/>
            <a:ext cx="3560064" cy="548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Tree>
    <p:extLst>
      <p:ext uri="{BB962C8B-B14F-4D97-AF65-F5344CB8AC3E}">
        <p14:creationId xmlns:p14="http://schemas.microsoft.com/office/powerpoint/2010/main" val="1649260777"/>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AA35D0E-EBF0-4599-84F7-684DE89E56AE}"/>
              </a:ext>
            </a:extLst>
          </p:cNvPr>
          <p:cNvSpPr>
            <a:spLocks noGrp="1"/>
          </p:cNvSpPr>
          <p:nvPr>
            <p:ph type="body" sz="quarter" idx="25"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1" name="Title Placeholder 1">
            <a:extLst>
              <a:ext uri="{FF2B5EF4-FFF2-40B4-BE49-F238E27FC236}">
                <a16:creationId xmlns:a16="http://schemas.microsoft.com/office/drawing/2014/main" id="{CBCDA542-DB63-41BB-89C0-73F35C7D17CA}"/>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12" name="Text Placeholder 8">
            <a:extLst>
              <a:ext uri="{FF2B5EF4-FFF2-40B4-BE49-F238E27FC236}">
                <a16:creationId xmlns:a16="http://schemas.microsoft.com/office/drawing/2014/main" id="{C73178E3-6490-436A-8FEB-CC4E21B542CE}"/>
              </a:ext>
            </a:extLst>
          </p:cNvPr>
          <p:cNvSpPr>
            <a:spLocks noGrp="1"/>
          </p:cNvSpPr>
          <p:nvPr>
            <p:ph type="body" sz="quarter" idx="17"/>
          </p:nvPr>
        </p:nvSpPr>
        <p:spPr>
          <a:xfrm>
            <a:off x="473297" y="3124200"/>
            <a:ext cx="2720468" cy="3238500"/>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a:extLst>
              <a:ext uri="{FF2B5EF4-FFF2-40B4-BE49-F238E27FC236}">
                <a16:creationId xmlns:a16="http://schemas.microsoft.com/office/drawing/2014/main" id="{1B5A2B37-A59A-4B85-9144-75BC73AD9DB2}"/>
              </a:ext>
            </a:extLst>
          </p:cNvPr>
          <p:cNvSpPr>
            <a:spLocks noGrp="1"/>
          </p:cNvSpPr>
          <p:nvPr>
            <p:ph type="body" sz="quarter" idx="18"/>
          </p:nvPr>
        </p:nvSpPr>
        <p:spPr>
          <a:xfrm>
            <a:off x="6171687" y="3120553"/>
            <a:ext cx="2712000" cy="3238500"/>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8">
            <a:extLst>
              <a:ext uri="{FF2B5EF4-FFF2-40B4-BE49-F238E27FC236}">
                <a16:creationId xmlns:a16="http://schemas.microsoft.com/office/drawing/2014/main" id="{0EDB9492-A5FE-44CC-90D8-0E0E80A4E813}"/>
              </a:ext>
            </a:extLst>
          </p:cNvPr>
          <p:cNvSpPr>
            <a:spLocks noGrp="1"/>
          </p:cNvSpPr>
          <p:nvPr>
            <p:ph type="body" sz="quarter" idx="19"/>
          </p:nvPr>
        </p:nvSpPr>
        <p:spPr>
          <a:xfrm>
            <a:off x="3330040" y="3124202"/>
            <a:ext cx="2712000" cy="3238499"/>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a:extLst>
              <a:ext uri="{FF2B5EF4-FFF2-40B4-BE49-F238E27FC236}">
                <a16:creationId xmlns:a16="http://schemas.microsoft.com/office/drawing/2014/main" id="{3D335E86-FA3A-4B76-B4D1-5D530C4E3791}"/>
              </a:ext>
            </a:extLst>
          </p:cNvPr>
          <p:cNvSpPr>
            <a:spLocks noGrp="1"/>
          </p:cNvSpPr>
          <p:nvPr>
            <p:ph type="body" sz="quarter" idx="20"/>
          </p:nvPr>
        </p:nvSpPr>
        <p:spPr>
          <a:xfrm>
            <a:off x="9035701" y="3108508"/>
            <a:ext cx="2697183" cy="3254192"/>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03940684"/>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11" name="CaseCode">
            <a:extLst>
              <a:ext uri="{FF2B5EF4-FFF2-40B4-BE49-F238E27FC236}">
                <a16:creationId xmlns:a16="http://schemas.microsoft.com/office/drawing/2014/main" id="{676B7924-6A82-4453-9ABA-42AE71384BDC}"/>
              </a:ext>
            </a:extLst>
          </p:cNvPr>
          <p:cNvSpPr txBox="1"/>
          <p:nvPr userDrawn="1"/>
        </p:nvSpPr>
        <p:spPr>
          <a:xfrm>
            <a:off x="6335184" y="6477002"/>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2" name="Copyright">
            <a:extLst>
              <a:ext uri="{FF2B5EF4-FFF2-40B4-BE49-F238E27FC236}">
                <a16:creationId xmlns:a16="http://schemas.microsoft.com/office/drawing/2014/main" id="{ED0B00A8-5B86-4AFE-8884-819CF7356AAE}"/>
              </a:ext>
            </a:extLst>
          </p:cNvPr>
          <p:cNvSpPr txBox="1"/>
          <p:nvPr userDrawn="1"/>
        </p:nvSpPr>
        <p:spPr>
          <a:xfrm>
            <a:off x="501649" y="647700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a:t>
            </a:r>
            <a:r>
              <a:rPr lang="en-US" sz="675" noProof="0" err="1">
                <a:solidFill>
                  <a:schemeClr val="bg1"/>
                </a:solidFill>
                <a:latin typeface="Calibri" panose="020F0502020204030204" pitchFamily="34" charset="0"/>
                <a:cs typeface="Calibri" panose="020F0502020204030204" pitchFamily="34" charset="0"/>
              </a:rPr>
              <a:t>Mster</a:t>
            </a:r>
            <a:r>
              <a:rPr lang="en-US" sz="675" noProof="0">
                <a:solidFill>
                  <a:schemeClr val="bg1"/>
                </a:solidFill>
                <a:latin typeface="Calibri" panose="020F0502020204030204" pitchFamily="34" charset="0"/>
                <a:cs typeface="Calibri" panose="020F0502020204030204" pitchFamily="34" charset="0"/>
              </a:rPr>
              <a:t> &gt; Slide Master]</a:t>
            </a:r>
          </a:p>
        </p:txBody>
      </p:sp>
      <p:sp>
        <p:nvSpPr>
          <p:cNvPr id="13" name="Text Placeholder 8">
            <a:extLst>
              <a:ext uri="{FF2B5EF4-FFF2-40B4-BE49-F238E27FC236}">
                <a16:creationId xmlns:a16="http://schemas.microsoft.com/office/drawing/2014/main" id="{5BECBA53-5CA5-4826-B507-38E5EDBC4936}"/>
              </a:ext>
            </a:extLst>
          </p:cNvPr>
          <p:cNvSpPr>
            <a:spLocks noGrp="1"/>
          </p:cNvSpPr>
          <p:nvPr>
            <p:ph type="body" sz="quarter" idx="25"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bg1"/>
                </a:solidFill>
              </a:defRPr>
            </a:lvl1pPr>
          </a:lstStyle>
          <a:p>
            <a:pPr lvl="0"/>
            <a:r>
              <a:rPr lang="en-US"/>
              <a:t>Click to add subtitle</a:t>
            </a:r>
          </a:p>
        </p:txBody>
      </p:sp>
      <p:sp>
        <p:nvSpPr>
          <p:cNvPr id="14" name="Title Placeholder 1">
            <a:extLst>
              <a:ext uri="{FF2B5EF4-FFF2-40B4-BE49-F238E27FC236}">
                <a16:creationId xmlns:a16="http://schemas.microsoft.com/office/drawing/2014/main" id="{83571CF0-9FB3-44B1-BE19-B891DD1B11A0}"/>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solidFill>
                  <a:schemeClr val="bg1"/>
                </a:solidFill>
                <a:latin typeface="+mj-lt"/>
              </a:defRPr>
            </a:lvl1pPr>
          </a:lstStyle>
          <a:p>
            <a:r>
              <a:rPr lang="en-US"/>
              <a:t>Click to add title</a:t>
            </a:r>
          </a:p>
        </p:txBody>
      </p:sp>
      <p:sp>
        <p:nvSpPr>
          <p:cNvPr id="15" name="Text Placeholder 8">
            <a:extLst>
              <a:ext uri="{FF2B5EF4-FFF2-40B4-BE49-F238E27FC236}">
                <a16:creationId xmlns:a16="http://schemas.microsoft.com/office/drawing/2014/main" id="{CA32CD74-2C13-40B4-A25F-8871032067FB}"/>
              </a:ext>
            </a:extLst>
          </p:cNvPr>
          <p:cNvSpPr>
            <a:spLocks noGrp="1"/>
          </p:cNvSpPr>
          <p:nvPr>
            <p:ph type="body" sz="quarter" idx="17"/>
          </p:nvPr>
        </p:nvSpPr>
        <p:spPr>
          <a:xfrm>
            <a:off x="473297" y="3124200"/>
            <a:ext cx="2720468" cy="3238500"/>
          </a:xfrm>
        </p:spPr>
        <p:txBody>
          <a:bodyPr>
            <a:noAutofit/>
          </a:bodyPr>
          <a:lstStyle>
            <a:lvl1pPr marL="0" indent="0" algn="l">
              <a:buFontTx/>
              <a:buNone/>
              <a:defRPr sz="1200" b="1">
                <a:solidFill>
                  <a:schemeClr val="bg1"/>
                </a:solidFill>
              </a:defRPr>
            </a:lvl1pPr>
            <a:lvl2pPr marL="104775" indent="-104775" algn="l">
              <a:spcAft>
                <a:spcPts val="0"/>
              </a:spcAft>
              <a:buClrTx/>
              <a:buSzPct val="100000"/>
              <a:buFont typeface="Arial" panose="020B0604020202020204" pitchFamily="34" charset="0"/>
              <a:buChar char="•"/>
              <a:defRPr sz="1200">
                <a:solidFill>
                  <a:schemeClr val="bg1"/>
                </a:solidFill>
              </a:defRPr>
            </a:lvl2pPr>
            <a:lvl3pPr marL="228600" indent="-104775" algn="l">
              <a:spcAft>
                <a:spcPts val="0"/>
              </a:spcAft>
              <a:buClrTx/>
              <a:buSzPct val="100000"/>
              <a:buFont typeface="Arial" panose="020B0604020202020204" pitchFamily="34" charset="0"/>
              <a:buChar char="−"/>
              <a:defRPr sz="1200">
                <a:solidFill>
                  <a:schemeClr val="bg1"/>
                </a:solidFill>
              </a:defRPr>
            </a:lvl3pPr>
            <a:lvl4pPr marL="352425" indent="-104775" algn="l">
              <a:spcAft>
                <a:spcPts val="0"/>
              </a:spcAft>
              <a:buClrTx/>
              <a:buSzPct val="100000"/>
              <a:buFont typeface="Arial" panose="020B0604020202020204" pitchFamily="34" charset="0"/>
              <a:buChar char="◦"/>
              <a:defRPr sz="1200">
                <a:solidFill>
                  <a:schemeClr val="bg1"/>
                </a:solidFill>
              </a:defRPr>
            </a:lvl4pPr>
            <a:lvl5pPr marL="476250" indent="-104775" algn="l">
              <a:spcAft>
                <a:spcPts val="0"/>
              </a:spcAft>
              <a:buClrTx/>
              <a:buSzPct val="100000"/>
              <a:buFont typeface="Arial" panose="020B0604020202020204" pitchFamily="34" charset="0"/>
              <a:buChar char="−"/>
              <a:defRPr sz="1200" baseline="0">
                <a:solidFill>
                  <a:schemeClr val="bg1"/>
                </a:solidFill>
              </a:defRPr>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9" name="Text Placeholder 8">
            <a:extLst>
              <a:ext uri="{FF2B5EF4-FFF2-40B4-BE49-F238E27FC236}">
                <a16:creationId xmlns:a16="http://schemas.microsoft.com/office/drawing/2014/main" id="{0BD8344B-373A-4CA8-9F91-E02B0DA48BC6}"/>
              </a:ext>
            </a:extLst>
          </p:cNvPr>
          <p:cNvSpPr>
            <a:spLocks noGrp="1"/>
          </p:cNvSpPr>
          <p:nvPr>
            <p:ph type="body" sz="quarter" idx="18"/>
          </p:nvPr>
        </p:nvSpPr>
        <p:spPr>
          <a:xfrm>
            <a:off x="6171687" y="3120553"/>
            <a:ext cx="2712000" cy="3238500"/>
          </a:xfrm>
        </p:spPr>
        <p:txBody>
          <a:bodyPr>
            <a:noAutofit/>
          </a:bodyPr>
          <a:lstStyle>
            <a:lvl1pPr marL="0" indent="0" algn="l">
              <a:buFontTx/>
              <a:buNone/>
              <a:defRPr sz="1200" b="1">
                <a:solidFill>
                  <a:schemeClr val="bg1"/>
                </a:solidFill>
              </a:defRPr>
            </a:lvl1pPr>
            <a:lvl2pPr marL="104775" indent="-104775" algn="l">
              <a:spcAft>
                <a:spcPts val="0"/>
              </a:spcAft>
              <a:buClrTx/>
              <a:buSzPct val="100000"/>
              <a:buFont typeface="Arial" panose="020B0604020202020204" pitchFamily="34" charset="0"/>
              <a:buChar char="•"/>
              <a:defRPr sz="1200">
                <a:solidFill>
                  <a:schemeClr val="bg1"/>
                </a:solidFill>
              </a:defRPr>
            </a:lvl2pPr>
            <a:lvl3pPr marL="228600" indent="-104775" algn="l">
              <a:spcAft>
                <a:spcPts val="0"/>
              </a:spcAft>
              <a:buClrTx/>
              <a:buSzPct val="100000"/>
              <a:buFont typeface="Arial" panose="020B0604020202020204" pitchFamily="34" charset="0"/>
              <a:buChar char="−"/>
              <a:defRPr sz="1200">
                <a:solidFill>
                  <a:schemeClr val="bg1"/>
                </a:solidFill>
              </a:defRPr>
            </a:lvl3pPr>
            <a:lvl4pPr marL="352425" indent="-104775" algn="l">
              <a:spcAft>
                <a:spcPts val="0"/>
              </a:spcAft>
              <a:buClrTx/>
              <a:buSzPct val="100000"/>
              <a:buFont typeface="Arial" panose="020B0604020202020204" pitchFamily="34" charset="0"/>
              <a:buChar char="◦"/>
              <a:defRPr sz="1200">
                <a:solidFill>
                  <a:schemeClr val="bg1"/>
                </a:solidFill>
              </a:defRPr>
            </a:lvl4pPr>
            <a:lvl5pPr marL="476250" indent="-104775" algn="l">
              <a:spcAft>
                <a:spcPts val="0"/>
              </a:spcAft>
              <a:buClrTx/>
              <a:buSzPct val="100000"/>
              <a:buFont typeface="Arial" panose="020B0604020202020204" pitchFamily="34" charset="0"/>
              <a:buChar char="−"/>
              <a:defRPr sz="1200" baseline="0">
                <a:solidFill>
                  <a:schemeClr val="bg1"/>
                </a:solidFill>
              </a:defRPr>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 name="Text Placeholder 8">
            <a:extLst>
              <a:ext uri="{FF2B5EF4-FFF2-40B4-BE49-F238E27FC236}">
                <a16:creationId xmlns:a16="http://schemas.microsoft.com/office/drawing/2014/main" id="{55636606-D676-4661-AF12-C0DF71DF3A73}"/>
              </a:ext>
            </a:extLst>
          </p:cNvPr>
          <p:cNvSpPr>
            <a:spLocks noGrp="1"/>
          </p:cNvSpPr>
          <p:nvPr>
            <p:ph type="body" sz="quarter" idx="19"/>
          </p:nvPr>
        </p:nvSpPr>
        <p:spPr>
          <a:xfrm>
            <a:off x="3330040" y="3124202"/>
            <a:ext cx="2712000" cy="3238499"/>
          </a:xfrm>
        </p:spPr>
        <p:txBody>
          <a:bodyPr>
            <a:noAutofit/>
          </a:bodyPr>
          <a:lstStyle>
            <a:lvl1pPr marL="0" indent="0" algn="l">
              <a:buFontTx/>
              <a:buNone/>
              <a:defRPr sz="1200" b="1">
                <a:solidFill>
                  <a:schemeClr val="bg1"/>
                </a:solidFill>
              </a:defRPr>
            </a:lvl1pPr>
            <a:lvl2pPr marL="104775" indent="-104775" algn="l">
              <a:spcAft>
                <a:spcPts val="0"/>
              </a:spcAft>
              <a:buClrTx/>
              <a:buSzPct val="100000"/>
              <a:buFont typeface="Arial" panose="020B0604020202020204" pitchFamily="34" charset="0"/>
              <a:buChar char="•"/>
              <a:defRPr sz="1200">
                <a:solidFill>
                  <a:schemeClr val="bg1"/>
                </a:solidFill>
              </a:defRPr>
            </a:lvl2pPr>
            <a:lvl3pPr marL="228600" indent="-104775" algn="l">
              <a:spcAft>
                <a:spcPts val="0"/>
              </a:spcAft>
              <a:buClrTx/>
              <a:buSzPct val="100000"/>
              <a:buFont typeface="Arial" panose="020B0604020202020204" pitchFamily="34" charset="0"/>
              <a:buChar char="−"/>
              <a:defRPr sz="1200">
                <a:solidFill>
                  <a:schemeClr val="bg1"/>
                </a:solidFill>
              </a:defRPr>
            </a:lvl3pPr>
            <a:lvl4pPr marL="352425" indent="-104775" algn="l">
              <a:spcAft>
                <a:spcPts val="0"/>
              </a:spcAft>
              <a:buClrTx/>
              <a:buSzPct val="100000"/>
              <a:buFont typeface="Arial" panose="020B0604020202020204" pitchFamily="34" charset="0"/>
              <a:buChar char="◦"/>
              <a:defRPr sz="1200">
                <a:solidFill>
                  <a:schemeClr val="bg1"/>
                </a:solidFill>
              </a:defRPr>
            </a:lvl4pPr>
            <a:lvl5pPr marL="476250" indent="-104775" algn="l">
              <a:spcAft>
                <a:spcPts val="0"/>
              </a:spcAft>
              <a:buClrTx/>
              <a:buSzPct val="100000"/>
              <a:buFont typeface="Arial" panose="020B0604020202020204" pitchFamily="34" charset="0"/>
              <a:buChar char="−"/>
              <a:defRPr sz="1200" baseline="0">
                <a:solidFill>
                  <a:schemeClr val="bg1"/>
                </a:solidFill>
              </a:defRPr>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Text Placeholder 8">
            <a:extLst>
              <a:ext uri="{FF2B5EF4-FFF2-40B4-BE49-F238E27FC236}">
                <a16:creationId xmlns:a16="http://schemas.microsoft.com/office/drawing/2014/main" id="{59A4F706-D410-4A3E-B5DE-E6CD51845EA7}"/>
              </a:ext>
            </a:extLst>
          </p:cNvPr>
          <p:cNvSpPr>
            <a:spLocks noGrp="1"/>
          </p:cNvSpPr>
          <p:nvPr>
            <p:ph type="body" sz="quarter" idx="20"/>
          </p:nvPr>
        </p:nvSpPr>
        <p:spPr>
          <a:xfrm>
            <a:off x="9035701" y="3108508"/>
            <a:ext cx="2697183" cy="3254192"/>
          </a:xfrm>
        </p:spPr>
        <p:txBody>
          <a:bodyPr>
            <a:noAutofit/>
          </a:bodyPr>
          <a:lstStyle>
            <a:lvl1pPr marL="0" indent="0" algn="l">
              <a:buFontTx/>
              <a:buNone/>
              <a:defRPr sz="1200" b="1">
                <a:solidFill>
                  <a:schemeClr val="bg1"/>
                </a:solidFill>
              </a:defRPr>
            </a:lvl1pPr>
            <a:lvl2pPr marL="104775" indent="-104775" algn="l">
              <a:spcAft>
                <a:spcPts val="0"/>
              </a:spcAft>
              <a:buClrTx/>
              <a:buSzPct val="100000"/>
              <a:buFont typeface="Arial" panose="020B0604020202020204" pitchFamily="34" charset="0"/>
              <a:buChar char="•"/>
              <a:defRPr sz="1200">
                <a:solidFill>
                  <a:schemeClr val="bg1"/>
                </a:solidFill>
              </a:defRPr>
            </a:lvl2pPr>
            <a:lvl3pPr marL="228600" indent="-104775" algn="l">
              <a:spcAft>
                <a:spcPts val="0"/>
              </a:spcAft>
              <a:buClrTx/>
              <a:buSzPct val="100000"/>
              <a:buFont typeface="Arial" panose="020B0604020202020204" pitchFamily="34" charset="0"/>
              <a:buChar char="−"/>
              <a:defRPr sz="1200">
                <a:solidFill>
                  <a:schemeClr val="bg1"/>
                </a:solidFill>
              </a:defRPr>
            </a:lvl3pPr>
            <a:lvl4pPr marL="352425" indent="-104775" algn="l">
              <a:spcAft>
                <a:spcPts val="0"/>
              </a:spcAft>
              <a:buClrTx/>
              <a:buSzPct val="100000"/>
              <a:buFont typeface="Arial" panose="020B0604020202020204" pitchFamily="34" charset="0"/>
              <a:buChar char="◦"/>
              <a:defRPr sz="1200">
                <a:solidFill>
                  <a:schemeClr val="bg1"/>
                </a:solidFill>
              </a:defRPr>
            </a:lvl4pPr>
            <a:lvl5pPr marL="476250" indent="-104775" algn="l">
              <a:spcAft>
                <a:spcPts val="0"/>
              </a:spcAft>
              <a:buClrTx/>
              <a:buSzPct val="100000"/>
              <a:buFont typeface="Arial" panose="020B0604020202020204" pitchFamily="34" charset="0"/>
              <a:buChar char="−"/>
              <a:defRPr sz="1200" baseline="0">
                <a:solidFill>
                  <a:schemeClr val="bg1"/>
                </a:solidFill>
              </a:defRPr>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550332216"/>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7" name="Picture Placeholder 29"/>
          <p:cNvSpPr>
            <a:spLocks noGrp="1"/>
          </p:cNvSpPr>
          <p:nvPr>
            <p:ph type="pic" sz="quarter" idx="20" hasCustomPrompt="1"/>
          </p:nvPr>
        </p:nvSpPr>
        <p:spPr>
          <a:xfrm>
            <a:off x="10485324" y="1853601"/>
            <a:ext cx="1244161"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a:solidFill>
                  <a:schemeClr val="bg1"/>
                </a:solidFill>
              </a:rPr>
              <a:t>Co-brand</a:t>
            </a:r>
            <a:br>
              <a:rPr lang="en-US" sz="900">
                <a:solidFill>
                  <a:schemeClr val="bg1"/>
                </a:solidFill>
              </a:rPr>
            </a:br>
            <a:r>
              <a:rPr lang="en-US" sz="900">
                <a:solidFill>
                  <a:schemeClr val="bg1"/>
                </a:solidFill>
              </a:rPr>
              <a:t>Logo</a:t>
            </a:r>
          </a:p>
          <a:p>
            <a:endParaRPr lang="en-GB"/>
          </a:p>
        </p:txBody>
      </p:sp>
      <p:sp>
        <p:nvSpPr>
          <p:cNvPr id="14" name="Picture Placeholder 29"/>
          <p:cNvSpPr>
            <a:spLocks noGrp="1"/>
          </p:cNvSpPr>
          <p:nvPr>
            <p:ph type="pic" sz="quarter" idx="24" hasCustomPrompt="1"/>
          </p:nvPr>
        </p:nvSpPr>
        <p:spPr>
          <a:xfrm>
            <a:off x="4702979" y="4258270"/>
            <a:ext cx="1239381"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a:solidFill>
                  <a:schemeClr val="bg1"/>
                </a:solidFill>
              </a:rPr>
              <a:t>Co-brand</a:t>
            </a:r>
            <a:br>
              <a:rPr lang="en-US" sz="900">
                <a:solidFill>
                  <a:schemeClr val="bg1"/>
                </a:solidFill>
              </a:rPr>
            </a:br>
            <a:r>
              <a:rPr lang="en-US" sz="900">
                <a:solidFill>
                  <a:schemeClr val="bg1"/>
                </a:solidFill>
              </a:rPr>
              <a:t>Logo</a:t>
            </a:r>
          </a:p>
          <a:p>
            <a:endParaRPr lang="en-GB"/>
          </a:p>
        </p:txBody>
      </p:sp>
      <p:sp>
        <p:nvSpPr>
          <p:cNvPr id="15" name="Picture Placeholder 29"/>
          <p:cNvSpPr>
            <a:spLocks noGrp="1"/>
          </p:cNvSpPr>
          <p:nvPr>
            <p:ph type="pic" sz="quarter" idx="25" hasCustomPrompt="1"/>
          </p:nvPr>
        </p:nvSpPr>
        <p:spPr>
          <a:xfrm>
            <a:off x="10500785" y="4258270"/>
            <a:ext cx="1244160"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a:solidFill>
                  <a:schemeClr val="bg1"/>
                </a:solidFill>
              </a:rPr>
              <a:t>Co-brand</a:t>
            </a:r>
            <a:br>
              <a:rPr lang="en-US" sz="900">
                <a:solidFill>
                  <a:schemeClr val="bg1"/>
                </a:solidFill>
              </a:rPr>
            </a:br>
            <a:r>
              <a:rPr lang="en-US" sz="900">
                <a:solidFill>
                  <a:schemeClr val="bg1"/>
                </a:solidFill>
              </a:rPr>
              <a:t>Logo</a:t>
            </a:r>
          </a:p>
          <a:p>
            <a:endParaRPr lang="en-GB"/>
          </a:p>
        </p:txBody>
      </p:sp>
      <p:sp>
        <p:nvSpPr>
          <p:cNvPr id="17" name="Picture Placeholder 29"/>
          <p:cNvSpPr>
            <a:spLocks noGrp="1"/>
          </p:cNvSpPr>
          <p:nvPr>
            <p:ph type="pic" sz="quarter" idx="19" hasCustomPrompt="1"/>
          </p:nvPr>
        </p:nvSpPr>
        <p:spPr>
          <a:xfrm>
            <a:off x="4735149" y="1857894"/>
            <a:ext cx="1210207"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a:solidFill>
                  <a:schemeClr val="bg1"/>
                </a:solidFill>
              </a:rPr>
              <a:t>Co-brand</a:t>
            </a:r>
            <a:br>
              <a:rPr lang="en-US" sz="900">
                <a:solidFill>
                  <a:schemeClr val="bg1"/>
                </a:solidFill>
              </a:rPr>
            </a:br>
            <a:r>
              <a:rPr lang="en-US" sz="900">
                <a:solidFill>
                  <a:schemeClr val="bg1"/>
                </a:solidFill>
              </a:rPr>
              <a:t>Logo</a:t>
            </a:r>
          </a:p>
          <a:p>
            <a:endParaRPr lang="en-GB"/>
          </a:p>
        </p:txBody>
      </p:sp>
      <p:sp>
        <p:nvSpPr>
          <p:cNvPr id="28" name="Text Placeholder 8">
            <a:extLst>
              <a:ext uri="{FF2B5EF4-FFF2-40B4-BE49-F238E27FC236}">
                <a16:creationId xmlns:a16="http://schemas.microsoft.com/office/drawing/2014/main" id="{0D485CFD-E778-438B-9F95-AA857AF5CACE}"/>
              </a:ext>
            </a:extLst>
          </p:cNvPr>
          <p:cNvSpPr>
            <a:spLocks noGrp="1"/>
          </p:cNvSpPr>
          <p:nvPr>
            <p:ph type="body" sz="quarter" idx="17"/>
          </p:nvPr>
        </p:nvSpPr>
        <p:spPr>
          <a:xfrm>
            <a:off x="470344" y="1856232"/>
            <a:ext cx="5473257" cy="169545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 name="Text Placeholder 8">
            <a:extLst>
              <a:ext uri="{FF2B5EF4-FFF2-40B4-BE49-F238E27FC236}">
                <a16:creationId xmlns:a16="http://schemas.microsoft.com/office/drawing/2014/main" id="{1995C2BA-4183-48F4-92D9-4620CCDF5C16}"/>
              </a:ext>
            </a:extLst>
          </p:cNvPr>
          <p:cNvSpPr>
            <a:spLocks noGrp="1"/>
          </p:cNvSpPr>
          <p:nvPr>
            <p:ph type="body" sz="quarter" idx="26"/>
          </p:nvPr>
        </p:nvSpPr>
        <p:spPr>
          <a:xfrm>
            <a:off x="6257042" y="1847618"/>
            <a:ext cx="5464615" cy="169545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 name="Text Placeholder 8">
            <a:extLst>
              <a:ext uri="{FF2B5EF4-FFF2-40B4-BE49-F238E27FC236}">
                <a16:creationId xmlns:a16="http://schemas.microsoft.com/office/drawing/2014/main" id="{2DC3B9DA-0A51-491C-923B-09D36118ADA0}"/>
              </a:ext>
            </a:extLst>
          </p:cNvPr>
          <p:cNvSpPr>
            <a:spLocks noGrp="1"/>
          </p:cNvSpPr>
          <p:nvPr>
            <p:ph type="body" sz="quarter" idx="27"/>
          </p:nvPr>
        </p:nvSpPr>
        <p:spPr>
          <a:xfrm>
            <a:off x="470344" y="4256623"/>
            <a:ext cx="5473257" cy="169545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1" name="Text Placeholder 8">
            <a:extLst>
              <a:ext uri="{FF2B5EF4-FFF2-40B4-BE49-F238E27FC236}">
                <a16:creationId xmlns:a16="http://schemas.microsoft.com/office/drawing/2014/main" id="{70BD43BA-DF89-409F-B9BF-2853EC358260}"/>
              </a:ext>
            </a:extLst>
          </p:cNvPr>
          <p:cNvSpPr>
            <a:spLocks noGrp="1"/>
          </p:cNvSpPr>
          <p:nvPr>
            <p:ph type="body" sz="quarter" idx="28"/>
          </p:nvPr>
        </p:nvSpPr>
        <p:spPr>
          <a:xfrm>
            <a:off x="6257043" y="4256623"/>
            <a:ext cx="5483852" cy="169545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Text Placeholder 8">
            <a:extLst>
              <a:ext uri="{FF2B5EF4-FFF2-40B4-BE49-F238E27FC236}">
                <a16:creationId xmlns:a16="http://schemas.microsoft.com/office/drawing/2014/main" id="{E3C8C216-A0D5-48CE-BB18-6E34DE5AE099}"/>
              </a:ext>
            </a:extLst>
          </p:cNvPr>
          <p:cNvSpPr>
            <a:spLocks noGrp="1"/>
          </p:cNvSpPr>
          <p:nvPr>
            <p:ph type="body" sz="quarter" idx="29"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8" name="Title Placeholder 1">
            <a:extLst>
              <a:ext uri="{FF2B5EF4-FFF2-40B4-BE49-F238E27FC236}">
                <a16:creationId xmlns:a16="http://schemas.microsoft.com/office/drawing/2014/main" id="{A6B3ABAE-3971-4ECC-8E25-1E94617FBFBE}"/>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33" name="Rectangle 32">
            <a:extLst>
              <a:ext uri="{FF2B5EF4-FFF2-40B4-BE49-F238E27FC236}">
                <a16:creationId xmlns:a16="http://schemas.microsoft.com/office/drawing/2014/main" id="{9D3E3D5E-69E0-409C-B43B-3D03BAF8E640}"/>
              </a:ext>
            </a:extLst>
          </p:cNvPr>
          <p:cNvSpPr/>
          <p:nvPr userDrawn="1"/>
        </p:nvSpPr>
        <p:spPr>
          <a:xfrm>
            <a:off x="470343" y="1715425"/>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4" name="Rectangle 33">
            <a:extLst>
              <a:ext uri="{FF2B5EF4-FFF2-40B4-BE49-F238E27FC236}">
                <a16:creationId xmlns:a16="http://schemas.microsoft.com/office/drawing/2014/main" id="{8AC51DC9-50A0-4091-8F6F-9150D453B6B1}"/>
              </a:ext>
            </a:extLst>
          </p:cNvPr>
          <p:cNvSpPr/>
          <p:nvPr userDrawn="1"/>
        </p:nvSpPr>
        <p:spPr>
          <a:xfrm>
            <a:off x="6246196" y="1718774"/>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5" name="Rectangle 34">
            <a:extLst>
              <a:ext uri="{FF2B5EF4-FFF2-40B4-BE49-F238E27FC236}">
                <a16:creationId xmlns:a16="http://schemas.microsoft.com/office/drawing/2014/main" id="{A118D7C8-CEED-48A7-ADB2-7610B12C1B07}"/>
              </a:ext>
            </a:extLst>
          </p:cNvPr>
          <p:cNvSpPr/>
          <p:nvPr userDrawn="1"/>
        </p:nvSpPr>
        <p:spPr>
          <a:xfrm>
            <a:off x="470343" y="4126942"/>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6" name="Rectangle 35">
            <a:extLst>
              <a:ext uri="{FF2B5EF4-FFF2-40B4-BE49-F238E27FC236}">
                <a16:creationId xmlns:a16="http://schemas.microsoft.com/office/drawing/2014/main" id="{C7A403C2-4204-4E69-B696-73BE1FE1F740}"/>
              </a:ext>
            </a:extLst>
          </p:cNvPr>
          <p:cNvSpPr/>
          <p:nvPr userDrawn="1"/>
        </p:nvSpPr>
        <p:spPr>
          <a:xfrm>
            <a:off x="6246196" y="4130291"/>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Tree>
    <p:extLst>
      <p:ext uri="{BB962C8B-B14F-4D97-AF65-F5344CB8AC3E}">
        <p14:creationId xmlns:p14="http://schemas.microsoft.com/office/powerpoint/2010/main" val="3369418161"/>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64481" y="4189870"/>
            <a:ext cx="8566108" cy="2169796"/>
          </a:xfrm>
        </p:spPr>
        <p:txBody>
          <a:bodyPr anchor="b" anchorCtr="0">
            <a:normAutofit/>
          </a:bodyPr>
          <a:lstStyle>
            <a:lvl1pPr>
              <a:lnSpc>
                <a:spcPct val="100000"/>
              </a:lnSpc>
              <a:spcAft>
                <a:spcPts val="450"/>
              </a:spcAft>
              <a:defRPr sz="800"/>
            </a:lvl1pPr>
          </a:lstStyle>
          <a:p>
            <a:pPr lvl="0"/>
            <a:r>
              <a:rPr lang="en-US"/>
              <a:t>Click to edit Master text styles</a:t>
            </a:r>
          </a:p>
        </p:txBody>
      </p:sp>
      <p:sp>
        <p:nvSpPr>
          <p:cNvPr id="3" name="Picture Placeholder 2"/>
          <p:cNvSpPr>
            <a:spLocks noGrp="1"/>
          </p:cNvSpPr>
          <p:nvPr>
            <p:ph type="pic" sz="quarter" idx="14" hasCustomPrompt="1"/>
          </p:nvPr>
        </p:nvSpPr>
        <p:spPr>
          <a:xfrm>
            <a:off x="9406185" y="4189870"/>
            <a:ext cx="2319503" cy="1725448"/>
          </a:xfrm>
        </p:spPr>
        <p:txBody>
          <a:bodyPr anchor="ctr" anchorCtr="0">
            <a:normAutofit/>
          </a:bodyPr>
          <a:lstStyle>
            <a:lvl1pPr algn="ctr">
              <a:defRPr sz="800"/>
            </a:lvl1pPr>
          </a:lstStyle>
          <a:p>
            <a:r>
              <a:rPr lang="en-GB" sz="675"/>
              <a:t>Insert sponsorship mark here</a:t>
            </a:r>
            <a:endParaRPr lang="en-GB"/>
          </a:p>
        </p:txBody>
      </p:sp>
      <p:sp>
        <p:nvSpPr>
          <p:cNvPr id="8" name="Text Placeholder 7"/>
          <p:cNvSpPr>
            <a:spLocks noGrp="1"/>
          </p:cNvSpPr>
          <p:nvPr>
            <p:ph type="body" sz="quarter" idx="15"/>
          </p:nvPr>
        </p:nvSpPr>
        <p:spPr>
          <a:xfrm>
            <a:off x="9406187" y="5995943"/>
            <a:ext cx="2319501" cy="363722"/>
          </a:xfrm>
        </p:spPr>
        <p:txBody>
          <a:bodyPr anchor="b" anchorCtr="0">
            <a:normAutofit/>
          </a:bodyPr>
          <a:lstStyle>
            <a:lvl1pPr>
              <a:lnSpc>
                <a:spcPct val="100000"/>
              </a:lnSpc>
              <a:defRPr sz="800"/>
            </a:lvl1pPr>
          </a:lstStyle>
          <a:p>
            <a:pPr lvl="0"/>
            <a:r>
              <a:rPr lang="en-US"/>
              <a:t>Click to edit Master text styles</a:t>
            </a:r>
          </a:p>
        </p:txBody>
      </p:sp>
      <p:grpSp>
        <p:nvGrpSpPr>
          <p:cNvPr id="20" name="Group 19">
            <a:extLst>
              <a:ext uri="{FF2B5EF4-FFF2-40B4-BE49-F238E27FC236}">
                <a16:creationId xmlns:a16="http://schemas.microsoft.com/office/drawing/2014/main" id="{11FFF62A-78AC-4176-888C-7369D55740C5}"/>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21" name="Oval 5">
              <a:extLst>
                <a:ext uri="{FF2B5EF4-FFF2-40B4-BE49-F238E27FC236}">
                  <a16:creationId xmlns:a16="http://schemas.microsoft.com/office/drawing/2014/main" id="{FD77EF0A-6F9B-4CB4-BDFE-54901AC3BDEB}"/>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2" name="Freeform 6">
              <a:extLst>
                <a:ext uri="{FF2B5EF4-FFF2-40B4-BE49-F238E27FC236}">
                  <a16:creationId xmlns:a16="http://schemas.microsoft.com/office/drawing/2014/main" id="{CFBCB662-4DCB-4701-B5DB-617E9625AC3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3" name="Rectangle 7">
              <a:extLst>
                <a:ext uri="{FF2B5EF4-FFF2-40B4-BE49-F238E27FC236}">
                  <a16:creationId xmlns:a16="http://schemas.microsoft.com/office/drawing/2014/main" id="{3AA8F7EF-0FC0-4792-B4E2-516188FAADCC}"/>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4" name="Freeform 8">
              <a:extLst>
                <a:ext uri="{FF2B5EF4-FFF2-40B4-BE49-F238E27FC236}">
                  <a16:creationId xmlns:a16="http://schemas.microsoft.com/office/drawing/2014/main" id="{7180810E-179A-4B4D-992C-DB02F3F2AA73}"/>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5" name="Rectangle 9">
              <a:extLst>
                <a:ext uri="{FF2B5EF4-FFF2-40B4-BE49-F238E27FC236}">
                  <a16:creationId xmlns:a16="http://schemas.microsoft.com/office/drawing/2014/main" id="{931CFAC2-92E1-42CB-BB66-BD91AB6DB50D}"/>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6" name="Rectangle 10">
              <a:extLst>
                <a:ext uri="{FF2B5EF4-FFF2-40B4-BE49-F238E27FC236}">
                  <a16:creationId xmlns:a16="http://schemas.microsoft.com/office/drawing/2014/main" id="{6C92D323-CA87-4BD4-9F33-9346A18A6790}"/>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7" name="Freeform 11">
              <a:extLst>
                <a:ext uri="{FF2B5EF4-FFF2-40B4-BE49-F238E27FC236}">
                  <a16:creationId xmlns:a16="http://schemas.microsoft.com/office/drawing/2014/main" id="{D31146A3-7248-4F9C-8242-2B343E0BCE4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8" name="Freeform 12">
              <a:extLst>
                <a:ext uri="{FF2B5EF4-FFF2-40B4-BE49-F238E27FC236}">
                  <a16:creationId xmlns:a16="http://schemas.microsoft.com/office/drawing/2014/main" id="{4BFA0610-A333-4B16-A20C-3ADB78A32CF9}"/>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13">
              <a:extLst>
                <a:ext uri="{FF2B5EF4-FFF2-40B4-BE49-F238E27FC236}">
                  <a16:creationId xmlns:a16="http://schemas.microsoft.com/office/drawing/2014/main" id="{D81528E3-7AAB-4FE3-96EB-0CA354538CA9}"/>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0" name="Freeform 14">
              <a:extLst>
                <a:ext uri="{FF2B5EF4-FFF2-40B4-BE49-F238E27FC236}">
                  <a16:creationId xmlns:a16="http://schemas.microsoft.com/office/drawing/2014/main" id="{7C686C02-5833-4DB0-8AD3-1E143B411A13}"/>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Tree>
    <p:extLst>
      <p:ext uri="{BB962C8B-B14F-4D97-AF65-F5344CB8AC3E}">
        <p14:creationId xmlns:p14="http://schemas.microsoft.com/office/powerpoint/2010/main" val="165934793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66316" y="4194287"/>
            <a:ext cx="8528936" cy="2169796"/>
          </a:xfrm>
        </p:spPr>
        <p:txBody>
          <a:bodyPr anchor="b" anchorCtr="0">
            <a:noAutofit/>
          </a:bodyPr>
          <a:lstStyle>
            <a:lvl1pPr>
              <a:lnSpc>
                <a:spcPct val="100000"/>
              </a:lnSpc>
              <a:spcAft>
                <a:spcPts val="450"/>
              </a:spcAft>
              <a:defRPr sz="8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412074" y="4189870"/>
            <a:ext cx="2319503" cy="1725448"/>
          </a:xfrm>
        </p:spPr>
        <p:txBody>
          <a:bodyPr anchor="ctr" anchorCtr="0">
            <a:normAutofit/>
          </a:bodyPr>
          <a:lstStyle>
            <a:lvl1pPr algn="ctr">
              <a:defRPr sz="800">
                <a:solidFill>
                  <a:schemeClr val="bg1"/>
                </a:solidFill>
              </a:defRPr>
            </a:lvl1pPr>
          </a:lstStyle>
          <a:p>
            <a:r>
              <a:rPr lang="en-GB" sz="675"/>
              <a:t>Insert sponsorship mark here</a:t>
            </a:r>
            <a:endParaRPr lang="en-GB"/>
          </a:p>
        </p:txBody>
      </p:sp>
      <p:sp>
        <p:nvSpPr>
          <p:cNvPr id="8" name="Text Placeholder 7"/>
          <p:cNvSpPr>
            <a:spLocks noGrp="1"/>
          </p:cNvSpPr>
          <p:nvPr>
            <p:ph type="body" sz="quarter" idx="15"/>
          </p:nvPr>
        </p:nvSpPr>
        <p:spPr>
          <a:xfrm>
            <a:off x="9412076" y="5995943"/>
            <a:ext cx="2319501" cy="363722"/>
          </a:xfrm>
        </p:spPr>
        <p:txBody>
          <a:bodyPr anchor="b" anchorCtr="0">
            <a:noAutofit/>
          </a:bodyPr>
          <a:lstStyle>
            <a:lvl1pPr>
              <a:lnSpc>
                <a:spcPct val="100000"/>
              </a:lnSpc>
              <a:defRPr sz="800">
                <a:solidFill>
                  <a:schemeClr val="bg1"/>
                </a:solidFill>
              </a:defRPr>
            </a:lvl1pPr>
          </a:lstStyle>
          <a:p>
            <a:pPr lvl="0"/>
            <a:r>
              <a:rPr lang="en-US"/>
              <a:t>Click to edit Master text styles</a:t>
            </a:r>
          </a:p>
        </p:txBody>
      </p:sp>
      <p:grpSp>
        <p:nvGrpSpPr>
          <p:cNvPr id="16" name="Group 15">
            <a:extLst>
              <a:ext uri="{FF2B5EF4-FFF2-40B4-BE49-F238E27FC236}">
                <a16:creationId xmlns:a16="http://schemas.microsoft.com/office/drawing/2014/main" id="{8AB860FC-9229-466C-B67B-E6B79E07BB2B}"/>
              </a:ext>
            </a:extLst>
          </p:cNvPr>
          <p:cNvGrpSpPr/>
          <p:nvPr userDrawn="1"/>
        </p:nvGrpSpPr>
        <p:grpSpPr>
          <a:xfrm>
            <a:off x="463296" y="341312"/>
            <a:ext cx="1819656" cy="347472"/>
            <a:chOff x="398463" y="404813"/>
            <a:chExt cx="1627187" cy="307976"/>
          </a:xfrm>
          <a:solidFill>
            <a:schemeClr val="bg1"/>
          </a:solidFill>
        </p:grpSpPr>
        <p:sp>
          <p:nvSpPr>
            <p:cNvPr id="17" name="Oval 5">
              <a:extLst>
                <a:ext uri="{FF2B5EF4-FFF2-40B4-BE49-F238E27FC236}">
                  <a16:creationId xmlns:a16="http://schemas.microsoft.com/office/drawing/2014/main" id="{477D509D-A74E-4D79-8C41-28EE20877109}"/>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8" name="Freeform 6">
              <a:extLst>
                <a:ext uri="{FF2B5EF4-FFF2-40B4-BE49-F238E27FC236}">
                  <a16:creationId xmlns:a16="http://schemas.microsoft.com/office/drawing/2014/main" id="{CC851991-483D-4A9F-8C5F-626DE9D5C1B0}"/>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9" name="Rectangle 7">
              <a:extLst>
                <a:ext uri="{FF2B5EF4-FFF2-40B4-BE49-F238E27FC236}">
                  <a16:creationId xmlns:a16="http://schemas.microsoft.com/office/drawing/2014/main" id="{28FEC250-9F3B-45BC-90AF-4CDE000C2C36}"/>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1" name="Freeform 8">
              <a:extLst>
                <a:ext uri="{FF2B5EF4-FFF2-40B4-BE49-F238E27FC236}">
                  <a16:creationId xmlns:a16="http://schemas.microsoft.com/office/drawing/2014/main" id="{F8494B23-9F67-4108-8FC3-E645BD138AE0}"/>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2" name="Rectangle 9">
              <a:extLst>
                <a:ext uri="{FF2B5EF4-FFF2-40B4-BE49-F238E27FC236}">
                  <a16:creationId xmlns:a16="http://schemas.microsoft.com/office/drawing/2014/main" id="{198EEDBF-F835-40E6-A1D3-AAADC96DD008}"/>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3" name="Rectangle 10">
              <a:extLst>
                <a:ext uri="{FF2B5EF4-FFF2-40B4-BE49-F238E27FC236}">
                  <a16:creationId xmlns:a16="http://schemas.microsoft.com/office/drawing/2014/main" id="{42C9A861-6332-4ADC-88F7-183765B2D793}"/>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4" name="Freeform 11">
              <a:extLst>
                <a:ext uri="{FF2B5EF4-FFF2-40B4-BE49-F238E27FC236}">
                  <a16:creationId xmlns:a16="http://schemas.microsoft.com/office/drawing/2014/main" id="{593BFC01-C985-4400-9F59-CA3E701AB845}"/>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5" name="Freeform 12">
              <a:extLst>
                <a:ext uri="{FF2B5EF4-FFF2-40B4-BE49-F238E27FC236}">
                  <a16:creationId xmlns:a16="http://schemas.microsoft.com/office/drawing/2014/main" id="{4A67BA7C-21CB-474A-9E6A-BCA082851A8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6" name="Freeform 13">
              <a:extLst>
                <a:ext uri="{FF2B5EF4-FFF2-40B4-BE49-F238E27FC236}">
                  <a16:creationId xmlns:a16="http://schemas.microsoft.com/office/drawing/2014/main" id="{315ADC0C-A127-4E52-A974-5D4D91506DAC}"/>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7" name="Freeform 14">
              <a:extLst>
                <a:ext uri="{FF2B5EF4-FFF2-40B4-BE49-F238E27FC236}">
                  <a16:creationId xmlns:a16="http://schemas.microsoft.com/office/drawing/2014/main" id="{71ADF477-53BF-4770-AA08-07332CAF6A7B}"/>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Tree>
    <p:extLst>
      <p:ext uri="{BB962C8B-B14F-4D97-AF65-F5344CB8AC3E}">
        <p14:creationId xmlns:p14="http://schemas.microsoft.com/office/powerpoint/2010/main" val="903405474"/>
      </p:ext>
    </p:extLst>
  </p:cSld>
  <p:clrMapOvr>
    <a:masterClrMapping/>
  </p:clrMapOvr>
  <p:hf sldNum="0" hdr="0" dt="0"/>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cSld name="End slide ">
    <p:bg>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tx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a:t>Insert sponsorship mark here</a:t>
            </a:r>
            <a:endParaRPr lang="en-GB"/>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tx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grpSp>
    </p:spTree>
    <p:extLst>
      <p:ext uri="{BB962C8B-B14F-4D97-AF65-F5344CB8AC3E}">
        <p14:creationId xmlns:p14="http://schemas.microsoft.com/office/powerpoint/2010/main" val="230268821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D7F65-6D72-74A3-3DC5-86711AC5C672}"/>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B299D34B-4E30-56C2-266A-9618D4E026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E1D5D49-0A6A-62BD-D6BE-97981F43C945}"/>
              </a:ext>
            </a:extLst>
          </p:cNvPr>
          <p:cNvSpPr>
            <a:spLocks noGrp="1"/>
          </p:cNvSpPr>
          <p:nvPr>
            <p:ph type="dt" sz="half" idx="10"/>
          </p:nvPr>
        </p:nvSpPr>
        <p:spPr/>
        <p:txBody>
          <a:bodyPr/>
          <a:lstStyle/>
          <a:p>
            <a:fld id="{19615157-1004-46EE-B1FE-7F3185B23F54}" type="datetimeFigureOut">
              <a:rPr lang="en-CA" smtClean="0"/>
              <a:t>2026-10-27</a:t>
            </a:fld>
            <a:endParaRPr lang="en-CA"/>
          </a:p>
        </p:txBody>
      </p:sp>
      <p:sp>
        <p:nvSpPr>
          <p:cNvPr id="5" name="Footer Placeholder 4">
            <a:extLst>
              <a:ext uri="{FF2B5EF4-FFF2-40B4-BE49-F238E27FC236}">
                <a16:creationId xmlns:a16="http://schemas.microsoft.com/office/drawing/2014/main" id="{2F3CC2CE-BF4D-5D13-52EA-E40E5B19BE6A}"/>
              </a:ext>
            </a:extLst>
          </p:cNvPr>
          <p:cNvSpPr>
            <a:spLocks noGrp="1"/>
          </p:cNvSpPr>
          <p:nvPr>
            <p:ph type="ftr" sz="quarter" idx="11"/>
          </p:nvPr>
        </p:nvSpPr>
        <p:spPr/>
        <p:txBody>
          <a:bodyPr/>
          <a:lstStyle/>
          <a:p>
            <a:endParaRPr lang="en-CA"/>
          </a:p>
        </p:txBody>
      </p:sp>
    </p:spTree>
    <p:extLst>
      <p:ext uri="{BB962C8B-B14F-4D97-AF65-F5344CB8AC3E}">
        <p14:creationId xmlns:p14="http://schemas.microsoft.com/office/powerpoint/2010/main" val="220988022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57201" y="6365848"/>
            <a:ext cx="4490721" cy="273050"/>
          </a:xfrm>
          <a:prstGeom prst="rect">
            <a:avLst/>
          </a:prstGeom>
        </p:spPr>
        <p:txBody>
          <a:bodyPr anchor="t">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A01EE57E-4C1B-4ECF-94C5-14A453751EA1}"/>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28" name="Oval 5">
              <a:extLst>
                <a:ext uri="{FF2B5EF4-FFF2-40B4-BE49-F238E27FC236}">
                  <a16:creationId xmlns:a16="http://schemas.microsoft.com/office/drawing/2014/main" id="{848B10DB-7BA0-47A6-A2BF-E43FDE325327}"/>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6">
              <a:extLst>
                <a:ext uri="{FF2B5EF4-FFF2-40B4-BE49-F238E27FC236}">
                  <a16:creationId xmlns:a16="http://schemas.microsoft.com/office/drawing/2014/main" id="{B690FCB5-02B0-42C1-A71D-2F5ABCA25FF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3" name="Rectangle 7">
              <a:extLst>
                <a:ext uri="{FF2B5EF4-FFF2-40B4-BE49-F238E27FC236}">
                  <a16:creationId xmlns:a16="http://schemas.microsoft.com/office/drawing/2014/main" id="{358223E3-2772-41EC-BDC5-F0327F14B28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4" name="Freeform 8">
              <a:extLst>
                <a:ext uri="{FF2B5EF4-FFF2-40B4-BE49-F238E27FC236}">
                  <a16:creationId xmlns:a16="http://schemas.microsoft.com/office/drawing/2014/main" id="{60E75CE7-1268-47E9-A585-16E350CB0979}"/>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5" name="Rectangle 9">
              <a:extLst>
                <a:ext uri="{FF2B5EF4-FFF2-40B4-BE49-F238E27FC236}">
                  <a16:creationId xmlns:a16="http://schemas.microsoft.com/office/drawing/2014/main" id="{BF8B8A80-FD9A-43B9-A936-A0BE1CAD8037}"/>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6" name="Rectangle 10">
              <a:extLst>
                <a:ext uri="{FF2B5EF4-FFF2-40B4-BE49-F238E27FC236}">
                  <a16:creationId xmlns:a16="http://schemas.microsoft.com/office/drawing/2014/main" id="{5DA18E48-2689-422E-A84C-ECB5B61A0D2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7" name="Freeform 11">
              <a:extLst>
                <a:ext uri="{FF2B5EF4-FFF2-40B4-BE49-F238E27FC236}">
                  <a16:creationId xmlns:a16="http://schemas.microsoft.com/office/drawing/2014/main" id="{D9316E24-7A8A-4FCF-B2C4-4EE40E3BA99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8" name="Freeform 12">
              <a:extLst>
                <a:ext uri="{FF2B5EF4-FFF2-40B4-BE49-F238E27FC236}">
                  <a16:creationId xmlns:a16="http://schemas.microsoft.com/office/drawing/2014/main" id="{76354CE9-D577-46E8-886D-1BBB079BE4D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9" name="Freeform 13">
              <a:extLst>
                <a:ext uri="{FF2B5EF4-FFF2-40B4-BE49-F238E27FC236}">
                  <a16:creationId xmlns:a16="http://schemas.microsoft.com/office/drawing/2014/main" id="{2232419E-4011-4B15-A744-7F8FCDD1F558}"/>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2F957E66-C402-4A51-A806-6052AEAFC8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19272" y="688848"/>
            <a:ext cx="5562600" cy="5556504"/>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55750975"/>
      </p:ext>
    </p:extLst>
  </p:cSld>
  <p:clrMapOvr>
    <a:masterClrMapping/>
  </p:clrMapOvr>
  <p:transition>
    <p:fade/>
  </p:transition>
  <p:hf hdr="0" dt="0"/>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solidFill>
          <a:schemeClr val="tx1"/>
        </a:solidFill>
        <a:effectLst/>
      </p:bgPr>
    </p:bg>
    <p:spTree>
      <p:nvGrpSpPr>
        <p:cNvPr id="1" name=""/>
        <p:cNvGrpSpPr/>
        <p:nvPr/>
      </p:nvGrpSpPr>
      <p:grpSpPr>
        <a:xfrm>
          <a:off x="0" y="0"/>
          <a:ext cx="0" cy="0"/>
          <a:chOff x="0" y="0"/>
          <a:chExt cx="0" cy="0"/>
        </a:xfrm>
      </p:grpSpPr>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63296" y="6365848"/>
            <a:ext cx="4446269" cy="273050"/>
          </a:xfrm>
          <a:prstGeom prst="rect">
            <a:avLst/>
          </a:prstGeom>
        </p:spPr>
        <p:txBody>
          <a:bodyPr anchor="t">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B6F50CF5-77BF-459B-9A79-3C4CC22A0F3A}"/>
              </a:ext>
            </a:extLst>
          </p:cNvPr>
          <p:cNvGrpSpPr/>
          <p:nvPr userDrawn="1"/>
        </p:nvGrpSpPr>
        <p:grpSpPr>
          <a:xfrm>
            <a:off x="463296" y="341312"/>
            <a:ext cx="1819656" cy="347472"/>
            <a:chOff x="398463" y="404813"/>
            <a:chExt cx="1627187" cy="307976"/>
          </a:xfrm>
          <a:solidFill>
            <a:schemeClr val="bg1"/>
          </a:solidFill>
        </p:grpSpPr>
        <p:sp>
          <p:nvSpPr>
            <p:cNvPr id="28" name="Oval 5">
              <a:extLst>
                <a:ext uri="{FF2B5EF4-FFF2-40B4-BE49-F238E27FC236}">
                  <a16:creationId xmlns:a16="http://schemas.microsoft.com/office/drawing/2014/main" id="{E9128BED-07B9-451E-B858-7CC1141471B6}"/>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9" name="Freeform 6">
              <a:extLst>
                <a:ext uri="{FF2B5EF4-FFF2-40B4-BE49-F238E27FC236}">
                  <a16:creationId xmlns:a16="http://schemas.microsoft.com/office/drawing/2014/main" id="{C68196BA-7D11-4539-BDF9-983E22D34232}"/>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4" name="Rectangle 7">
              <a:extLst>
                <a:ext uri="{FF2B5EF4-FFF2-40B4-BE49-F238E27FC236}">
                  <a16:creationId xmlns:a16="http://schemas.microsoft.com/office/drawing/2014/main" id="{42AF1C77-6287-4499-B04A-87B27165DE90}"/>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5" name="Freeform 8">
              <a:extLst>
                <a:ext uri="{FF2B5EF4-FFF2-40B4-BE49-F238E27FC236}">
                  <a16:creationId xmlns:a16="http://schemas.microsoft.com/office/drawing/2014/main" id="{25579AED-BEB3-43B3-8ED1-4F00DD4BD00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6" name="Rectangle 9">
              <a:extLst>
                <a:ext uri="{FF2B5EF4-FFF2-40B4-BE49-F238E27FC236}">
                  <a16:creationId xmlns:a16="http://schemas.microsoft.com/office/drawing/2014/main" id="{E45E9D0B-F5C0-4893-92F0-D69A666C1B0B}"/>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7" name="Rectangle 10">
              <a:extLst>
                <a:ext uri="{FF2B5EF4-FFF2-40B4-BE49-F238E27FC236}">
                  <a16:creationId xmlns:a16="http://schemas.microsoft.com/office/drawing/2014/main" id="{DE5C210F-0B06-4949-8E4D-64301D93E9D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8" name="Freeform 11">
              <a:extLst>
                <a:ext uri="{FF2B5EF4-FFF2-40B4-BE49-F238E27FC236}">
                  <a16:creationId xmlns:a16="http://schemas.microsoft.com/office/drawing/2014/main" id="{F24B8B3C-D0AE-4485-8A30-2C7813EFDEE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9" name="Freeform 12">
              <a:extLst>
                <a:ext uri="{FF2B5EF4-FFF2-40B4-BE49-F238E27FC236}">
                  <a16:creationId xmlns:a16="http://schemas.microsoft.com/office/drawing/2014/main" id="{0DD172EE-B893-46D5-9A64-6715E431296D}"/>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0" name="Freeform 13">
              <a:extLst>
                <a:ext uri="{FF2B5EF4-FFF2-40B4-BE49-F238E27FC236}">
                  <a16:creationId xmlns:a16="http://schemas.microsoft.com/office/drawing/2014/main" id="{41641FDD-35E1-4F42-B99C-FFA6812569B0}"/>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1" name="Freeform 14">
              <a:extLst>
                <a:ext uri="{FF2B5EF4-FFF2-40B4-BE49-F238E27FC236}">
                  <a16:creationId xmlns:a16="http://schemas.microsoft.com/office/drawing/2014/main" id="{DFE30DEA-FA20-4812-875C-D70A3CA3F5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
        <p:nvSpPr>
          <p:cNvPr id="53" name="Title 1">
            <a:extLst>
              <a:ext uri="{FF2B5EF4-FFF2-40B4-BE49-F238E27FC236}">
                <a16:creationId xmlns:a16="http://schemas.microsoft.com/office/drawing/2014/main" id="{647FBB06-57A1-478F-8BCE-57D05265516A}"/>
              </a:ext>
            </a:extLst>
          </p:cNvPr>
          <p:cNvSpPr>
            <a:spLocks noGrp="1"/>
          </p:cNvSpPr>
          <p:nvPr>
            <p:ph type="ctrTitle"/>
          </p:nvPr>
        </p:nvSpPr>
        <p:spPr bwMode="gray">
          <a:xfrm>
            <a:off x="463296" y="5186209"/>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17" name="Picture Placeholder 8">
            <a:extLst>
              <a:ext uri="{FF2B5EF4-FFF2-40B4-BE49-F238E27FC236}">
                <a16:creationId xmlns:a16="http://schemas.microsoft.com/office/drawing/2014/main" id="{AA5D9D6B-8AE5-40BD-B06B-DB5F7F3841FC}"/>
              </a:ext>
            </a:extLst>
          </p:cNvPr>
          <p:cNvSpPr>
            <a:spLocks noGrp="1"/>
          </p:cNvSpPr>
          <p:nvPr>
            <p:ph type="pic" sz="quarter" idx="11"/>
          </p:nvPr>
        </p:nvSpPr>
        <p:spPr>
          <a:xfrm>
            <a:off x="3316942" y="688848"/>
            <a:ext cx="5562600" cy="5556504"/>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31691342"/>
      </p:ext>
    </p:extLst>
  </p:cSld>
  <p:clrMapOvr>
    <a:masterClrMapping/>
  </p:clrMapOvr>
  <p:transition>
    <p:fade/>
  </p:transition>
  <p:hf hdr="0" dt="0"/>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age Image">
    <p:bg bwMode="gray">
      <p:bgPr>
        <a:solidFill>
          <a:schemeClr val="tx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28" name="Text Placeholder 4">
            <a:extLst>
              <a:ext uri="{FF2B5EF4-FFF2-40B4-BE49-F238E27FC236}">
                <a16:creationId xmlns:a16="http://schemas.microsoft.com/office/drawing/2014/main" id="{7843742C-26CB-411F-8564-50309241988E}"/>
              </a:ext>
            </a:extLst>
          </p:cNvPr>
          <p:cNvSpPr>
            <a:spLocks noGrp="1"/>
          </p:cNvSpPr>
          <p:nvPr>
            <p:ph type="body" sz="quarter" idx="10"/>
          </p:nvPr>
        </p:nvSpPr>
        <p:spPr>
          <a:xfrm>
            <a:off x="463296" y="6364224"/>
            <a:ext cx="4446269" cy="273050"/>
          </a:xfrm>
          <a:prstGeom prst="rect">
            <a:avLst/>
          </a:prstGeom>
        </p:spPr>
        <p:txBody>
          <a:bodyPr anchor="t">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29" name="Title 1">
            <a:extLst>
              <a:ext uri="{FF2B5EF4-FFF2-40B4-BE49-F238E27FC236}">
                <a16:creationId xmlns:a16="http://schemas.microsoft.com/office/drawing/2014/main" id="{A7C729B7-24CD-4887-BCB2-9B9E69736AAE}"/>
              </a:ext>
            </a:extLst>
          </p:cNvPr>
          <p:cNvSpPr>
            <a:spLocks noGrp="1"/>
          </p:cNvSpPr>
          <p:nvPr>
            <p:ph type="ctrTitle"/>
          </p:nvPr>
        </p:nvSpPr>
        <p:spPr bwMode="gray">
          <a:xfrm>
            <a:off x="463296" y="5186209"/>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cxnSp>
        <p:nvCxnSpPr>
          <p:cNvPr id="5" name="Straight Connector 4">
            <a:extLst>
              <a:ext uri="{FF2B5EF4-FFF2-40B4-BE49-F238E27FC236}">
                <a16:creationId xmlns:a16="http://schemas.microsoft.com/office/drawing/2014/main" id="{CB5451A9-3E6A-4737-92D0-C9DAA534DA04}"/>
              </a:ext>
            </a:extLst>
          </p:cNvPr>
          <p:cNvCxnSpPr/>
          <p:nvPr userDrawn="1"/>
        </p:nvCxnSpPr>
        <p:spPr>
          <a:xfrm flipV="1">
            <a:off x="0" y="0"/>
            <a:ext cx="12192000" cy="6858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A2ADDA35-0590-4771-9879-88CE0238551F}"/>
              </a:ext>
            </a:extLst>
          </p:cNvPr>
          <p:cNvGrpSpPr/>
          <p:nvPr userDrawn="1"/>
        </p:nvGrpSpPr>
        <p:grpSpPr>
          <a:xfrm>
            <a:off x="463296" y="341312"/>
            <a:ext cx="1819656" cy="347472"/>
            <a:chOff x="398463" y="404813"/>
            <a:chExt cx="1627187" cy="307976"/>
          </a:xfrm>
          <a:solidFill>
            <a:schemeClr val="bg1"/>
          </a:solidFill>
        </p:grpSpPr>
        <p:sp>
          <p:nvSpPr>
            <p:cNvPr id="19" name="Oval 5">
              <a:extLst>
                <a:ext uri="{FF2B5EF4-FFF2-40B4-BE49-F238E27FC236}">
                  <a16:creationId xmlns:a16="http://schemas.microsoft.com/office/drawing/2014/main" id="{3FD17B1A-A918-439D-AFAD-ECE9421735FC}"/>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0" name="Freeform 6">
              <a:extLst>
                <a:ext uri="{FF2B5EF4-FFF2-40B4-BE49-F238E27FC236}">
                  <a16:creationId xmlns:a16="http://schemas.microsoft.com/office/drawing/2014/main" id="{79359716-9ACF-4041-A7F0-2E04E36D8614}"/>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1" name="Rectangle 7">
              <a:extLst>
                <a:ext uri="{FF2B5EF4-FFF2-40B4-BE49-F238E27FC236}">
                  <a16:creationId xmlns:a16="http://schemas.microsoft.com/office/drawing/2014/main" id="{EE3C6AB2-FF26-4D74-983F-E8C9540B703E}"/>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2" name="Freeform 8">
              <a:extLst>
                <a:ext uri="{FF2B5EF4-FFF2-40B4-BE49-F238E27FC236}">
                  <a16:creationId xmlns:a16="http://schemas.microsoft.com/office/drawing/2014/main" id="{B600C838-AB18-404F-AF64-5BE6309AC231}"/>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3" name="Rectangle 9">
              <a:extLst>
                <a:ext uri="{FF2B5EF4-FFF2-40B4-BE49-F238E27FC236}">
                  <a16:creationId xmlns:a16="http://schemas.microsoft.com/office/drawing/2014/main" id="{37EF79B8-3321-4A68-A438-F7CA9AB20D0A}"/>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4" name="Rectangle 10">
              <a:extLst>
                <a:ext uri="{FF2B5EF4-FFF2-40B4-BE49-F238E27FC236}">
                  <a16:creationId xmlns:a16="http://schemas.microsoft.com/office/drawing/2014/main" id="{9EB266B0-2723-40E9-BD24-9B88F113710A}"/>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5" name="Freeform 11">
              <a:extLst>
                <a:ext uri="{FF2B5EF4-FFF2-40B4-BE49-F238E27FC236}">
                  <a16:creationId xmlns:a16="http://schemas.microsoft.com/office/drawing/2014/main" id="{90C5C28F-BB95-44AD-9700-55D9AE2BE2B7}"/>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6" name="Freeform 12">
              <a:extLst>
                <a:ext uri="{FF2B5EF4-FFF2-40B4-BE49-F238E27FC236}">
                  <a16:creationId xmlns:a16="http://schemas.microsoft.com/office/drawing/2014/main" id="{42500885-66FF-4752-A3E1-7C0FA9778A82}"/>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7" name="Freeform 13">
              <a:extLst>
                <a:ext uri="{FF2B5EF4-FFF2-40B4-BE49-F238E27FC236}">
                  <a16:creationId xmlns:a16="http://schemas.microsoft.com/office/drawing/2014/main" id="{165DB8AE-A24F-4086-963B-1C7F379D2166}"/>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1" name="Freeform 14">
              <a:extLst>
                <a:ext uri="{FF2B5EF4-FFF2-40B4-BE49-F238E27FC236}">
                  <a16:creationId xmlns:a16="http://schemas.microsoft.com/office/drawing/2014/main" id="{282083A4-2C11-43E4-9516-9622E1E74D98}"/>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Tree>
    <p:extLst>
      <p:ext uri="{BB962C8B-B14F-4D97-AF65-F5344CB8AC3E}">
        <p14:creationId xmlns:p14="http://schemas.microsoft.com/office/powerpoint/2010/main" val="1106718222"/>
      </p:ext>
    </p:extLst>
  </p:cSld>
  <p:clrMapOvr>
    <a:masterClrMapping/>
  </p:clrMapOvr>
  <p:transition>
    <p:fade/>
  </p:transition>
  <p:hf hdr="0" dt="0"/>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ith text">
    <p:bg bwMode="gray">
      <p:bgPr>
        <a:solidFill>
          <a:schemeClr val="bg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8B9DDECB-90E6-4132-BCD8-24EBC3764DB9}"/>
              </a:ext>
            </a:extLst>
          </p:cNvPr>
          <p:cNvSpPr>
            <a:spLocks noGrp="1"/>
          </p:cNvSpPr>
          <p:nvPr>
            <p:ph type="pic" sz="quarter" idx="11"/>
          </p:nvPr>
        </p:nvSpPr>
        <p:spPr>
          <a:xfrm>
            <a:off x="3724289" y="688848"/>
            <a:ext cx="5562600" cy="5556504"/>
          </a:xfrm>
          <a:prstGeom prst="rect">
            <a:avLst/>
          </a:prstGeom>
        </p:spPr>
        <p:txBody>
          <a:bodyPr/>
          <a:lstStyle/>
          <a:p>
            <a:r>
              <a:rPr lang="en-US" noProof="0"/>
              <a:t>Click icon to add picture</a:t>
            </a:r>
          </a:p>
        </p:txBody>
      </p:sp>
      <p:grpSp>
        <p:nvGrpSpPr>
          <p:cNvPr id="18" name="Group 17">
            <a:extLst>
              <a:ext uri="{FF2B5EF4-FFF2-40B4-BE49-F238E27FC236}">
                <a16:creationId xmlns:a16="http://schemas.microsoft.com/office/drawing/2014/main" id="{C68220B9-53D3-434F-999D-90F07DAA2325}"/>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19" name="Oval 5">
              <a:extLst>
                <a:ext uri="{FF2B5EF4-FFF2-40B4-BE49-F238E27FC236}">
                  <a16:creationId xmlns:a16="http://schemas.microsoft.com/office/drawing/2014/main" id="{8B229135-140E-4C82-9088-DB80D93F74F4}"/>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0" name="Freeform 6">
              <a:extLst>
                <a:ext uri="{FF2B5EF4-FFF2-40B4-BE49-F238E27FC236}">
                  <a16:creationId xmlns:a16="http://schemas.microsoft.com/office/drawing/2014/main" id="{C0B69BD4-36A4-4DB1-B5FD-89FB06A52E69}"/>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1" name="Rectangle 7">
              <a:extLst>
                <a:ext uri="{FF2B5EF4-FFF2-40B4-BE49-F238E27FC236}">
                  <a16:creationId xmlns:a16="http://schemas.microsoft.com/office/drawing/2014/main" id="{49F4DC4F-9DBA-44B7-B892-0083CA88927E}"/>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2" name="Freeform 8">
              <a:extLst>
                <a:ext uri="{FF2B5EF4-FFF2-40B4-BE49-F238E27FC236}">
                  <a16:creationId xmlns:a16="http://schemas.microsoft.com/office/drawing/2014/main" id="{67D5F0A5-5E6C-4963-9090-4DAF5F01D2A3}"/>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3" name="Rectangle 9">
              <a:extLst>
                <a:ext uri="{FF2B5EF4-FFF2-40B4-BE49-F238E27FC236}">
                  <a16:creationId xmlns:a16="http://schemas.microsoft.com/office/drawing/2014/main" id="{22C7545E-5780-4586-9808-699BCCFD7CE9}"/>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4" name="Rectangle 10">
              <a:extLst>
                <a:ext uri="{FF2B5EF4-FFF2-40B4-BE49-F238E27FC236}">
                  <a16:creationId xmlns:a16="http://schemas.microsoft.com/office/drawing/2014/main" id="{489CD93F-3551-40B6-A00B-6CC2A8F5F4EE}"/>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5" name="Freeform 11">
              <a:extLst>
                <a:ext uri="{FF2B5EF4-FFF2-40B4-BE49-F238E27FC236}">
                  <a16:creationId xmlns:a16="http://schemas.microsoft.com/office/drawing/2014/main" id="{B6557C16-D6D6-4B71-81E6-ADCF6CEB19B7}"/>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6" name="Freeform 12">
              <a:extLst>
                <a:ext uri="{FF2B5EF4-FFF2-40B4-BE49-F238E27FC236}">
                  <a16:creationId xmlns:a16="http://schemas.microsoft.com/office/drawing/2014/main" id="{E187CACC-821A-4265-91F5-84823A98F3C5}"/>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13">
              <a:extLst>
                <a:ext uri="{FF2B5EF4-FFF2-40B4-BE49-F238E27FC236}">
                  <a16:creationId xmlns:a16="http://schemas.microsoft.com/office/drawing/2014/main" id="{31AAFBBA-1DE2-4D95-9B71-B343B1065043}"/>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D7679E8F-E1FF-41C4-93DF-F6A97D92D117}"/>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
        <p:nvSpPr>
          <p:cNvPr id="41" name="Title 1">
            <a:extLst>
              <a:ext uri="{FF2B5EF4-FFF2-40B4-BE49-F238E27FC236}">
                <a16:creationId xmlns:a16="http://schemas.microsoft.com/office/drawing/2014/main" id="{70F15D73-40F4-4F95-9E2A-7A67F615DB4A}"/>
              </a:ext>
            </a:extLst>
          </p:cNvPr>
          <p:cNvSpPr>
            <a:spLocks noGrp="1"/>
          </p:cNvSpPr>
          <p:nvPr>
            <p:ph type="ctrTitle"/>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4" name="Text Placeholder 4">
            <a:extLst>
              <a:ext uri="{FF2B5EF4-FFF2-40B4-BE49-F238E27FC236}">
                <a16:creationId xmlns:a16="http://schemas.microsoft.com/office/drawing/2014/main" id="{E65ED79E-D6FD-4D90-9073-C8776CB6AD10}"/>
              </a:ext>
            </a:extLst>
          </p:cNvPr>
          <p:cNvSpPr>
            <a:spLocks noGrp="1"/>
          </p:cNvSpPr>
          <p:nvPr>
            <p:ph type="body" sz="quarter" idx="10"/>
          </p:nvPr>
        </p:nvSpPr>
        <p:spPr>
          <a:xfrm>
            <a:off x="457201" y="6365848"/>
            <a:ext cx="4490721" cy="273050"/>
          </a:xfrm>
          <a:prstGeom prst="rect">
            <a:avLst/>
          </a:prstGeom>
        </p:spPr>
        <p:txBody>
          <a:bodyPr anchor="t">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1157569664"/>
      </p:ext>
    </p:extLst>
  </p:cSld>
  <p:clrMapOvr>
    <a:masterClrMapping/>
  </p:clrMapOvr>
  <p:transition>
    <p:fade/>
  </p:transition>
  <p:hf hdr="0" dt="0"/>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3296" y="1724001"/>
            <a:ext cx="11271504" cy="1592403"/>
          </a:xfrm>
          <a:prstGeom prst="rect">
            <a:avLst/>
          </a:prstGeom>
        </p:spPr>
        <p:txBody>
          <a:bodyPr anchor="b"/>
          <a:lstStyle>
            <a:lvl1pPr>
              <a:lnSpc>
                <a:spcPct val="95000"/>
              </a:lnSpc>
              <a:defRPr sz="3600" b="1">
                <a:solidFill>
                  <a:schemeClr val="tx1"/>
                </a:solidFill>
                <a:latin typeface="+mj-lt"/>
                <a:ea typeface="Open Sans" panose="020B0606030504020204" pitchFamily="34" charset="0"/>
                <a:cs typeface="Calibri" panose="020F050202020403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3296" y="3471532"/>
            <a:ext cx="11271504" cy="1566532"/>
          </a:xfrm>
        </p:spPr>
        <p:txBody>
          <a:bodyPr lIns="0" tIns="0" rIns="0" bIns="0">
            <a:noAutofit/>
          </a:bodyPr>
          <a:lstStyle>
            <a:lvl1pPr marL="0" indent="0">
              <a:lnSpc>
                <a:spcPct val="95000"/>
              </a:lnSpc>
              <a:spcAft>
                <a:spcPts val="0"/>
              </a:spcAft>
              <a:buNone/>
              <a:defRPr sz="3600">
                <a:solidFill>
                  <a:schemeClr val="tx1"/>
                </a:solidFill>
                <a:latin typeface="+mn-lt"/>
                <a:cs typeface="Calibri" panose="020F050202020403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41799788"/>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1" y="1726936"/>
            <a:ext cx="11264900"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1" y="3474720"/>
            <a:ext cx="11264900" cy="1566532"/>
          </a:xfrm>
        </p:spPr>
        <p:txBody>
          <a:bodyPr lIns="0" tIns="0" rIns="0" bIns="0">
            <a:noAutofit/>
          </a:bodyPr>
          <a:lstStyle>
            <a:lvl1pPr marL="0" indent="0">
              <a:lnSpc>
                <a:spcPct val="95000"/>
              </a:lnSpc>
              <a:spcAft>
                <a:spcPts val="0"/>
              </a:spcAft>
              <a:buNone/>
              <a:defRPr sz="360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8" name="Copyright">
            <a:extLst>
              <a:ext uri="{FF2B5EF4-FFF2-40B4-BE49-F238E27FC236}">
                <a16:creationId xmlns:a16="http://schemas.microsoft.com/office/drawing/2014/main" id="{CA24B28E-5B13-4779-8D72-C52A20B99FE7}"/>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3" name="CaseCode">
            <a:extLst>
              <a:ext uri="{FF2B5EF4-FFF2-40B4-BE49-F238E27FC236}">
                <a16:creationId xmlns:a16="http://schemas.microsoft.com/office/drawing/2014/main" id="{D39A514A-409D-470C-AE9C-EFB16BDA8C83}"/>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4" name="TextBox 13">
            <a:extLst>
              <a:ext uri="{FF2B5EF4-FFF2-40B4-BE49-F238E27FC236}">
                <a16:creationId xmlns:a16="http://schemas.microsoft.com/office/drawing/2014/main" id="{72A5EC33-1574-4E3A-89DA-3EC00A69C870}"/>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78461577"/>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1" y="1728217"/>
            <a:ext cx="11264900"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1" y="3474720"/>
            <a:ext cx="11264900" cy="1566532"/>
          </a:xfrm>
        </p:spPr>
        <p:txBody>
          <a:bodyPr lIns="0" tIns="0" rIns="0" bIns="0">
            <a:noAutofit/>
          </a:bodyPr>
          <a:lstStyle>
            <a:lvl1pPr marL="0" indent="0">
              <a:lnSpc>
                <a:spcPct val="95000"/>
              </a:lnSpc>
              <a:spcAft>
                <a:spcPts val="0"/>
              </a:spcAft>
              <a:buNone/>
              <a:defRPr sz="360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13" name="Copyright">
            <a:extLst>
              <a:ext uri="{FF2B5EF4-FFF2-40B4-BE49-F238E27FC236}">
                <a16:creationId xmlns:a16="http://schemas.microsoft.com/office/drawing/2014/main" id="{1DC4A35C-6E5F-4D1C-8973-1C29CBAF765E}"/>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4" name="CaseCode">
            <a:extLst>
              <a:ext uri="{FF2B5EF4-FFF2-40B4-BE49-F238E27FC236}">
                <a16:creationId xmlns:a16="http://schemas.microsoft.com/office/drawing/2014/main" id="{5B6818A1-3235-4413-9665-6D922B35C666}"/>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5" name="TextBox 14">
            <a:extLst>
              <a:ext uri="{FF2B5EF4-FFF2-40B4-BE49-F238E27FC236}">
                <a16:creationId xmlns:a16="http://schemas.microsoft.com/office/drawing/2014/main" id="{CA87CE22-99C8-4AA1-B80A-420B68B7E283}"/>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1193828"/>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accent 1">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3296" y="1728217"/>
            <a:ext cx="11271504"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3296" y="3474720"/>
            <a:ext cx="11271504" cy="1566532"/>
          </a:xfrm>
        </p:spPr>
        <p:txBody>
          <a:bodyPr lIns="0" tIns="0" rIns="0" bIns="0">
            <a:noAutofit/>
          </a:bodyPr>
          <a:lstStyle>
            <a:lvl1pPr marL="0" indent="0">
              <a:lnSpc>
                <a:spcPct val="95000"/>
              </a:lnSpc>
              <a:spcAft>
                <a:spcPts val="0"/>
              </a:spcAft>
              <a:buNone/>
              <a:defRPr sz="360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12" name="TextBox 11">
            <a:extLst>
              <a:ext uri="{FF2B5EF4-FFF2-40B4-BE49-F238E27FC236}">
                <a16:creationId xmlns:a16="http://schemas.microsoft.com/office/drawing/2014/main" id="{071386E3-7822-4155-91DC-3E38D96ED6CE}"/>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3171871"/>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accent 2">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3296" y="1728217"/>
            <a:ext cx="11227056"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3296" y="3474720"/>
            <a:ext cx="11227056" cy="1566532"/>
          </a:xfrm>
        </p:spPr>
        <p:txBody>
          <a:bodyPr lIns="0" tIns="0" rIns="0" bIns="0">
            <a:noAutofit/>
          </a:bodyPr>
          <a:lstStyle>
            <a:lvl1pPr marL="0" indent="0">
              <a:lnSpc>
                <a:spcPct val="95000"/>
              </a:lnSpc>
              <a:spcAft>
                <a:spcPts val="0"/>
              </a:spcAft>
              <a:buNone/>
              <a:defRPr sz="360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10" name="Copyright">
            <a:extLst>
              <a:ext uri="{FF2B5EF4-FFF2-40B4-BE49-F238E27FC236}">
                <a16:creationId xmlns:a16="http://schemas.microsoft.com/office/drawing/2014/main" id="{484F29FA-0A46-4792-A45E-5DE1B223E09B}"/>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1" name="CaseCode">
            <a:extLst>
              <a:ext uri="{FF2B5EF4-FFF2-40B4-BE49-F238E27FC236}">
                <a16:creationId xmlns:a16="http://schemas.microsoft.com/office/drawing/2014/main" id="{12BDD3ED-029E-4AC9-80CA-D3A2FBE9A5AF}"/>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2" name="TextBox 11">
            <a:extLst>
              <a:ext uri="{FF2B5EF4-FFF2-40B4-BE49-F238E27FC236}">
                <a16:creationId xmlns:a16="http://schemas.microsoft.com/office/drawing/2014/main" id="{A6895299-9295-492F-8C31-9744F3FB7A06}"/>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00251667"/>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accent 3">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3296" y="1728217"/>
            <a:ext cx="11227056"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3296" y="3474720"/>
            <a:ext cx="11227056" cy="1566532"/>
          </a:xfrm>
        </p:spPr>
        <p:txBody>
          <a:bodyPr lIns="0" tIns="0" rIns="0" bIns="0">
            <a:noAutofit/>
          </a:bodyPr>
          <a:lstStyle>
            <a:lvl1pPr marL="0" indent="0">
              <a:lnSpc>
                <a:spcPct val="95000"/>
              </a:lnSpc>
              <a:spcAft>
                <a:spcPts val="0"/>
              </a:spcAft>
              <a:buNone/>
              <a:defRPr sz="360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7" name="Copyright">
            <a:extLst>
              <a:ext uri="{FF2B5EF4-FFF2-40B4-BE49-F238E27FC236}">
                <a16:creationId xmlns:a16="http://schemas.microsoft.com/office/drawing/2014/main" id="{EC93E963-CFD3-43A9-AE1B-F08B522B4130}"/>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8" name="CaseCode">
            <a:extLst>
              <a:ext uri="{FF2B5EF4-FFF2-40B4-BE49-F238E27FC236}">
                <a16:creationId xmlns:a16="http://schemas.microsoft.com/office/drawing/2014/main" id="{791BE9BD-85F6-497E-A8D6-CBFF87927B15}"/>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AB538D13-8CB9-4EE1-BCA9-24557BC4F2B2}"/>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55888525"/>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Key statement green accent 2">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63297" y="1714500"/>
            <a:ext cx="9323916" cy="4648200"/>
          </a:xfrm>
          <a:prstGeom prst="rect">
            <a:avLst/>
          </a:prstGeom>
        </p:spPr>
        <p:txBody>
          <a:bodyPr>
            <a:noAutofit/>
          </a:bodyPr>
          <a:lstStyle>
            <a:lvl1pPr>
              <a:spcBef>
                <a:spcPts val="3600"/>
              </a:spcBef>
              <a:defRPr sz="3600">
                <a:solidFill>
                  <a:schemeClr val="bg1"/>
                </a:solidFill>
              </a:defRPr>
            </a:lvl1pPr>
            <a:lvl2pPr marL="457189" indent="-45718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9" name="Copyright">
            <a:extLst>
              <a:ext uri="{FF2B5EF4-FFF2-40B4-BE49-F238E27FC236}">
                <a16:creationId xmlns:a16="http://schemas.microsoft.com/office/drawing/2014/main" id="{08E5BA7E-93C2-43A2-9267-44AEA65B95C5}"/>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0" name="CaseCode">
            <a:extLst>
              <a:ext uri="{FF2B5EF4-FFF2-40B4-BE49-F238E27FC236}">
                <a16:creationId xmlns:a16="http://schemas.microsoft.com/office/drawing/2014/main" id="{015C4658-A753-4EFC-B4C9-8CC1413F742B}"/>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1" name="TextBox 10">
            <a:extLst>
              <a:ext uri="{FF2B5EF4-FFF2-40B4-BE49-F238E27FC236}">
                <a16:creationId xmlns:a16="http://schemas.microsoft.com/office/drawing/2014/main" id="{DEC3538D-DEF3-427C-A22B-D6DED4B4F939}"/>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24162204"/>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Key statement Green Accent 4">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63296" y="1714500"/>
            <a:ext cx="9341104" cy="4648200"/>
          </a:xfrm>
          <a:prstGeom prst="rect">
            <a:avLst/>
          </a:prstGeom>
        </p:spPr>
        <p:txBody>
          <a:bodyPr>
            <a:noAutofit/>
          </a:bodyPr>
          <a:lstStyle>
            <a:lvl1pPr>
              <a:spcBef>
                <a:spcPts val="3600"/>
              </a:spcBef>
              <a:defRPr sz="3600">
                <a:solidFill>
                  <a:schemeClr val="bg1"/>
                </a:solidFill>
              </a:defRPr>
            </a:lvl1pPr>
            <a:lvl2pPr marL="457189" indent="-45718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9" name="Copyright">
            <a:extLst>
              <a:ext uri="{FF2B5EF4-FFF2-40B4-BE49-F238E27FC236}">
                <a16:creationId xmlns:a16="http://schemas.microsoft.com/office/drawing/2014/main" id="{42B478C9-B5DA-40CF-85B5-B8255333DF59}"/>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0" name="CaseCode">
            <a:extLst>
              <a:ext uri="{FF2B5EF4-FFF2-40B4-BE49-F238E27FC236}">
                <a16:creationId xmlns:a16="http://schemas.microsoft.com/office/drawing/2014/main" id="{13465439-7954-4F6D-A5BA-2445764B064C}"/>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1" name="TextBox 10">
            <a:extLst>
              <a:ext uri="{FF2B5EF4-FFF2-40B4-BE49-F238E27FC236}">
                <a16:creationId xmlns:a16="http://schemas.microsoft.com/office/drawing/2014/main" id="{5B993EBE-E0B6-4868-AEFF-D7DAD2DDC7E4}"/>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66086632"/>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63296" y="1719073"/>
            <a:ext cx="9341104" cy="4643628"/>
          </a:xfrm>
          <a:prstGeom prst="rect">
            <a:avLst/>
          </a:prstGeom>
        </p:spPr>
        <p:txBody>
          <a:bodyPr>
            <a:noAutofit/>
          </a:bodyPr>
          <a:lstStyle>
            <a:lvl1pPr>
              <a:spcBef>
                <a:spcPts val="3600"/>
              </a:spcBef>
              <a:defRPr sz="3600">
                <a:solidFill>
                  <a:schemeClr val="bg1"/>
                </a:solidFill>
              </a:defRPr>
            </a:lvl1pPr>
            <a:lvl2pPr marL="457189" indent="-45718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9" name="Copyright">
            <a:extLst>
              <a:ext uri="{FF2B5EF4-FFF2-40B4-BE49-F238E27FC236}">
                <a16:creationId xmlns:a16="http://schemas.microsoft.com/office/drawing/2014/main" id="{D9D178A5-CCC4-4A46-8C47-9A140D4A5CA1}"/>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0" name="CaseCode">
            <a:extLst>
              <a:ext uri="{FF2B5EF4-FFF2-40B4-BE49-F238E27FC236}">
                <a16:creationId xmlns:a16="http://schemas.microsoft.com/office/drawing/2014/main" id="{70B3F7DA-818B-4D8B-B857-2D625878F36E}"/>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1" name="TextBox 10">
            <a:extLst>
              <a:ext uri="{FF2B5EF4-FFF2-40B4-BE49-F238E27FC236}">
                <a16:creationId xmlns:a16="http://schemas.microsoft.com/office/drawing/2014/main" id="{4106B75E-593B-4DBE-A922-1C55C945A5EC}"/>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35904947"/>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63296" y="1719073"/>
            <a:ext cx="9341104" cy="4643628"/>
          </a:xfrm>
          <a:prstGeom prst="rect">
            <a:avLst/>
          </a:prstGeom>
        </p:spPr>
        <p:txBody>
          <a:bodyPr>
            <a:noAutofit/>
          </a:bodyPr>
          <a:lstStyle>
            <a:lvl1pPr>
              <a:spcBef>
                <a:spcPts val="3600"/>
              </a:spcBef>
              <a:defRPr sz="3600">
                <a:solidFill>
                  <a:schemeClr val="bg1"/>
                </a:solidFill>
              </a:defRPr>
            </a:lvl1pPr>
            <a:lvl2pPr marL="457189" indent="-45718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9" name="Copyright">
            <a:extLst>
              <a:ext uri="{FF2B5EF4-FFF2-40B4-BE49-F238E27FC236}">
                <a16:creationId xmlns:a16="http://schemas.microsoft.com/office/drawing/2014/main" id="{8A445E98-0101-4641-B761-F6EC62A4C1F9}"/>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0" name="CaseCode">
            <a:extLst>
              <a:ext uri="{FF2B5EF4-FFF2-40B4-BE49-F238E27FC236}">
                <a16:creationId xmlns:a16="http://schemas.microsoft.com/office/drawing/2014/main" id="{8E6546D8-000E-40B0-BE69-23BCCEC818E9}"/>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1" name="TextBox 10">
            <a:extLst>
              <a:ext uri="{FF2B5EF4-FFF2-40B4-BE49-F238E27FC236}">
                <a16:creationId xmlns:a16="http://schemas.microsoft.com/office/drawing/2014/main" id="{C7761B44-F344-440B-8939-9E878C81D0CA}"/>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63288315"/>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75488" y="1719072"/>
            <a:ext cx="9328912" cy="4643628"/>
          </a:xfrm>
          <a:prstGeom prst="rect">
            <a:avLst/>
          </a:prstGeom>
        </p:spPr>
        <p:txBody>
          <a:bodyPr>
            <a:noAutofit/>
          </a:bodyPr>
          <a:lstStyle>
            <a:lvl1pPr marL="0" indent="0" algn="l">
              <a:spcBef>
                <a:spcPts val="2700"/>
              </a:spcBef>
              <a:buFontTx/>
              <a:buNone/>
              <a:defRPr sz="3600">
                <a:solidFill>
                  <a:schemeClr val="tx1"/>
                </a:solidFill>
              </a:defRPr>
            </a:lvl1pPr>
            <a:lvl2pPr marL="342900" indent="-342900">
              <a:defRPr sz="2250">
                <a:solidFill>
                  <a:schemeClr val="bg2"/>
                </a:solidFill>
              </a:defRPr>
            </a:lvl2pPr>
            <a:lvl3pPr>
              <a:defRPr sz="2250">
                <a:solidFill>
                  <a:schemeClr val="bg2"/>
                </a:solidFill>
              </a:defRPr>
            </a:lvl3pPr>
            <a:lvl4pPr>
              <a:defRPr sz="2250">
                <a:solidFill>
                  <a:schemeClr val="bg2"/>
                </a:solidFill>
              </a:defRPr>
            </a:lvl4pPr>
            <a:lvl5pPr>
              <a:defRPr sz="225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263759023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3296" y="1714500"/>
            <a:ext cx="11277600" cy="4648200"/>
          </a:xfrm>
          <a:prstGeom prst="rect">
            <a:avLst/>
          </a:prstGeom>
        </p:spPr>
        <p:txBody>
          <a:bodyPr vert="horz" lIns="0" tIns="0" rIns="0" bIns="0" rtlCol="0">
            <a:noAutofit/>
          </a:bodyPr>
          <a:lstStyle>
            <a:lvl1pPr marL="0" indent="0" algn="l">
              <a:buFontTx/>
              <a:buNone/>
              <a:defRPr sz="1200">
                <a:latin typeface="+mn-lt"/>
              </a:defRPr>
            </a:lvl1pPr>
            <a:lvl2pPr marL="104775" indent="-104775" algn="l">
              <a:buClrTx/>
              <a:buSzPct val="100000"/>
              <a:buFont typeface="Arial" panose="020B0604020202020204" pitchFamily="34" charset="0"/>
              <a:buChar char="•"/>
              <a:defRPr sz="1200">
                <a:latin typeface="+mj-lt"/>
              </a:defRPr>
            </a:lvl2pPr>
            <a:lvl3pPr marL="228600" indent="-104775" algn="l">
              <a:buClrTx/>
              <a:buSzPct val="100000"/>
              <a:buFont typeface="Arial" panose="020B0604020202020204" pitchFamily="34" charset="0"/>
              <a:buChar char="−"/>
              <a:defRPr sz="1200">
                <a:latin typeface="+mn-lt"/>
              </a:defRPr>
            </a:lvl3pPr>
            <a:lvl4pPr marL="352425" indent="-104775" algn="l">
              <a:buClrTx/>
              <a:buSzPct val="100000"/>
              <a:buFont typeface="Arial" panose="020B0604020202020204" pitchFamily="34" charset="0"/>
              <a:buChar char="◦"/>
              <a:defRPr sz="1200">
                <a:latin typeface="+mn-lt"/>
              </a:defRPr>
            </a:lvl4pPr>
            <a:lvl5pPr marL="476250" indent="-104775" algn="l">
              <a:buClrTx/>
              <a:buSzPct val="100000"/>
              <a:buFont typeface="Arial" panose="020B0604020202020204" pitchFamily="34" charset="0"/>
              <a:buChar char="−"/>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463296" y="347473"/>
            <a:ext cx="11277600" cy="698501"/>
          </a:xfrm>
          <a:prstGeom prst="rect">
            <a:avLst/>
          </a:prstGeom>
        </p:spPr>
        <p:txBody>
          <a:bodyPr vert="horz" lIns="0" tIns="0" rIns="0" bIns="0" rtlCol="0" anchor="t" anchorCtr="0">
            <a:noAutofit/>
          </a:bodyPr>
          <a:lstStyle>
            <a:lvl1pPr>
              <a:defRPr sz="2100"/>
            </a:lvl1pPr>
          </a:lstStyle>
          <a:p>
            <a:r>
              <a:rPr lang="en-US"/>
              <a:t>Click to add title</a:t>
            </a:r>
          </a:p>
        </p:txBody>
      </p:sp>
    </p:spTree>
    <p:extLst>
      <p:ext uri="{BB962C8B-B14F-4D97-AF65-F5344CB8AC3E}">
        <p14:creationId xmlns:p14="http://schemas.microsoft.com/office/powerpoint/2010/main" val="386538202"/>
      </p:ext>
    </p:extLst>
  </p:cSld>
  <p:clrMapOvr>
    <a:masterClrMapping/>
  </p:clrMapOvr>
  <p:transition>
    <p:fade/>
  </p:transition>
  <p:hf hdr="0" dt="0"/>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3296" y="1714500"/>
            <a:ext cx="9341104" cy="4648200"/>
          </a:xfrm>
          <a:prstGeom prst="rect">
            <a:avLst/>
          </a:prstGeom>
        </p:spPr>
        <p:txBody>
          <a:bodyPr>
            <a:noAutofit/>
          </a:bodyPr>
          <a:lstStyle>
            <a:lvl1pPr marL="0" indent="0" algn="l">
              <a:buFontTx/>
              <a:buNone/>
              <a:tabLst>
                <a:tab pos="5047060" algn="r"/>
              </a:tabLst>
              <a:defRPr sz="1200">
                <a:latin typeface="+mn-lt"/>
              </a:defRPr>
            </a:lvl1pPr>
            <a:lvl2pPr marL="104775" indent="-104775" algn="l">
              <a:buClrTx/>
              <a:buSzPct val="100000"/>
              <a:buFont typeface="Arial" panose="020B0604020202020204" pitchFamily="34" charset="0"/>
              <a:buChar char="•"/>
              <a:tabLst>
                <a:tab pos="5047060" algn="r"/>
              </a:tabLst>
              <a:defRPr sz="1200">
                <a:latin typeface="+mj-lt"/>
              </a:defRPr>
            </a:lvl2pPr>
            <a:lvl3pPr marL="228600" indent="-104775" algn="l">
              <a:buClrTx/>
              <a:buSzPct val="100000"/>
              <a:buFont typeface="Arial" panose="020B0604020202020204" pitchFamily="34" charset="0"/>
              <a:buChar char="−"/>
              <a:tabLst>
                <a:tab pos="5047060" algn="r"/>
              </a:tabLst>
              <a:defRPr sz="1200">
                <a:latin typeface="+mn-lt"/>
              </a:defRPr>
            </a:lvl3pPr>
            <a:lvl4pPr marL="352425" indent="-104775" algn="l">
              <a:buClrTx/>
              <a:buSzPct val="100000"/>
              <a:buFont typeface="Arial" panose="020B0604020202020204" pitchFamily="34" charset="0"/>
              <a:buChar char="◦"/>
              <a:tabLst>
                <a:tab pos="5047060" algn="r"/>
              </a:tabLst>
              <a:defRPr sz="1200">
                <a:latin typeface="+mn-lt"/>
              </a:defRPr>
            </a:lvl4pPr>
            <a:lvl5pPr marL="476250" indent="-104775" algn="l">
              <a:buClrTx/>
              <a:buSzPct val="100000"/>
              <a:buFont typeface="Arial" panose="020B0604020202020204" pitchFamily="34" charset="0"/>
              <a:buChar char="−"/>
              <a:tabLst>
                <a:tab pos="3771900" algn="r"/>
              </a:tabLst>
              <a:defRPr sz="1200" baseline="0">
                <a:latin typeface="+mn-lt"/>
              </a:defRPr>
            </a:lvl5pPr>
            <a:lvl6pPr>
              <a:tabLst>
                <a:tab pos="5047060" algn="r"/>
              </a:tabLst>
              <a:defRPr/>
            </a:lvl6pPr>
            <a:lvl7pPr>
              <a:tabLst>
                <a:tab pos="5047060" algn="r"/>
              </a:tabLst>
              <a:defRPr/>
            </a:lvl7pPr>
            <a:lvl8pPr>
              <a:tabLst>
                <a:tab pos="5047060" algn="r"/>
              </a:tabLst>
              <a:defRPr/>
            </a:lvl8pPr>
            <a:lvl9pPr>
              <a:tabLst>
                <a:tab pos="5047060"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463296" y="347473"/>
            <a:ext cx="11180232" cy="698501"/>
          </a:xfrm>
          <a:prstGeom prst="rect">
            <a:avLst/>
          </a:prstGeom>
        </p:spPr>
        <p:txBody>
          <a:bodyPr vert="horz" lIns="0" tIns="0" rIns="0" bIns="0" rtlCol="0" anchor="t" anchorCtr="0">
            <a:noAutofit/>
          </a:bodyPr>
          <a:lstStyle>
            <a:lvl1pPr>
              <a:defRPr sz="2100"/>
            </a:lvl1pPr>
          </a:lstStyle>
          <a:p>
            <a:r>
              <a:rPr lang="en-US"/>
              <a:t>Click to add title</a:t>
            </a:r>
          </a:p>
        </p:txBody>
      </p:sp>
    </p:spTree>
    <p:extLst>
      <p:ext uri="{BB962C8B-B14F-4D97-AF65-F5344CB8AC3E}">
        <p14:creationId xmlns:p14="http://schemas.microsoft.com/office/powerpoint/2010/main" val="2113020757"/>
      </p:ext>
    </p:extLst>
  </p:cSld>
  <p:clrMapOvr>
    <a:masterClrMapping/>
  </p:clrMapOvr>
  <p:transition>
    <p:fade/>
  </p:transition>
  <p:hf hdr="0" dt="0"/>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933144" y="345584"/>
            <a:ext cx="2804160" cy="1027760"/>
          </a:xfrm>
        </p:spPr>
        <p:txBody>
          <a:bodyPr>
            <a:noAutofit/>
          </a:bodyPr>
          <a:lstStyle>
            <a:lvl1pPr>
              <a:spcBef>
                <a:spcPts val="139"/>
              </a:spcBef>
              <a:defRPr sz="800">
                <a:solidFill>
                  <a:schemeClr val="tx1"/>
                </a:solidFill>
              </a:defRPr>
            </a:lvl1pPr>
            <a:lvl2pPr>
              <a:defRPr sz="727">
                <a:solidFill>
                  <a:schemeClr val="tx2"/>
                </a:solidFill>
              </a:defRPr>
            </a:lvl2pPr>
            <a:lvl3pPr>
              <a:defRPr sz="727">
                <a:solidFill>
                  <a:schemeClr val="tx2"/>
                </a:solidFill>
              </a:defRPr>
            </a:lvl3pPr>
            <a:lvl4pPr>
              <a:defRPr sz="692">
                <a:solidFill>
                  <a:schemeClr val="tx2"/>
                </a:solidFill>
              </a:defRPr>
            </a:lvl4pPr>
            <a:lvl5pPr>
              <a:defRPr sz="692">
                <a:solidFill>
                  <a:schemeClr val="tx2"/>
                </a:solidFill>
              </a:defRPr>
            </a:lvl5pPr>
          </a:lstStyle>
          <a:p>
            <a:pPr lvl="0"/>
            <a:r>
              <a:rPr lang="en-US"/>
              <a:t>Click to edit Master text styles</a:t>
            </a:r>
          </a:p>
        </p:txBody>
      </p:sp>
      <p:sp>
        <p:nvSpPr>
          <p:cNvPr id="7" name="Text Placeholder 6"/>
          <p:cNvSpPr>
            <a:spLocks noGrp="1"/>
          </p:cNvSpPr>
          <p:nvPr>
            <p:ph type="body" sz="quarter" idx="11"/>
          </p:nvPr>
        </p:nvSpPr>
        <p:spPr>
          <a:xfrm>
            <a:off x="463296" y="1714500"/>
            <a:ext cx="3549904" cy="4648200"/>
          </a:xfrm>
        </p:spPr>
        <p:txBody>
          <a:bodyPr>
            <a:noAutofit/>
          </a:bodyPr>
          <a:lstStyle>
            <a:lvl1pPr>
              <a:spcBef>
                <a:spcPts val="0"/>
              </a:spcBef>
              <a:spcAft>
                <a:spcPts val="416"/>
              </a:spcAft>
              <a:defRPr sz="1200"/>
            </a:lvl1pPr>
            <a:lvl2pPr>
              <a:spcBef>
                <a:spcPts val="208"/>
              </a:spcBef>
              <a:defRPr/>
            </a:lvl2pPr>
            <a:lvl3pPr>
              <a:spcBef>
                <a:spcPts val="208"/>
              </a:spcBef>
              <a:defRPr/>
            </a:lvl3pPr>
            <a:lvl4pPr>
              <a:spcBef>
                <a:spcPts val="208"/>
              </a:spcBef>
              <a:defRPr/>
            </a:lvl4pPr>
            <a:lvl5pPr>
              <a:spcBef>
                <a:spcPts val="208"/>
              </a:spcBef>
              <a:defRPr/>
            </a:lvl5pPr>
          </a:lstStyle>
          <a:p>
            <a:pPr lvl="0"/>
            <a:r>
              <a:rPr lang="en-US"/>
              <a:t>Click to edit Master text styles</a:t>
            </a:r>
          </a:p>
        </p:txBody>
      </p:sp>
      <p:sp>
        <p:nvSpPr>
          <p:cNvPr id="9" name="Text Placeholder 8"/>
          <p:cNvSpPr>
            <a:spLocks noGrp="1"/>
          </p:cNvSpPr>
          <p:nvPr>
            <p:ph type="body" sz="quarter" idx="12"/>
          </p:nvPr>
        </p:nvSpPr>
        <p:spPr>
          <a:xfrm>
            <a:off x="4318000" y="1719073"/>
            <a:ext cx="7416801" cy="4643628"/>
          </a:xfrm>
        </p:spPr>
        <p:txBody>
          <a:bodyPr>
            <a:noAutofit/>
          </a:bodyPr>
          <a:lstStyle>
            <a:lvl1pPr marL="0" indent="0" algn="l">
              <a:spcBef>
                <a:spcPts val="1247"/>
              </a:spcBef>
              <a:buFontTx/>
              <a:buNone/>
              <a:defRPr sz="1200"/>
            </a:lvl1pPr>
            <a:lvl2pPr marL="104775" indent="-104775" algn="l">
              <a:buClrTx/>
              <a:buSzPct val="100000"/>
              <a:buFont typeface="Arial" panose="020B0604020202020204" pitchFamily="34" charset="0"/>
              <a:buChar char="•"/>
              <a:defRPr sz="1200"/>
            </a:lvl2pPr>
            <a:lvl3pPr marL="228600" indent="-104775" algn="l">
              <a:buClrTx/>
              <a:buSzPct val="100000"/>
              <a:buFont typeface="Arial" panose="020B0604020202020204" pitchFamily="34" charset="0"/>
              <a:buChar char="−"/>
              <a:defRPr sz="1200"/>
            </a:lvl3pPr>
            <a:lvl4pPr marL="352425" indent="-104775" algn="l">
              <a:buClrTx/>
              <a:buSzPct val="100000"/>
              <a:buFont typeface="Arial" panose="020B0604020202020204" pitchFamily="34" charset="0"/>
              <a:buChar char="◦"/>
              <a:defRPr sz="1200"/>
            </a:lvl4pPr>
            <a:lvl5pPr marL="476250" indent="-104775" algn="l">
              <a:buClrTx/>
              <a:buSzPct val="10000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grpSp>
        <p:nvGrpSpPr>
          <p:cNvPr id="16" name="Group 15">
            <a:extLst>
              <a:ext uri="{FF2B5EF4-FFF2-40B4-BE49-F238E27FC236}">
                <a16:creationId xmlns:a16="http://schemas.microsoft.com/office/drawing/2014/main" id="{8D879EE2-D803-4CB2-AF00-F24E09224D10}"/>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17" name="Oval 5">
              <a:extLst>
                <a:ext uri="{FF2B5EF4-FFF2-40B4-BE49-F238E27FC236}">
                  <a16:creationId xmlns:a16="http://schemas.microsoft.com/office/drawing/2014/main" id="{D45CA835-378D-4289-9657-CD3C1D614351}"/>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8" name="Freeform 6">
              <a:extLst>
                <a:ext uri="{FF2B5EF4-FFF2-40B4-BE49-F238E27FC236}">
                  <a16:creationId xmlns:a16="http://schemas.microsoft.com/office/drawing/2014/main" id="{D3810899-A11C-413B-8CBC-D3CFBE3CD80B}"/>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9" name="Rectangle 7">
              <a:extLst>
                <a:ext uri="{FF2B5EF4-FFF2-40B4-BE49-F238E27FC236}">
                  <a16:creationId xmlns:a16="http://schemas.microsoft.com/office/drawing/2014/main" id="{A104677E-C9A9-43FD-9636-282AA4967CC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0" name="Freeform 8">
              <a:extLst>
                <a:ext uri="{FF2B5EF4-FFF2-40B4-BE49-F238E27FC236}">
                  <a16:creationId xmlns:a16="http://schemas.microsoft.com/office/drawing/2014/main" id="{33CAB285-FAC0-4F34-8146-267CBA1B5D98}"/>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1" name="Rectangle 9">
              <a:extLst>
                <a:ext uri="{FF2B5EF4-FFF2-40B4-BE49-F238E27FC236}">
                  <a16:creationId xmlns:a16="http://schemas.microsoft.com/office/drawing/2014/main" id="{16082ED9-88C5-4736-942C-C7E3CCCA1BEA}"/>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2" name="Rectangle 10">
              <a:extLst>
                <a:ext uri="{FF2B5EF4-FFF2-40B4-BE49-F238E27FC236}">
                  <a16:creationId xmlns:a16="http://schemas.microsoft.com/office/drawing/2014/main" id="{E1E6C516-6C1B-4A02-BB05-4F831D78ECF5}"/>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3" name="Freeform 11">
              <a:extLst>
                <a:ext uri="{FF2B5EF4-FFF2-40B4-BE49-F238E27FC236}">
                  <a16:creationId xmlns:a16="http://schemas.microsoft.com/office/drawing/2014/main" id="{DA6EFC15-17CF-407E-9776-DF518801DEE6}"/>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4" name="Freeform 12">
              <a:extLst>
                <a:ext uri="{FF2B5EF4-FFF2-40B4-BE49-F238E27FC236}">
                  <a16:creationId xmlns:a16="http://schemas.microsoft.com/office/drawing/2014/main" id="{032EBC75-0AB2-4438-90A3-70694DE0F425}"/>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5" name="Freeform 13">
              <a:extLst>
                <a:ext uri="{FF2B5EF4-FFF2-40B4-BE49-F238E27FC236}">
                  <a16:creationId xmlns:a16="http://schemas.microsoft.com/office/drawing/2014/main" id="{FC22A38A-F53A-4006-98CB-F2CD2E27610D}"/>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6" name="Freeform 14">
              <a:extLst>
                <a:ext uri="{FF2B5EF4-FFF2-40B4-BE49-F238E27FC236}">
                  <a16:creationId xmlns:a16="http://schemas.microsoft.com/office/drawing/2014/main" id="{69265903-DE87-4699-A08F-FA3C1B52FB39}"/>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Tree>
    <p:extLst>
      <p:ext uri="{BB962C8B-B14F-4D97-AF65-F5344CB8AC3E}">
        <p14:creationId xmlns:p14="http://schemas.microsoft.com/office/powerpoint/2010/main" val="2387231504"/>
      </p:ext>
    </p:extLst>
  </p:cSld>
  <p:clrMapOvr>
    <a:masterClrMapping/>
  </p:clrMapOvr>
  <p:transition>
    <p:fade/>
  </p:transition>
  <p:hf hdr="0" dt="0"/>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63295" y="347472"/>
            <a:ext cx="11228832" cy="698500"/>
          </a:xfrm>
          <a:prstGeom prst="rect">
            <a:avLst/>
          </a:prstGeom>
        </p:spPr>
        <p:txBody>
          <a:bodyPr vert="horz" lIns="0" tIns="0" rIns="0" bIns="0" rtlCol="0" anchor="t" anchorCtr="0">
            <a:noAutofit/>
          </a:bodyPr>
          <a:lstStyle>
            <a:lvl1pPr>
              <a:defRPr sz="2100"/>
            </a:lvl1pPr>
          </a:lstStyle>
          <a:p>
            <a:r>
              <a:rPr lang="en-US" noProof="0"/>
              <a:t>Click to add title</a:t>
            </a:r>
          </a:p>
        </p:txBody>
      </p:sp>
      <p:sp>
        <p:nvSpPr>
          <p:cNvPr id="5" name="Picture Placeholder 9"/>
          <p:cNvSpPr>
            <a:spLocks noGrp="1"/>
          </p:cNvSpPr>
          <p:nvPr>
            <p:ph type="pic" sz="quarter" idx="15"/>
          </p:nvPr>
        </p:nvSpPr>
        <p:spPr>
          <a:xfrm>
            <a:off x="5450351" y="1714500"/>
            <a:ext cx="6240000" cy="4648200"/>
          </a:xfrm>
        </p:spPr>
        <p:txBody>
          <a:bodyPr>
            <a:noAutofit/>
          </a:bodyPr>
          <a:lstStyle>
            <a:lvl1pPr>
              <a:defRPr sz="1200"/>
            </a:lvl1pPr>
          </a:lstStyle>
          <a:p>
            <a:r>
              <a:rPr lang="en-US" noProof="0"/>
              <a:t>Click icon to add picture</a:t>
            </a:r>
          </a:p>
        </p:txBody>
      </p:sp>
      <p:sp>
        <p:nvSpPr>
          <p:cNvPr id="6" name="Content Placeholder 3"/>
          <p:cNvSpPr>
            <a:spLocks noGrp="1"/>
          </p:cNvSpPr>
          <p:nvPr>
            <p:ph sz="quarter" idx="10"/>
          </p:nvPr>
        </p:nvSpPr>
        <p:spPr>
          <a:xfrm>
            <a:off x="463296" y="1714500"/>
            <a:ext cx="4413504" cy="4648200"/>
          </a:xfrm>
          <a:prstGeom prst="rect">
            <a:avLst/>
          </a:prstGeom>
        </p:spPr>
        <p:txBody>
          <a:bodyPr>
            <a:noAutofit/>
          </a:bodyPr>
          <a:lstStyle>
            <a:lvl1pPr marL="0" indent="0" algn="l">
              <a:buFontTx/>
              <a:buNone/>
              <a:tabLst>
                <a:tab pos="3771900" algn="r"/>
              </a:tabLst>
              <a:defRPr sz="1200">
                <a:latin typeface="+mn-lt"/>
              </a:defRPr>
            </a:lvl1pPr>
            <a:lvl2pPr marL="104775" indent="-104775" algn="l">
              <a:buClrTx/>
              <a:buSzPct val="100000"/>
              <a:buFont typeface="Arial" panose="020B0604020202020204" pitchFamily="34" charset="0"/>
              <a:buChar char="•"/>
              <a:tabLst>
                <a:tab pos="3771900" algn="r"/>
              </a:tabLst>
              <a:defRPr sz="1200">
                <a:latin typeface="+mj-lt"/>
              </a:defRPr>
            </a:lvl2pPr>
            <a:lvl3pPr marL="228600" indent="-104775" algn="l">
              <a:buClrTx/>
              <a:buSzPct val="100000"/>
              <a:buFont typeface="Arial" panose="020B0604020202020204" pitchFamily="34" charset="0"/>
              <a:buChar char="−"/>
              <a:tabLst>
                <a:tab pos="3771900" algn="r"/>
              </a:tabLst>
              <a:defRPr sz="1200">
                <a:latin typeface="+mn-lt"/>
              </a:defRPr>
            </a:lvl3pPr>
            <a:lvl4pPr marL="352425" indent="-104775" algn="l">
              <a:buClrTx/>
              <a:buSzPct val="100000"/>
              <a:buFont typeface="Arial" panose="020B0604020202020204" pitchFamily="34" charset="0"/>
              <a:buChar char="◦"/>
              <a:tabLst>
                <a:tab pos="3771900" algn="r"/>
              </a:tabLst>
              <a:defRPr sz="1200">
                <a:latin typeface="+mn-lt"/>
              </a:defRPr>
            </a:lvl4pPr>
            <a:lvl5pPr marL="476250" indent="-104775" algn="l">
              <a:buClrTx/>
              <a:buSzPct val="100000"/>
              <a:buFont typeface="Arial" panose="020B0604020202020204" pitchFamily="34" charset="0"/>
              <a:buChar char="−"/>
              <a:tabLst>
                <a:tab pos="3771900" algn="r"/>
              </a:tabLst>
              <a:defRPr sz="1200"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967203884"/>
      </p:ext>
    </p:extLst>
  </p:cSld>
  <p:clrMapOvr>
    <a:masterClrMapping/>
  </p:clrMapOvr>
  <p:transition>
    <p:fade/>
  </p:transition>
  <p:hf hdr="0" dt="0"/>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3296" y="1719072"/>
            <a:ext cx="5480304" cy="4643628"/>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248404" y="1719072"/>
            <a:ext cx="5486397" cy="4643628"/>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1332836436"/>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21" name="Text Placeholder 8">
            <a:extLst>
              <a:ext uri="{FF2B5EF4-FFF2-40B4-BE49-F238E27FC236}">
                <a16:creationId xmlns:a16="http://schemas.microsoft.com/office/drawing/2014/main" id="{59A021DD-F549-41C3-B366-CFCBDD85997E}"/>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22" name="Title Placeholder 1">
            <a:extLst>
              <a:ext uri="{FF2B5EF4-FFF2-40B4-BE49-F238E27FC236}">
                <a16:creationId xmlns:a16="http://schemas.microsoft.com/office/drawing/2014/main" id="{ECC1F342-3C5A-4884-B063-1F96DE727F31}"/>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p:nvPr>
        </p:nvSpPr>
        <p:spPr>
          <a:xfrm>
            <a:off x="463296" y="1719072"/>
            <a:ext cx="5480304" cy="4643628"/>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 name="Content Placeholder 3">
            <a:extLst>
              <a:ext uri="{FF2B5EF4-FFF2-40B4-BE49-F238E27FC236}">
                <a16:creationId xmlns:a16="http://schemas.microsoft.com/office/drawing/2014/main" id="{B2159D59-FAF6-4904-B82D-440C56566D86}"/>
              </a:ext>
            </a:extLst>
          </p:cNvPr>
          <p:cNvSpPr>
            <a:spLocks noGrp="1"/>
          </p:cNvSpPr>
          <p:nvPr>
            <p:ph sz="quarter" idx="14"/>
          </p:nvPr>
        </p:nvSpPr>
        <p:spPr>
          <a:xfrm>
            <a:off x="6260591" y="1714500"/>
            <a:ext cx="5480304" cy="4643628"/>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75473430"/>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457201" y="685801"/>
            <a:ext cx="11277599" cy="1027633"/>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7" name="Chart Placeholder 3"/>
          <p:cNvSpPr>
            <a:spLocks noGrp="1"/>
          </p:cNvSpPr>
          <p:nvPr>
            <p:ph type="chart" sz="quarter" idx="15"/>
          </p:nvPr>
        </p:nvSpPr>
        <p:spPr>
          <a:xfrm>
            <a:off x="463296" y="2078281"/>
            <a:ext cx="11271504" cy="4042735"/>
          </a:xfrm>
          <a:prstGeom prst="rect">
            <a:avLst/>
          </a:prstGeom>
        </p:spPr>
        <p:txBody>
          <a:bodyPr>
            <a:noAutofit/>
          </a:bodyPr>
          <a:lstStyle>
            <a:lvl1pPr>
              <a:defRPr sz="1200"/>
            </a:lvl1pPr>
          </a:lstStyle>
          <a:p>
            <a:r>
              <a:rPr lang="en-US"/>
              <a:t>Click icon to add chart</a:t>
            </a:r>
            <a:endParaRPr lang="en-GB"/>
          </a:p>
        </p:txBody>
      </p:sp>
      <p:sp>
        <p:nvSpPr>
          <p:cNvPr id="18" name="Text Placeholder 8"/>
          <p:cNvSpPr>
            <a:spLocks noGrp="1"/>
          </p:cNvSpPr>
          <p:nvPr>
            <p:ph type="body" sz="quarter" idx="18"/>
          </p:nvPr>
        </p:nvSpPr>
        <p:spPr>
          <a:xfrm>
            <a:off x="463296" y="1717263"/>
            <a:ext cx="11271504" cy="357187"/>
          </a:xfrm>
        </p:spPr>
        <p:txBody>
          <a:bodyPr>
            <a:noAutofit/>
          </a:bodyPr>
          <a:lstStyle>
            <a:lvl1pPr>
              <a:defRPr sz="1200"/>
            </a:lvl1pPr>
          </a:lstStyle>
          <a:p>
            <a:pPr lvl="0"/>
            <a:r>
              <a:rPr lang="en-US" noProof="0"/>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463294" y="350300"/>
            <a:ext cx="11265412" cy="335500"/>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8" name="Text Placeholder 7">
            <a:extLst>
              <a:ext uri="{FF2B5EF4-FFF2-40B4-BE49-F238E27FC236}">
                <a16:creationId xmlns:a16="http://schemas.microsoft.com/office/drawing/2014/main" id="{4B6E095B-6E26-41E6-AFC8-FF16F0C3C866}"/>
              </a:ext>
            </a:extLst>
          </p:cNvPr>
          <p:cNvSpPr>
            <a:spLocks noGrp="1"/>
          </p:cNvSpPr>
          <p:nvPr>
            <p:ph type="body" sz="quarter" idx="23"/>
          </p:nvPr>
        </p:nvSpPr>
        <p:spPr>
          <a:xfrm>
            <a:off x="457201" y="6121016"/>
            <a:ext cx="11277599" cy="241685"/>
          </a:xfrm>
        </p:spPr>
        <p:txBody>
          <a:bodyPr>
            <a:noAutofit/>
          </a:bodyPr>
          <a:lstStyle>
            <a:lvl1pPr>
              <a:spcAft>
                <a:spcPts val="0"/>
              </a:spcAft>
              <a:defRPr sz="900"/>
            </a:lvl1pPr>
          </a:lstStyle>
          <a:p>
            <a:pPr lvl="0"/>
            <a:r>
              <a:rPr lang="en-US"/>
              <a:t>Click to edit Master text styles</a:t>
            </a:r>
          </a:p>
        </p:txBody>
      </p:sp>
    </p:spTree>
    <p:extLst>
      <p:ext uri="{BB962C8B-B14F-4D97-AF65-F5344CB8AC3E}">
        <p14:creationId xmlns:p14="http://schemas.microsoft.com/office/powerpoint/2010/main" val="4180520058"/>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56871" y="2137713"/>
            <a:ext cx="5480304" cy="3983302"/>
          </a:xfrm>
        </p:spPr>
        <p:txBody>
          <a:bodyPr>
            <a:noAutofit/>
          </a:bodyPr>
          <a:lstStyle>
            <a:lvl1pPr>
              <a:defRPr sz="1200"/>
            </a:lvl1pPr>
          </a:lstStyle>
          <a:p>
            <a:r>
              <a:rPr lang="en-US" noProof="0"/>
              <a:t>Click icon to add chart</a:t>
            </a:r>
          </a:p>
        </p:txBody>
      </p:sp>
      <p:sp>
        <p:nvSpPr>
          <p:cNvPr id="6" name="Text Placeholder 5"/>
          <p:cNvSpPr>
            <a:spLocks noGrp="1"/>
          </p:cNvSpPr>
          <p:nvPr>
            <p:ph type="body" sz="quarter" idx="22"/>
          </p:nvPr>
        </p:nvSpPr>
        <p:spPr>
          <a:xfrm>
            <a:off x="6256871" y="1719074"/>
            <a:ext cx="5480304" cy="405940"/>
          </a:xfrm>
        </p:spPr>
        <p:txBody>
          <a:bodyPr>
            <a:noAutofit/>
          </a:bodyPr>
          <a:lstStyle>
            <a:lvl1pPr>
              <a:defRPr sz="1200"/>
            </a:lvl1pPr>
          </a:lstStyle>
          <a:p>
            <a:pPr lvl="0"/>
            <a:r>
              <a:rPr lang="en-US" noProof="0"/>
              <a:t>Click to edit Master text styles</a:t>
            </a:r>
          </a:p>
        </p:txBody>
      </p:sp>
      <p:sp>
        <p:nvSpPr>
          <p:cNvPr id="15" name="Text Placeholder 7"/>
          <p:cNvSpPr>
            <a:spLocks noGrp="1"/>
          </p:cNvSpPr>
          <p:nvPr>
            <p:ph type="body" sz="quarter" idx="23"/>
          </p:nvPr>
        </p:nvSpPr>
        <p:spPr>
          <a:xfrm>
            <a:off x="463297" y="6121016"/>
            <a:ext cx="11273879" cy="241685"/>
          </a:xfrm>
        </p:spPr>
        <p:txBody>
          <a:bodyPr>
            <a:noAutofit/>
          </a:bodyPr>
          <a:lstStyle>
            <a:lvl1pPr>
              <a:spcAft>
                <a:spcPts val="0"/>
              </a:spcAft>
              <a:defRPr sz="800"/>
            </a:lvl1pPr>
          </a:lstStyle>
          <a:p>
            <a:pPr lvl="0"/>
            <a:r>
              <a:rPr lang="en-US"/>
              <a:t>Click to edit Master text styles</a:t>
            </a:r>
          </a:p>
        </p:txBody>
      </p:sp>
      <p:sp>
        <p:nvSpPr>
          <p:cNvPr id="10" name="Text Placeholder 8">
            <a:extLst>
              <a:ext uri="{FF2B5EF4-FFF2-40B4-BE49-F238E27FC236}">
                <a16:creationId xmlns:a16="http://schemas.microsoft.com/office/drawing/2014/main" id="{CD00439A-130B-4E04-85CB-DABD856B2FAA}"/>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1" name="Title Placeholder 1">
            <a:extLst>
              <a:ext uri="{FF2B5EF4-FFF2-40B4-BE49-F238E27FC236}">
                <a16:creationId xmlns:a16="http://schemas.microsoft.com/office/drawing/2014/main" id="{33B9B3F6-9F40-4388-9B79-8E0961AD2B9E}"/>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13" name="Content Placeholder 3">
            <a:extLst>
              <a:ext uri="{FF2B5EF4-FFF2-40B4-BE49-F238E27FC236}">
                <a16:creationId xmlns:a16="http://schemas.microsoft.com/office/drawing/2014/main" id="{81AD6F48-ECFC-4B93-B043-AEA877E0937F}"/>
              </a:ext>
            </a:extLst>
          </p:cNvPr>
          <p:cNvSpPr>
            <a:spLocks noGrp="1"/>
          </p:cNvSpPr>
          <p:nvPr>
            <p:ph sz="quarter" idx="10"/>
          </p:nvPr>
        </p:nvSpPr>
        <p:spPr>
          <a:xfrm>
            <a:off x="463296" y="1719073"/>
            <a:ext cx="5480304" cy="4401943"/>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690850938"/>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6" name="Text Placeholder 5"/>
          <p:cNvSpPr>
            <a:spLocks noGrp="1"/>
          </p:cNvSpPr>
          <p:nvPr>
            <p:ph type="body" sz="quarter" idx="22"/>
          </p:nvPr>
        </p:nvSpPr>
        <p:spPr>
          <a:xfrm>
            <a:off x="6254379" y="1719073"/>
            <a:ext cx="5486516" cy="405939"/>
          </a:xfrm>
        </p:spPr>
        <p:txBody>
          <a:bodyPr>
            <a:noAutofit/>
          </a:bodyPr>
          <a:lstStyle>
            <a:lvl1pPr>
              <a:defRPr sz="1200"/>
            </a:lvl1pPr>
          </a:lstStyle>
          <a:p>
            <a:pPr lvl="0"/>
            <a:r>
              <a:rPr lang="en-US" noProof="0"/>
              <a:t>Click to edit Master text styles</a:t>
            </a:r>
          </a:p>
        </p:txBody>
      </p:sp>
      <p:sp>
        <p:nvSpPr>
          <p:cNvPr id="15" name="Text Placeholder 7"/>
          <p:cNvSpPr>
            <a:spLocks noGrp="1"/>
          </p:cNvSpPr>
          <p:nvPr>
            <p:ph type="body" sz="quarter" idx="23"/>
          </p:nvPr>
        </p:nvSpPr>
        <p:spPr>
          <a:xfrm>
            <a:off x="457201" y="6121016"/>
            <a:ext cx="11277599" cy="241685"/>
          </a:xfrm>
        </p:spPr>
        <p:txBody>
          <a:bodyPr>
            <a:noAutofit/>
          </a:bodyPr>
          <a:lstStyle>
            <a:lvl1pPr>
              <a:spcAft>
                <a:spcPts val="0"/>
              </a:spcAft>
              <a:defRPr sz="900"/>
            </a:lvl1pPr>
          </a:lstStyle>
          <a:p>
            <a:pPr lvl="0"/>
            <a:r>
              <a:rPr lang="en-US"/>
              <a:t>Click to edit Master text styles</a:t>
            </a:r>
          </a:p>
        </p:txBody>
      </p:sp>
      <p:sp>
        <p:nvSpPr>
          <p:cNvPr id="9" name="Chart Placeholder 2"/>
          <p:cNvSpPr>
            <a:spLocks noGrp="1"/>
          </p:cNvSpPr>
          <p:nvPr>
            <p:ph type="chart" sz="quarter" idx="24"/>
          </p:nvPr>
        </p:nvSpPr>
        <p:spPr>
          <a:xfrm>
            <a:off x="460271" y="2125011"/>
            <a:ext cx="5480304" cy="3996002"/>
          </a:xfrm>
        </p:spPr>
        <p:txBody>
          <a:bodyPr>
            <a:noAutofit/>
          </a:bodyPr>
          <a:lstStyle>
            <a:lvl1pPr>
              <a:defRPr sz="1200"/>
            </a:lvl1pPr>
          </a:lstStyle>
          <a:p>
            <a:r>
              <a:rPr lang="en-US"/>
              <a:t>Click icon to add chart</a:t>
            </a:r>
            <a:endParaRPr lang="en-GB"/>
          </a:p>
        </p:txBody>
      </p:sp>
      <p:sp>
        <p:nvSpPr>
          <p:cNvPr id="12" name="Text Placeholder 5"/>
          <p:cNvSpPr>
            <a:spLocks noGrp="1"/>
          </p:cNvSpPr>
          <p:nvPr>
            <p:ph type="body" sz="quarter" idx="25"/>
          </p:nvPr>
        </p:nvSpPr>
        <p:spPr>
          <a:xfrm>
            <a:off x="463296" y="1719073"/>
            <a:ext cx="5480304" cy="405939"/>
          </a:xfrm>
        </p:spPr>
        <p:txBody>
          <a:bodyPr>
            <a:noAutofit/>
          </a:bodyPr>
          <a:lstStyle>
            <a:lvl1pPr>
              <a:defRPr sz="1200"/>
            </a:lvl1pPr>
          </a:lstStyle>
          <a:p>
            <a:pPr lvl="0"/>
            <a:r>
              <a:rPr lang="en-US" noProof="0"/>
              <a:t>Click to edit Master text styles</a:t>
            </a:r>
          </a:p>
        </p:txBody>
      </p:sp>
      <p:sp>
        <p:nvSpPr>
          <p:cNvPr id="11" name="Chart Placeholder 2">
            <a:extLst>
              <a:ext uri="{FF2B5EF4-FFF2-40B4-BE49-F238E27FC236}">
                <a16:creationId xmlns:a16="http://schemas.microsoft.com/office/drawing/2014/main" id="{F1BD57FD-600D-430A-AB0C-89DFCC950E21}"/>
              </a:ext>
            </a:extLst>
          </p:cNvPr>
          <p:cNvSpPr>
            <a:spLocks noGrp="1"/>
          </p:cNvSpPr>
          <p:nvPr>
            <p:ph type="chart" sz="quarter" idx="26"/>
          </p:nvPr>
        </p:nvSpPr>
        <p:spPr>
          <a:xfrm>
            <a:off x="6248403" y="2125011"/>
            <a:ext cx="5486397" cy="3996000"/>
          </a:xfrm>
        </p:spPr>
        <p:txBody>
          <a:bodyPr>
            <a:noAutofit/>
          </a:bodyPr>
          <a:lstStyle>
            <a:lvl1pPr>
              <a:defRPr sz="1200"/>
            </a:lvl1pPr>
          </a:lstStyle>
          <a:p>
            <a:r>
              <a:rPr lang="en-US"/>
              <a:t>Click icon to add chart</a:t>
            </a:r>
            <a:endParaRPr lang="en-GB"/>
          </a:p>
        </p:txBody>
      </p:sp>
      <p:sp>
        <p:nvSpPr>
          <p:cNvPr id="13" name="Text Placeholder 8">
            <a:extLst>
              <a:ext uri="{FF2B5EF4-FFF2-40B4-BE49-F238E27FC236}">
                <a16:creationId xmlns:a16="http://schemas.microsoft.com/office/drawing/2014/main" id="{ACD26822-93FD-4865-A5E4-053695247E8C}"/>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6" name="Title Placeholder 1">
            <a:extLst>
              <a:ext uri="{FF2B5EF4-FFF2-40B4-BE49-F238E27FC236}">
                <a16:creationId xmlns:a16="http://schemas.microsoft.com/office/drawing/2014/main" id="{B7DE9340-98F1-4431-9CA2-BA6425441E81}"/>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3794352337"/>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8" name="Content Placeholder 3"/>
          <p:cNvSpPr>
            <a:spLocks noGrp="1"/>
          </p:cNvSpPr>
          <p:nvPr>
            <p:ph sz="quarter" idx="16"/>
          </p:nvPr>
        </p:nvSpPr>
        <p:spPr>
          <a:xfrm>
            <a:off x="5450349" y="1718455"/>
            <a:ext cx="6290545" cy="4716463"/>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a:extLst>
              <a:ext uri="{FF2B5EF4-FFF2-40B4-BE49-F238E27FC236}">
                <a16:creationId xmlns:a16="http://schemas.microsoft.com/office/drawing/2014/main" id="{834EAC11-4B6F-4989-ADAB-DCA27D91F556}"/>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9" name="Title Placeholder 1">
            <a:extLst>
              <a:ext uri="{FF2B5EF4-FFF2-40B4-BE49-F238E27FC236}">
                <a16:creationId xmlns:a16="http://schemas.microsoft.com/office/drawing/2014/main" id="{615E83D0-63FA-4C06-8888-31EF80337E8A}"/>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p:nvPr>
        </p:nvSpPr>
        <p:spPr>
          <a:xfrm>
            <a:off x="463296" y="1714500"/>
            <a:ext cx="4413504" cy="4648200"/>
          </a:xfrm>
          <a:prstGeom prst="rect">
            <a:avLst/>
          </a:prstGeom>
        </p:spPr>
        <p:txBody>
          <a:bodyPr>
            <a:noAutofit/>
          </a:bodyPr>
          <a:lstStyle>
            <a:lvl1pPr marL="0" indent="0" algn="l">
              <a:buFontTx/>
              <a:buNone/>
              <a:tabLst>
                <a:tab pos="3771900" algn="r"/>
              </a:tabLst>
              <a:defRPr sz="1200">
                <a:latin typeface="+mn-lt"/>
              </a:defRPr>
            </a:lvl1pPr>
            <a:lvl2pPr marL="104775" indent="-104775" algn="l">
              <a:buClrTx/>
              <a:buSzPct val="100000"/>
              <a:buFont typeface="Arial" panose="020B0604020202020204" pitchFamily="34" charset="0"/>
              <a:buChar char="•"/>
              <a:tabLst>
                <a:tab pos="3771900" algn="r"/>
              </a:tabLst>
              <a:defRPr sz="1200">
                <a:latin typeface="+mj-lt"/>
              </a:defRPr>
            </a:lvl2pPr>
            <a:lvl3pPr marL="228600" indent="-104775" algn="l">
              <a:buClrTx/>
              <a:buSzPct val="100000"/>
              <a:buFont typeface="Arial" panose="020B0604020202020204" pitchFamily="34" charset="0"/>
              <a:buChar char="−"/>
              <a:tabLst>
                <a:tab pos="3771900" algn="r"/>
              </a:tabLst>
              <a:defRPr sz="1200">
                <a:latin typeface="+mn-lt"/>
              </a:defRPr>
            </a:lvl3pPr>
            <a:lvl4pPr marL="352425" indent="-104775" algn="l">
              <a:buClrTx/>
              <a:buSzPct val="100000"/>
              <a:buFont typeface="Arial" panose="020B0604020202020204" pitchFamily="34" charset="0"/>
              <a:buChar char="◦"/>
              <a:tabLst>
                <a:tab pos="3771900" algn="r"/>
              </a:tabLst>
              <a:defRPr sz="1200">
                <a:latin typeface="+mn-lt"/>
              </a:defRPr>
            </a:lvl4pPr>
            <a:lvl5pPr marL="476250" indent="-104775" algn="l">
              <a:buClrTx/>
              <a:buSzPct val="100000"/>
              <a:buFont typeface="Arial" panose="020B0604020202020204" pitchFamily="34" charset="0"/>
              <a:buChar char="−"/>
              <a:tabLst>
                <a:tab pos="3771900" algn="r"/>
              </a:tabLst>
              <a:defRPr sz="1200"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366254890"/>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8192978" y="1737504"/>
            <a:ext cx="3547917" cy="4644248"/>
          </a:xfrm>
          <a:prstGeom prst="rect">
            <a:avLst/>
          </a:prstGeom>
        </p:spPr>
        <p:txBody>
          <a:bodyPr>
            <a:noAutofit/>
          </a:bodyPr>
          <a:lstStyle>
            <a:lvl1pPr>
              <a:tabLst>
                <a:tab pos="3771900" algn="r"/>
              </a:tabLst>
              <a:defRPr sz="1800">
                <a:solidFill>
                  <a:schemeClr val="accent3"/>
                </a:solidFill>
              </a:defRPr>
            </a:lvl1pPr>
            <a:lvl2pPr>
              <a:tabLst>
                <a:tab pos="3771900" algn="r"/>
              </a:tabLst>
              <a:defRPr/>
            </a:lvl2pPr>
            <a:lvl3pPr>
              <a:tabLst>
                <a:tab pos="3771900" algn="r"/>
              </a:tabLst>
              <a:defRPr/>
            </a:lvl3pPr>
            <a:lvl4pPr>
              <a:tabLst>
                <a:tab pos="3771900" algn="r"/>
              </a:tabLst>
              <a:defRPr/>
            </a:lvl4pPr>
            <a:lvl5pPr>
              <a:tabLst>
                <a:tab pos="37719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73296" y="1718454"/>
            <a:ext cx="7400704" cy="4644247"/>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a:extLst>
              <a:ext uri="{FF2B5EF4-FFF2-40B4-BE49-F238E27FC236}">
                <a16:creationId xmlns:a16="http://schemas.microsoft.com/office/drawing/2014/main" id="{D58FC9CF-4F37-4309-BF5F-E64AE49426F2}"/>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9" name="Title Placeholder 1">
            <a:extLst>
              <a:ext uri="{FF2B5EF4-FFF2-40B4-BE49-F238E27FC236}">
                <a16:creationId xmlns:a16="http://schemas.microsoft.com/office/drawing/2014/main" id="{6999054A-E358-4B12-B841-DE440A68D9B1}"/>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2108085048"/>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1468" y="2115797"/>
            <a:ext cx="3549549" cy="4005216"/>
          </a:xfrm>
          <a:prstGeom prst="rect">
            <a:avLst/>
          </a:prstGeom>
        </p:spPr>
        <p:txBody>
          <a:bodyPr>
            <a:noAutofit/>
          </a:bodyPr>
          <a:lstStyle>
            <a:lvl1pPr>
              <a:defRPr sz="1200"/>
            </a:lvl1pPr>
          </a:lstStyle>
          <a:p>
            <a:r>
              <a:rPr lang="en-US" noProof="0"/>
              <a:t>Click icon to add chart</a:t>
            </a:r>
          </a:p>
        </p:txBody>
      </p:sp>
      <p:sp>
        <p:nvSpPr>
          <p:cNvPr id="18" name="Text Placeholder 8"/>
          <p:cNvSpPr>
            <a:spLocks noGrp="1"/>
          </p:cNvSpPr>
          <p:nvPr>
            <p:ph type="body" sz="quarter" idx="18"/>
          </p:nvPr>
        </p:nvSpPr>
        <p:spPr>
          <a:xfrm>
            <a:off x="459119" y="1722943"/>
            <a:ext cx="3549549" cy="392112"/>
          </a:xfrm>
        </p:spPr>
        <p:txBody>
          <a:bodyPr>
            <a:noAutofit/>
          </a:bodyPr>
          <a:lstStyle>
            <a:lvl1pPr>
              <a:defRPr sz="1200"/>
            </a:lvl1pPr>
          </a:lstStyle>
          <a:p>
            <a:pPr lvl="0"/>
            <a:r>
              <a:rPr lang="en-US" noProof="0"/>
              <a:t>Click to edit Master text styles</a:t>
            </a:r>
          </a:p>
        </p:txBody>
      </p:sp>
      <p:sp>
        <p:nvSpPr>
          <p:cNvPr id="12" name="Text Placeholder 7"/>
          <p:cNvSpPr>
            <a:spLocks noGrp="1"/>
          </p:cNvSpPr>
          <p:nvPr>
            <p:ph type="body" sz="quarter" idx="23"/>
          </p:nvPr>
        </p:nvSpPr>
        <p:spPr>
          <a:xfrm>
            <a:off x="461468" y="6121016"/>
            <a:ext cx="11277600" cy="241685"/>
          </a:xfrm>
        </p:spPr>
        <p:txBody>
          <a:bodyPr>
            <a:noAutofit/>
          </a:bodyPr>
          <a:lstStyle>
            <a:lvl1pPr>
              <a:spcAft>
                <a:spcPts val="0"/>
              </a:spcAft>
              <a:defRPr sz="900"/>
            </a:lvl1pPr>
          </a:lstStyle>
          <a:p>
            <a:pPr lvl="0"/>
            <a:r>
              <a:rPr lang="en-US" noProof="0"/>
              <a:t>Click to edit Master text styles</a:t>
            </a:r>
          </a:p>
        </p:txBody>
      </p:sp>
      <p:sp>
        <p:nvSpPr>
          <p:cNvPr id="19" name="Chart Placeholder 3">
            <a:extLst>
              <a:ext uri="{FF2B5EF4-FFF2-40B4-BE49-F238E27FC236}">
                <a16:creationId xmlns:a16="http://schemas.microsoft.com/office/drawing/2014/main" id="{16889619-7368-4B21-B502-003FD717C954}"/>
              </a:ext>
            </a:extLst>
          </p:cNvPr>
          <p:cNvSpPr>
            <a:spLocks noGrp="1"/>
          </p:cNvSpPr>
          <p:nvPr>
            <p:ph type="chart" sz="quarter" idx="24"/>
          </p:nvPr>
        </p:nvSpPr>
        <p:spPr>
          <a:xfrm>
            <a:off x="4323575" y="2115798"/>
            <a:ext cx="3549549" cy="4005216"/>
          </a:xfrm>
          <a:prstGeom prst="rect">
            <a:avLst/>
          </a:prstGeom>
        </p:spPr>
        <p:txBody>
          <a:bodyPr>
            <a:noAutofit/>
          </a:bodyPr>
          <a:lstStyle>
            <a:lvl1pPr>
              <a:defRPr sz="1200"/>
            </a:lvl1pPr>
          </a:lstStyle>
          <a:p>
            <a:r>
              <a:rPr lang="en-US" noProof="0"/>
              <a:t>Click icon to add chart</a:t>
            </a:r>
          </a:p>
        </p:txBody>
      </p:sp>
      <p:sp>
        <p:nvSpPr>
          <p:cNvPr id="20" name="Text Placeholder 8">
            <a:extLst>
              <a:ext uri="{FF2B5EF4-FFF2-40B4-BE49-F238E27FC236}">
                <a16:creationId xmlns:a16="http://schemas.microsoft.com/office/drawing/2014/main" id="{7536B633-26E6-47E5-A809-A97D26199C41}"/>
              </a:ext>
            </a:extLst>
          </p:cNvPr>
          <p:cNvSpPr>
            <a:spLocks noGrp="1"/>
          </p:cNvSpPr>
          <p:nvPr>
            <p:ph type="body" sz="quarter" idx="25"/>
          </p:nvPr>
        </p:nvSpPr>
        <p:spPr>
          <a:xfrm>
            <a:off x="4321226" y="1722944"/>
            <a:ext cx="3549549" cy="392112"/>
          </a:xfrm>
        </p:spPr>
        <p:txBody>
          <a:bodyPr>
            <a:noAutofit/>
          </a:bodyPr>
          <a:lstStyle>
            <a:lvl1pPr>
              <a:defRPr sz="1200"/>
            </a:lvl1pPr>
          </a:lstStyle>
          <a:p>
            <a:pPr lvl="0"/>
            <a:r>
              <a:rPr lang="en-US" noProof="0"/>
              <a:t>Click to edit Master text styles</a:t>
            </a:r>
          </a:p>
        </p:txBody>
      </p:sp>
      <p:sp>
        <p:nvSpPr>
          <p:cNvPr id="21" name="Chart Placeholder 3">
            <a:extLst>
              <a:ext uri="{FF2B5EF4-FFF2-40B4-BE49-F238E27FC236}">
                <a16:creationId xmlns:a16="http://schemas.microsoft.com/office/drawing/2014/main" id="{B4691CB5-FF7F-4DAF-80B3-769541086497}"/>
              </a:ext>
            </a:extLst>
          </p:cNvPr>
          <p:cNvSpPr>
            <a:spLocks noGrp="1"/>
          </p:cNvSpPr>
          <p:nvPr>
            <p:ph type="chart" sz="quarter" idx="26"/>
          </p:nvPr>
        </p:nvSpPr>
        <p:spPr>
          <a:xfrm>
            <a:off x="8193695" y="2115798"/>
            <a:ext cx="3549549" cy="4005216"/>
          </a:xfrm>
          <a:prstGeom prst="rect">
            <a:avLst/>
          </a:prstGeom>
        </p:spPr>
        <p:txBody>
          <a:bodyPr>
            <a:noAutofit/>
          </a:bodyPr>
          <a:lstStyle>
            <a:lvl1pPr>
              <a:defRPr sz="1200"/>
            </a:lvl1pPr>
          </a:lstStyle>
          <a:p>
            <a:r>
              <a:rPr lang="en-US" noProof="0"/>
              <a:t>Click icon to add chart</a:t>
            </a:r>
          </a:p>
        </p:txBody>
      </p:sp>
      <p:sp>
        <p:nvSpPr>
          <p:cNvPr id="22" name="Text Placeholder 8">
            <a:extLst>
              <a:ext uri="{FF2B5EF4-FFF2-40B4-BE49-F238E27FC236}">
                <a16:creationId xmlns:a16="http://schemas.microsoft.com/office/drawing/2014/main" id="{D8875204-BB59-4C5F-ABB1-D0ECEC5A0701}"/>
              </a:ext>
            </a:extLst>
          </p:cNvPr>
          <p:cNvSpPr>
            <a:spLocks noGrp="1"/>
          </p:cNvSpPr>
          <p:nvPr>
            <p:ph type="body" sz="quarter" idx="27"/>
          </p:nvPr>
        </p:nvSpPr>
        <p:spPr>
          <a:xfrm>
            <a:off x="8191346" y="1722944"/>
            <a:ext cx="3549549" cy="392112"/>
          </a:xfrm>
        </p:spPr>
        <p:txBody>
          <a:bodyPr>
            <a:noAutofit/>
          </a:bodyPr>
          <a:lstStyle>
            <a:lvl1pPr>
              <a:defRPr sz="1200"/>
            </a:lvl1pPr>
          </a:lstStyle>
          <a:p>
            <a:pPr lvl="0"/>
            <a:r>
              <a:rPr lang="en-US" noProof="0"/>
              <a:t>Click to edit Master text styles</a:t>
            </a:r>
          </a:p>
        </p:txBody>
      </p:sp>
      <p:sp>
        <p:nvSpPr>
          <p:cNvPr id="23" name="Text Placeholder 8">
            <a:extLst>
              <a:ext uri="{FF2B5EF4-FFF2-40B4-BE49-F238E27FC236}">
                <a16:creationId xmlns:a16="http://schemas.microsoft.com/office/drawing/2014/main" id="{272C8D47-97C8-4E6F-91CC-C3AB406C1C26}"/>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24" name="Title Placeholder 1">
            <a:extLst>
              <a:ext uri="{FF2B5EF4-FFF2-40B4-BE49-F238E27FC236}">
                <a16:creationId xmlns:a16="http://schemas.microsoft.com/office/drawing/2014/main" id="{D65F0445-032D-4E6A-83EC-59A2184ED5F6}"/>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2072057478"/>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1764" y="1727251"/>
            <a:ext cx="2712000" cy="1260000"/>
          </a:xfrm>
        </p:spPr>
        <p:txBody>
          <a:bodyPr lIns="0" tIns="0" rIns="0" bIns="0">
            <a:noAutofit/>
          </a:bodyPr>
          <a:lstStyle>
            <a:lvl1pPr>
              <a:defRPr sz="1200"/>
            </a:lvl1pPr>
          </a:lstStyle>
          <a:p>
            <a:r>
              <a:rPr lang="en-US" noProof="0"/>
              <a:t>Click icon to add picture</a:t>
            </a:r>
          </a:p>
        </p:txBody>
      </p:sp>
      <p:sp>
        <p:nvSpPr>
          <p:cNvPr id="5" name="Picture Placeholder 6"/>
          <p:cNvSpPr>
            <a:spLocks noGrp="1"/>
          </p:cNvSpPr>
          <p:nvPr>
            <p:ph type="pic" sz="quarter" idx="14"/>
          </p:nvPr>
        </p:nvSpPr>
        <p:spPr>
          <a:xfrm>
            <a:off x="3330040" y="1727251"/>
            <a:ext cx="2712000" cy="1260000"/>
          </a:xfrm>
        </p:spPr>
        <p:txBody>
          <a:bodyPr lIns="0" tIns="0" rIns="0" bIns="0">
            <a:noAutofit/>
          </a:bodyPr>
          <a:lstStyle>
            <a:lvl1pPr>
              <a:defRPr sz="1200"/>
            </a:lvl1pPr>
          </a:lstStyle>
          <a:p>
            <a:r>
              <a:rPr lang="en-US" noProof="0"/>
              <a:t>Click icon to add picture</a:t>
            </a:r>
          </a:p>
        </p:txBody>
      </p:sp>
      <p:sp>
        <p:nvSpPr>
          <p:cNvPr id="6" name="Picture Placeholder 6"/>
          <p:cNvSpPr>
            <a:spLocks noGrp="1"/>
          </p:cNvSpPr>
          <p:nvPr>
            <p:ph type="pic" sz="quarter" idx="15"/>
          </p:nvPr>
        </p:nvSpPr>
        <p:spPr>
          <a:xfrm>
            <a:off x="6171687" y="1727251"/>
            <a:ext cx="2712000" cy="1260000"/>
          </a:xfrm>
        </p:spPr>
        <p:txBody>
          <a:bodyPr lIns="0" tIns="0" rIns="0" bIns="0">
            <a:noAutofit/>
          </a:bodyPr>
          <a:lstStyle>
            <a:lvl1pPr>
              <a:defRPr sz="1200"/>
            </a:lvl1pPr>
          </a:lstStyle>
          <a:p>
            <a:r>
              <a:rPr lang="en-US" noProof="0"/>
              <a:t>Click icon to add picture</a:t>
            </a:r>
          </a:p>
        </p:txBody>
      </p:sp>
      <p:sp>
        <p:nvSpPr>
          <p:cNvPr id="7" name="Picture Placeholder 6"/>
          <p:cNvSpPr>
            <a:spLocks noGrp="1"/>
          </p:cNvSpPr>
          <p:nvPr>
            <p:ph type="pic" sz="quarter" idx="16"/>
          </p:nvPr>
        </p:nvSpPr>
        <p:spPr>
          <a:xfrm>
            <a:off x="9020883" y="1727251"/>
            <a:ext cx="2712000" cy="1260000"/>
          </a:xfrm>
        </p:spPr>
        <p:txBody>
          <a:bodyPr lIns="0" tIns="0" rIns="0" bIns="0">
            <a:noAutofit/>
          </a:bodyPr>
          <a:lstStyle>
            <a:lvl1pPr>
              <a:defRPr sz="1200"/>
            </a:lvl1pPr>
          </a:lstStyle>
          <a:p>
            <a:r>
              <a:rPr lang="en-US" noProof="0"/>
              <a:t>Click icon to add picture</a:t>
            </a:r>
          </a:p>
        </p:txBody>
      </p:sp>
      <p:sp>
        <p:nvSpPr>
          <p:cNvPr id="9" name="Text Placeholder 8"/>
          <p:cNvSpPr>
            <a:spLocks noGrp="1"/>
          </p:cNvSpPr>
          <p:nvPr>
            <p:ph type="body" sz="quarter" idx="17"/>
          </p:nvPr>
        </p:nvSpPr>
        <p:spPr>
          <a:xfrm>
            <a:off x="473297" y="3124200"/>
            <a:ext cx="2720468" cy="3238500"/>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71687" y="3120553"/>
            <a:ext cx="2712000" cy="3238500"/>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2"/>
            <a:ext cx="2712000" cy="3238499"/>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9035701" y="3108508"/>
            <a:ext cx="2697183" cy="3254192"/>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a:extLst>
              <a:ext uri="{FF2B5EF4-FFF2-40B4-BE49-F238E27FC236}">
                <a16:creationId xmlns:a16="http://schemas.microsoft.com/office/drawing/2014/main" id="{81DFAED1-3C69-4431-8715-026D730F1B57}"/>
              </a:ext>
            </a:extLst>
          </p:cNvPr>
          <p:cNvSpPr>
            <a:spLocks noGrp="1"/>
          </p:cNvSpPr>
          <p:nvPr>
            <p:ph type="body" sz="quarter" idx="21"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4" name="Title Placeholder 1">
            <a:extLst>
              <a:ext uri="{FF2B5EF4-FFF2-40B4-BE49-F238E27FC236}">
                <a16:creationId xmlns:a16="http://schemas.microsoft.com/office/drawing/2014/main" id="{548C662B-0462-4963-B666-2976F675A1BD}"/>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2960379620"/>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8" name="Picture Placeholder 11"/>
          <p:cNvSpPr>
            <a:spLocks noGrp="1"/>
          </p:cNvSpPr>
          <p:nvPr>
            <p:ph type="pic" sz="quarter" idx="25"/>
          </p:nvPr>
        </p:nvSpPr>
        <p:spPr>
          <a:xfrm>
            <a:off x="475645" y="1845377"/>
            <a:ext cx="1968000" cy="1476000"/>
          </a:xfrm>
        </p:spPr>
        <p:txBody>
          <a:bodyPr>
            <a:normAutofit/>
          </a:bodyPr>
          <a:lstStyle>
            <a:lvl1pPr algn="ctr">
              <a:defRPr sz="1200"/>
            </a:lvl1pPr>
          </a:lstStyle>
          <a:p>
            <a:r>
              <a:rPr lang="en-US"/>
              <a:t>Click icon to add picture</a:t>
            </a:r>
            <a:endParaRPr lang="en-GB"/>
          </a:p>
        </p:txBody>
      </p:sp>
      <p:sp>
        <p:nvSpPr>
          <p:cNvPr id="9" name="Picture Placeholder 11"/>
          <p:cNvSpPr>
            <a:spLocks noGrp="1"/>
          </p:cNvSpPr>
          <p:nvPr>
            <p:ph type="pic" sz="quarter" idx="27"/>
          </p:nvPr>
        </p:nvSpPr>
        <p:spPr>
          <a:xfrm>
            <a:off x="6266617" y="1845377"/>
            <a:ext cx="1968000" cy="1476000"/>
          </a:xfrm>
        </p:spPr>
        <p:txBody>
          <a:bodyPr>
            <a:normAutofit/>
          </a:bodyPr>
          <a:lstStyle>
            <a:lvl1pPr algn="ctr">
              <a:defRPr sz="1200"/>
            </a:lvl1pPr>
          </a:lstStyle>
          <a:p>
            <a:r>
              <a:rPr lang="en-US"/>
              <a:t>Click icon to add picture</a:t>
            </a:r>
            <a:endParaRPr lang="en-GB"/>
          </a:p>
        </p:txBody>
      </p:sp>
      <p:sp>
        <p:nvSpPr>
          <p:cNvPr id="10" name="Picture Placeholder 11"/>
          <p:cNvSpPr>
            <a:spLocks noGrp="1"/>
          </p:cNvSpPr>
          <p:nvPr>
            <p:ph type="pic" sz="quarter" idx="29"/>
          </p:nvPr>
        </p:nvSpPr>
        <p:spPr>
          <a:xfrm>
            <a:off x="475645" y="4256213"/>
            <a:ext cx="1968000" cy="1476000"/>
          </a:xfrm>
        </p:spPr>
        <p:txBody>
          <a:bodyPr>
            <a:normAutofit/>
          </a:bodyPr>
          <a:lstStyle>
            <a:lvl1pPr algn="ctr">
              <a:defRPr sz="1200"/>
            </a:lvl1pPr>
          </a:lstStyle>
          <a:p>
            <a:r>
              <a:rPr lang="en-US"/>
              <a:t>Click icon to add picture</a:t>
            </a:r>
            <a:endParaRPr lang="en-GB"/>
          </a:p>
        </p:txBody>
      </p:sp>
      <p:sp>
        <p:nvSpPr>
          <p:cNvPr id="11" name="Picture Placeholder 11"/>
          <p:cNvSpPr>
            <a:spLocks noGrp="1"/>
          </p:cNvSpPr>
          <p:nvPr>
            <p:ph type="pic" sz="quarter" idx="31"/>
          </p:nvPr>
        </p:nvSpPr>
        <p:spPr>
          <a:xfrm>
            <a:off x="6266617" y="4256213"/>
            <a:ext cx="1968000" cy="1476000"/>
          </a:xfrm>
        </p:spPr>
        <p:txBody>
          <a:bodyPr>
            <a:normAutofit/>
          </a:bodyPr>
          <a:lstStyle>
            <a:lvl1pPr algn="ctr">
              <a:defRPr sz="1200"/>
            </a:lvl1pPr>
          </a:lstStyle>
          <a:p>
            <a:r>
              <a:rPr lang="en-US"/>
              <a:t>Click icon to add picture</a:t>
            </a:r>
            <a:endParaRPr lang="en-GB"/>
          </a:p>
        </p:txBody>
      </p:sp>
      <p:sp>
        <p:nvSpPr>
          <p:cNvPr id="13" name="Text Placeholder 12"/>
          <p:cNvSpPr>
            <a:spLocks noGrp="1"/>
          </p:cNvSpPr>
          <p:nvPr>
            <p:ph type="body" sz="quarter" idx="32"/>
          </p:nvPr>
        </p:nvSpPr>
        <p:spPr>
          <a:xfrm>
            <a:off x="2655128" y="1845377"/>
            <a:ext cx="3288000" cy="1944000"/>
          </a:xfrm>
        </p:spPr>
        <p:txBody>
          <a:bodyPr>
            <a:noAutofit/>
          </a:bodyPr>
          <a:lstStyle>
            <a:lvl1pPr marL="0" indent="0" algn="l">
              <a:spcAft>
                <a:spcPts val="0"/>
              </a:spcAft>
              <a:buFontTx/>
              <a:buNone/>
              <a:defRPr sz="1200" b="1"/>
            </a:lvl1pPr>
            <a:lvl2pPr marL="104775" indent="-104775" algn="l">
              <a:spcAft>
                <a:spcPts val="0"/>
              </a:spcAft>
              <a:buClrTx/>
              <a:buSzPct val="100000"/>
              <a:buFont typeface="Arial" panose="020B0604020202020204" pitchFamily="34" charset="0"/>
              <a:buChar char="•"/>
              <a:defRPr sz="1200"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439092" y="1845377"/>
            <a:ext cx="3302592" cy="1944000"/>
          </a:xfrm>
        </p:spPr>
        <p:txBody>
          <a:bodyPr>
            <a:noAutofit/>
          </a:bodyPr>
          <a:lstStyle>
            <a:lvl1pPr marL="0" indent="0" algn="l">
              <a:spcAft>
                <a:spcPts val="0"/>
              </a:spcAft>
              <a:buFontTx/>
              <a:buNone/>
              <a:defRPr sz="1200" b="1"/>
            </a:lvl1pPr>
            <a:lvl2pPr marL="104775" indent="-104775" algn="l">
              <a:spcAft>
                <a:spcPts val="0"/>
              </a:spcAft>
              <a:buClrTx/>
              <a:buSzPct val="100000"/>
              <a:buFont typeface="Arial" panose="020B0604020202020204" pitchFamily="34" charset="0"/>
              <a:buChar char="•"/>
              <a:defRPr sz="1200"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55128" y="4256213"/>
            <a:ext cx="3288000" cy="1944000"/>
          </a:xfrm>
        </p:spPr>
        <p:txBody>
          <a:bodyPr>
            <a:noAutofit/>
          </a:bodyPr>
          <a:lstStyle>
            <a:lvl1pPr marL="0" indent="0" algn="l">
              <a:spcAft>
                <a:spcPts val="0"/>
              </a:spcAft>
              <a:buFontTx/>
              <a:buNone/>
              <a:defRPr sz="1200" b="1"/>
            </a:lvl1pPr>
            <a:lvl2pPr marL="104775" indent="-104775" algn="l">
              <a:spcAft>
                <a:spcPts val="0"/>
              </a:spcAft>
              <a:buClrTx/>
              <a:buSzPct val="100000"/>
              <a:buFont typeface="Arial" panose="020B0604020202020204" pitchFamily="34" charset="0"/>
              <a:buChar char="•"/>
              <a:defRPr sz="1200"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439092" y="4256213"/>
            <a:ext cx="3302592" cy="1944000"/>
          </a:xfrm>
        </p:spPr>
        <p:txBody>
          <a:bodyPr>
            <a:noAutofit/>
          </a:bodyPr>
          <a:lstStyle>
            <a:lvl1pPr marL="0" indent="0" algn="l">
              <a:spcAft>
                <a:spcPts val="0"/>
              </a:spcAft>
              <a:buFontTx/>
              <a:buNone/>
              <a:defRPr sz="1200" b="1"/>
            </a:lvl1pPr>
            <a:lvl2pPr marL="104775" indent="-104775" algn="l">
              <a:spcAft>
                <a:spcPts val="0"/>
              </a:spcAft>
              <a:buClrTx/>
              <a:buSzPct val="100000"/>
              <a:buFont typeface="Arial" panose="020B0604020202020204" pitchFamily="34" charset="0"/>
              <a:buChar char="•"/>
              <a:defRPr sz="1200" b="0"/>
            </a:lvl2pPr>
          </a:lstStyle>
          <a:p>
            <a:pPr lvl="0"/>
            <a:r>
              <a:rPr lang="en-US"/>
              <a:t>Click to edit Master text styles</a:t>
            </a:r>
          </a:p>
          <a:p>
            <a:pPr lvl="1"/>
            <a:r>
              <a:rPr lang="en-US"/>
              <a:t>Second level</a:t>
            </a:r>
          </a:p>
        </p:txBody>
      </p:sp>
      <p:sp>
        <p:nvSpPr>
          <p:cNvPr id="28" name="Text Placeholder 8">
            <a:extLst>
              <a:ext uri="{FF2B5EF4-FFF2-40B4-BE49-F238E27FC236}">
                <a16:creationId xmlns:a16="http://schemas.microsoft.com/office/drawing/2014/main" id="{CD54EF50-1F75-4251-9838-5413705270C9}"/>
              </a:ext>
            </a:extLst>
          </p:cNvPr>
          <p:cNvSpPr>
            <a:spLocks noGrp="1"/>
          </p:cNvSpPr>
          <p:nvPr>
            <p:ph type="body" sz="quarter" idx="21"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29" name="Title Placeholder 1">
            <a:extLst>
              <a:ext uri="{FF2B5EF4-FFF2-40B4-BE49-F238E27FC236}">
                <a16:creationId xmlns:a16="http://schemas.microsoft.com/office/drawing/2014/main" id="{580152B0-65C5-4969-BA13-FFC077318B84}"/>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30" name="Rectangle 29">
            <a:extLst>
              <a:ext uri="{FF2B5EF4-FFF2-40B4-BE49-F238E27FC236}">
                <a16:creationId xmlns:a16="http://schemas.microsoft.com/office/drawing/2014/main" id="{5DAFD084-463A-44C6-B882-24EE18CC2B98}"/>
              </a:ext>
            </a:extLst>
          </p:cNvPr>
          <p:cNvSpPr/>
          <p:nvPr userDrawn="1"/>
        </p:nvSpPr>
        <p:spPr>
          <a:xfrm>
            <a:off x="470343" y="1715425"/>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1" name="Rectangle 30">
            <a:extLst>
              <a:ext uri="{FF2B5EF4-FFF2-40B4-BE49-F238E27FC236}">
                <a16:creationId xmlns:a16="http://schemas.microsoft.com/office/drawing/2014/main" id="{21E7FDC9-AC67-4CA4-86DE-4DFAAEE0DFF9}"/>
              </a:ext>
            </a:extLst>
          </p:cNvPr>
          <p:cNvSpPr/>
          <p:nvPr userDrawn="1"/>
        </p:nvSpPr>
        <p:spPr>
          <a:xfrm>
            <a:off x="6246196" y="1718774"/>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2" name="Rectangle 31">
            <a:extLst>
              <a:ext uri="{FF2B5EF4-FFF2-40B4-BE49-F238E27FC236}">
                <a16:creationId xmlns:a16="http://schemas.microsoft.com/office/drawing/2014/main" id="{E0BFD11F-868A-4204-947B-D205C842DFE0}"/>
              </a:ext>
            </a:extLst>
          </p:cNvPr>
          <p:cNvSpPr/>
          <p:nvPr userDrawn="1"/>
        </p:nvSpPr>
        <p:spPr>
          <a:xfrm>
            <a:off x="470343" y="4126942"/>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3" name="Rectangle 32">
            <a:extLst>
              <a:ext uri="{FF2B5EF4-FFF2-40B4-BE49-F238E27FC236}">
                <a16:creationId xmlns:a16="http://schemas.microsoft.com/office/drawing/2014/main" id="{DCD1FA4C-A499-4E17-B3FC-CC3DA6E8CF7C}"/>
              </a:ext>
            </a:extLst>
          </p:cNvPr>
          <p:cNvSpPr/>
          <p:nvPr userDrawn="1"/>
        </p:nvSpPr>
        <p:spPr>
          <a:xfrm>
            <a:off x="6246196" y="4130291"/>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Tree>
    <p:extLst>
      <p:ext uri="{BB962C8B-B14F-4D97-AF65-F5344CB8AC3E}">
        <p14:creationId xmlns:p14="http://schemas.microsoft.com/office/powerpoint/2010/main" val="2530910806"/>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70343" y="1857892"/>
            <a:ext cx="5486400" cy="4504808"/>
          </a:xfrm>
        </p:spPr>
        <p:txBody>
          <a:bodyPr>
            <a:noAutofit/>
          </a:bodyPr>
          <a:lstStyle>
            <a:lvl1pPr marL="0" indent="0" algn="l">
              <a:spcAft>
                <a:spcPts val="750"/>
              </a:spcAft>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2"/>
            <a:ext cx="5486400" cy="4504808"/>
          </a:xfrm>
        </p:spPr>
        <p:txBody>
          <a:bodyPr>
            <a:noAutofit/>
          </a:bodyPr>
          <a:lstStyle>
            <a:lvl1pPr marL="0" indent="0" algn="l">
              <a:spcAft>
                <a:spcPts val="750"/>
              </a:spcAft>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ectangle 3"/>
          <p:cNvSpPr/>
          <p:nvPr userDrawn="1"/>
        </p:nvSpPr>
        <p:spPr>
          <a:xfrm>
            <a:off x="470343" y="1715425"/>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5" name="Rectangle 4"/>
          <p:cNvSpPr/>
          <p:nvPr/>
        </p:nvSpPr>
        <p:spPr>
          <a:xfrm>
            <a:off x="6246196" y="1718774"/>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6" name="Picture Placeholder 29"/>
          <p:cNvSpPr>
            <a:spLocks noGrp="1"/>
          </p:cNvSpPr>
          <p:nvPr>
            <p:ph type="pic" sz="quarter" idx="19" hasCustomPrompt="1"/>
          </p:nvPr>
        </p:nvSpPr>
        <p:spPr>
          <a:xfrm>
            <a:off x="4734090" y="1857894"/>
            <a:ext cx="1210207"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noProof="0">
                <a:solidFill>
                  <a:schemeClr val="bg1"/>
                </a:solidFill>
              </a:rPr>
              <a:t>Co-brand</a:t>
            </a:r>
            <a:br>
              <a:rPr lang="en-US" sz="900" noProof="0">
                <a:solidFill>
                  <a:schemeClr val="bg1"/>
                </a:solidFill>
              </a:rPr>
            </a:br>
            <a:r>
              <a:rPr lang="en-US" sz="900"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88434" y="1857894"/>
            <a:ext cx="1244161"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noProof="0">
                <a:solidFill>
                  <a:schemeClr val="bg1"/>
                </a:solidFill>
              </a:rPr>
              <a:t>Co-brand</a:t>
            </a:r>
            <a:br>
              <a:rPr lang="en-US" sz="900" noProof="0">
                <a:solidFill>
                  <a:schemeClr val="bg1"/>
                </a:solidFill>
              </a:rPr>
            </a:br>
            <a:r>
              <a:rPr lang="en-US" sz="900" noProof="0">
                <a:solidFill>
                  <a:schemeClr val="bg1"/>
                </a:solidFill>
              </a:rPr>
              <a:t>Logo</a:t>
            </a:r>
          </a:p>
          <a:p>
            <a:endParaRPr lang="en-US" noProof="0"/>
          </a:p>
        </p:txBody>
      </p:sp>
      <p:sp>
        <p:nvSpPr>
          <p:cNvPr id="16" name="Text Placeholder 8">
            <a:extLst>
              <a:ext uri="{FF2B5EF4-FFF2-40B4-BE49-F238E27FC236}">
                <a16:creationId xmlns:a16="http://schemas.microsoft.com/office/drawing/2014/main" id="{C2FDA775-7453-495D-ABC5-C379E37806BE}"/>
              </a:ext>
            </a:extLst>
          </p:cNvPr>
          <p:cNvSpPr>
            <a:spLocks noGrp="1"/>
          </p:cNvSpPr>
          <p:nvPr>
            <p:ph type="body" sz="quarter" idx="22"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7" name="Title Placeholder 1">
            <a:extLst>
              <a:ext uri="{FF2B5EF4-FFF2-40B4-BE49-F238E27FC236}">
                <a16:creationId xmlns:a16="http://schemas.microsoft.com/office/drawing/2014/main" id="{D55BC33C-2B71-4E68-81E3-F520AB4629F5}"/>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1010422514"/>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292087756"/>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26FB2E4B-5D1B-4250-844C-3D50DE4A9F69}"/>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2641389039"/>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Divider-Full Bleed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5" name="Text Placeholder 4">
            <a:extLst>
              <a:ext uri="{FF2B5EF4-FFF2-40B4-BE49-F238E27FC236}">
                <a16:creationId xmlns:a16="http://schemas.microsoft.com/office/drawing/2014/main" id="{E696C364-9ED6-42C4-8FC2-1F9C6CB1656D}"/>
              </a:ext>
            </a:extLst>
          </p:cNvPr>
          <p:cNvSpPr>
            <a:spLocks noGrp="1"/>
          </p:cNvSpPr>
          <p:nvPr>
            <p:ph type="body" sz="quarter" idx="12"/>
          </p:nvPr>
        </p:nvSpPr>
        <p:spPr>
          <a:xfrm>
            <a:off x="478220" y="366547"/>
            <a:ext cx="5465380" cy="484791"/>
          </a:xfrm>
        </p:spPr>
        <p:txBody>
          <a:bodyPr>
            <a:noAutofit/>
          </a:bodyPr>
          <a:lstStyle>
            <a:lvl1pPr>
              <a:defRPr sz="3200" b="1">
                <a:latin typeface="+mj-lt"/>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edit Master text styles</a:t>
            </a:r>
          </a:p>
        </p:txBody>
      </p:sp>
      <p:sp>
        <p:nvSpPr>
          <p:cNvPr id="6" name="Text Placeholder 4">
            <a:extLst>
              <a:ext uri="{FF2B5EF4-FFF2-40B4-BE49-F238E27FC236}">
                <a16:creationId xmlns:a16="http://schemas.microsoft.com/office/drawing/2014/main" id="{AD421831-C244-4DE0-8DE2-755D7D7315B9}"/>
              </a:ext>
            </a:extLst>
          </p:cNvPr>
          <p:cNvSpPr>
            <a:spLocks noGrp="1"/>
          </p:cNvSpPr>
          <p:nvPr>
            <p:ph type="body" sz="quarter" idx="13"/>
          </p:nvPr>
        </p:nvSpPr>
        <p:spPr>
          <a:xfrm>
            <a:off x="478220" y="851339"/>
            <a:ext cx="5465380" cy="863162"/>
          </a:xfrm>
        </p:spPr>
        <p:txBody>
          <a:bodyPr>
            <a:noAutofit/>
          </a:bodyPr>
          <a:lstStyle>
            <a:lvl1pPr>
              <a:defRPr sz="3200" b="0">
                <a:latin typeface="+mj-lt"/>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edit Master text styles</a:t>
            </a:r>
          </a:p>
        </p:txBody>
      </p:sp>
    </p:spTree>
    <p:extLst>
      <p:ext uri="{BB962C8B-B14F-4D97-AF65-F5344CB8AC3E}">
        <p14:creationId xmlns:p14="http://schemas.microsoft.com/office/powerpoint/2010/main" val="2617068650"/>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5" name="Text Placeholder 8">
            <a:extLst>
              <a:ext uri="{FF2B5EF4-FFF2-40B4-BE49-F238E27FC236}">
                <a16:creationId xmlns:a16="http://schemas.microsoft.com/office/drawing/2014/main" id="{259C2253-8D87-4928-94C4-A4D186A7A8BD}"/>
              </a:ext>
            </a:extLst>
          </p:cNvPr>
          <p:cNvSpPr>
            <a:spLocks noGrp="1"/>
          </p:cNvSpPr>
          <p:nvPr>
            <p:ph type="body" sz="quarter" idx="22" hasCustomPrompt="1"/>
          </p:nvPr>
        </p:nvSpPr>
        <p:spPr>
          <a:xfrm>
            <a:off x="463295" y="682940"/>
            <a:ext cx="11277600" cy="276999"/>
          </a:xfrm>
          <a:prstGeom prst="rect">
            <a:avLst/>
          </a:prstGeom>
        </p:spPr>
        <p:txBody>
          <a:bodyPr lIns="0" tIns="0" rIns="0" bIns="0">
            <a:spAutoFit/>
          </a:bodyPr>
          <a:lstStyle>
            <a:lvl1pPr marL="0" indent="0">
              <a:buNone/>
              <a:defRPr sz="1800" b="0">
                <a:solidFill>
                  <a:schemeClr val="tx2"/>
                </a:solidFill>
              </a:defRPr>
            </a:lvl1pPr>
          </a:lstStyle>
          <a:p>
            <a:pPr lvl="0"/>
            <a:r>
              <a:rPr lang="en-US"/>
              <a:t>Click to add subtitle</a:t>
            </a:r>
          </a:p>
        </p:txBody>
      </p:sp>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2807701122"/>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218" name="Rectangle 217">
            <a:extLst>
              <a:ext uri="{FF2B5EF4-FFF2-40B4-BE49-F238E27FC236}">
                <a16:creationId xmlns:a16="http://schemas.microsoft.com/office/drawing/2014/main" id="{C208E9B6-B7CA-591A-6309-34A926533F86}"/>
              </a:ext>
            </a:extLst>
          </p:cNvPr>
          <p:cNvSpPr/>
          <p:nvPr userDrawn="1"/>
        </p:nvSpPr>
        <p:spPr bwMode="gray">
          <a:xfrm>
            <a:off x="317500" y="6299200"/>
            <a:ext cx="11671300" cy="469900"/>
          </a:xfrm>
          <a:prstGeom prst="rect">
            <a:avLst/>
          </a:prstGeom>
          <a:solidFill>
            <a:srgbClr val="FFFFF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pic>
        <p:nvPicPr>
          <p:cNvPr id="217" name="Picture 216" descr="Shape&#10;&#10;Description automatically generated with medium confidence">
            <a:extLst>
              <a:ext uri="{FF2B5EF4-FFF2-40B4-BE49-F238E27FC236}">
                <a16:creationId xmlns:a16="http://schemas.microsoft.com/office/drawing/2014/main" id="{13918C50-3FEB-B109-0194-76C408C50A49}"/>
              </a:ext>
            </a:extLst>
          </p:cNvPr>
          <p:cNvPicPr>
            <a:picLocks noChangeAspect="1"/>
          </p:cNvPicPr>
          <p:nvPr userDrawn="1"/>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1184" y="0"/>
            <a:ext cx="12189631" cy="6858000"/>
          </a:xfrm>
          <a:prstGeom prst="rect">
            <a:avLst/>
          </a:prstGeom>
        </p:spPr>
      </p:pic>
      <p:sp>
        <p:nvSpPr>
          <p:cNvPr id="219" name="Rectangle 218">
            <a:extLst>
              <a:ext uri="{FF2B5EF4-FFF2-40B4-BE49-F238E27FC236}">
                <a16:creationId xmlns:a16="http://schemas.microsoft.com/office/drawing/2014/main" id="{5BFC6AD0-9453-D44F-4715-8C23CC61CD08}"/>
              </a:ext>
            </a:extLst>
          </p:cNvPr>
          <p:cNvSpPr/>
          <p:nvPr userDrawn="1"/>
        </p:nvSpPr>
        <p:spPr bwMode="gray">
          <a:xfrm>
            <a:off x="0" y="0"/>
            <a:ext cx="12192000" cy="6858000"/>
          </a:xfrm>
          <a:prstGeom prst="rect">
            <a:avLst/>
          </a:prstGeom>
          <a:solidFill>
            <a:srgbClr val="FFFFFF">
              <a:alpha val="82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20" name="CaseCode">
            <a:extLst>
              <a:ext uri="{FF2B5EF4-FFF2-40B4-BE49-F238E27FC236}">
                <a16:creationId xmlns:a16="http://schemas.microsoft.com/office/drawing/2014/main" id="{F98F5356-D187-4174-27D5-CBB22EE091A8}"/>
              </a:ext>
            </a:extLst>
          </p:cNvPr>
          <p:cNvSpPr txBox="1"/>
          <p:nvPr userDrawn="1"/>
        </p:nvSpPr>
        <p:spPr>
          <a:xfrm>
            <a:off x="6335184" y="6519673"/>
            <a:ext cx="4896560" cy="12311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b="1" noProof="0">
                <a:solidFill>
                  <a:schemeClr val="tx1"/>
                </a:solidFill>
                <a:latin typeface="Calibri" panose="020F0502020204030204" pitchFamily="34" charset="0"/>
                <a:cs typeface="Calibri" panose="020F0502020204030204" pitchFamily="34" charset="0"/>
              </a:rPr>
              <a:t>CBS &amp; Enabling Functions | </a:t>
            </a:r>
            <a:r>
              <a:rPr lang="en-US" sz="800" noProof="0">
                <a:solidFill>
                  <a:schemeClr val="tx1"/>
                </a:solidFill>
                <a:latin typeface="Calibri" panose="020F0502020204030204" pitchFamily="34" charset="0"/>
                <a:cs typeface="Calibri" panose="020F0502020204030204" pitchFamily="34" charset="0"/>
              </a:rPr>
              <a:t>The Minimum Standards of Contract Management</a:t>
            </a:r>
            <a:endParaRPr lang="en-US" sz="800" b="1" noProof="0">
              <a:solidFill>
                <a:schemeClr val="tx1"/>
              </a:solidFill>
              <a:latin typeface="Calibri" panose="020F0502020204030204" pitchFamily="34" charset="0"/>
              <a:cs typeface="Calibri" panose="020F0502020204030204" pitchFamily="34" charset="0"/>
            </a:endParaRPr>
          </a:p>
        </p:txBody>
      </p:sp>
      <p:sp>
        <p:nvSpPr>
          <p:cNvPr id="221" name="Copyright">
            <a:extLst>
              <a:ext uri="{FF2B5EF4-FFF2-40B4-BE49-F238E27FC236}">
                <a16:creationId xmlns:a16="http://schemas.microsoft.com/office/drawing/2014/main" id="{47523229-1EFA-6B3F-21B3-1945214E70D8}"/>
              </a:ext>
            </a:extLst>
          </p:cNvPr>
          <p:cNvSpPr txBox="1"/>
          <p:nvPr userDrawn="1"/>
        </p:nvSpPr>
        <p:spPr>
          <a:xfrm>
            <a:off x="457200" y="6515063"/>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tx1"/>
                </a:solidFill>
                <a:latin typeface="Calibri" panose="020F0502020204030204" pitchFamily="34" charset="0"/>
                <a:cs typeface="Calibri" panose="020F0502020204030204" pitchFamily="34" charset="0"/>
              </a:rPr>
              <a:t>© 2022 Deloitte LLP. All rights reserved.</a:t>
            </a:r>
          </a:p>
        </p:txBody>
      </p:sp>
      <p:sp>
        <p:nvSpPr>
          <p:cNvPr id="222" name="TextBox 221">
            <a:extLst>
              <a:ext uri="{FF2B5EF4-FFF2-40B4-BE49-F238E27FC236}">
                <a16:creationId xmlns:a16="http://schemas.microsoft.com/office/drawing/2014/main" id="{60272FDA-759D-A4A1-9F39-163CC86E0458}"/>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72437550"/>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10" name="Text Placeholder 8">
            <a:extLst>
              <a:ext uri="{FF2B5EF4-FFF2-40B4-BE49-F238E27FC236}">
                <a16:creationId xmlns:a16="http://schemas.microsoft.com/office/drawing/2014/main" id="{09891263-8779-41FC-9383-3693CA16CB1D}"/>
              </a:ext>
            </a:extLst>
          </p:cNvPr>
          <p:cNvSpPr>
            <a:spLocks noGrp="1"/>
          </p:cNvSpPr>
          <p:nvPr>
            <p:ph type="body" sz="quarter" idx="22"/>
          </p:nvPr>
        </p:nvSpPr>
        <p:spPr>
          <a:xfrm>
            <a:off x="458730" y="1851440"/>
            <a:ext cx="3554471" cy="451126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a:extLst>
              <a:ext uri="{FF2B5EF4-FFF2-40B4-BE49-F238E27FC236}">
                <a16:creationId xmlns:a16="http://schemas.microsoft.com/office/drawing/2014/main" id="{3F862111-A699-4618-9902-CD7B1ECC90ED}"/>
              </a:ext>
            </a:extLst>
          </p:cNvPr>
          <p:cNvSpPr>
            <a:spLocks noGrp="1"/>
          </p:cNvSpPr>
          <p:nvPr>
            <p:ph type="body" sz="quarter" idx="23"/>
          </p:nvPr>
        </p:nvSpPr>
        <p:spPr>
          <a:xfrm>
            <a:off x="4314826" y="1851440"/>
            <a:ext cx="3554471" cy="451126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a:extLst>
              <a:ext uri="{FF2B5EF4-FFF2-40B4-BE49-F238E27FC236}">
                <a16:creationId xmlns:a16="http://schemas.microsoft.com/office/drawing/2014/main" id="{136FEA86-C43A-4BD9-AC25-65C16B3F484C}"/>
              </a:ext>
            </a:extLst>
          </p:cNvPr>
          <p:cNvSpPr>
            <a:spLocks noGrp="1"/>
          </p:cNvSpPr>
          <p:nvPr>
            <p:ph type="body" sz="quarter" idx="24"/>
          </p:nvPr>
        </p:nvSpPr>
        <p:spPr>
          <a:xfrm>
            <a:off x="8178800" y="1851440"/>
            <a:ext cx="3556000" cy="451126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a:extLst>
              <a:ext uri="{FF2B5EF4-FFF2-40B4-BE49-F238E27FC236}">
                <a16:creationId xmlns:a16="http://schemas.microsoft.com/office/drawing/2014/main" id="{9D600A6A-61E2-4C72-A87B-39D905EFB4BC}"/>
              </a:ext>
            </a:extLst>
          </p:cNvPr>
          <p:cNvSpPr>
            <a:spLocks noGrp="1"/>
          </p:cNvSpPr>
          <p:nvPr>
            <p:ph type="body" sz="quarter" idx="25"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9" name="Title Placeholder 1">
            <a:extLst>
              <a:ext uri="{FF2B5EF4-FFF2-40B4-BE49-F238E27FC236}">
                <a16:creationId xmlns:a16="http://schemas.microsoft.com/office/drawing/2014/main" id="{D5910C4A-3157-47A5-8677-1140132DE359}"/>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20" name="Rectangle 19">
            <a:extLst>
              <a:ext uri="{FF2B5EF4-FFF2-40B4-BE49-F238E27FC236}">
                <a16:creationId xmlns:a16="http://schemas.microsoft.com/office/drawing/2014/main" id="{221E1916-39D6-44A9-8C07-60C8660A0953}"/>
              </a:ext>
            </a:extLst>
          </p:cNvPr>
          <p:cNvSpPr/>
          <p:nvPr userDrawn="1"/>
        </p:nvSpPr>
        <p:spPr>
          <a:xfrm>
            <a:off x="458729" y="1715425"/>
            <a:ext cx="3560064" cy="548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21" name="Rectangle 20">
            <a:extLst>
              <a:ext uri="{FF2B5EF4-FFF2-40B4-BE49-F238E27FC236}">
                <a16:creationId xmlns:a16="http://schemas.microsoft.com/office/drawing/2014/main" id="{F2178E01-9486-4723-8ECD-9A89CE53905A}"/>
              </a:ext>
            </a:extLst>
          </p:cNvPr>
          <p:cNvSpPr/>
          <p:nvPr userDrawn="1"/>
        </p:nvSpPr>
        <p:spPr>
          <a:xfrm>
            <a:off x="4314824" y="1715425"/>
            <a:ext cx="3560064" cy="548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22" name="Rectangle 21">
            <a:extLst>
              <a:ext uri="{FF2B5EF4-FFF2-40B4-BE49-F238E27FC236}">
                <a16:creationId xmlns:a16="http://schemas.microsoft.com/office/drawing/2014/main" id="{082A3624-848D-4789-989D-4C19B95C8DD4}"/>
              </a:ext>
            </a:extLst>
          </p:cNvPr>
          <p:cNvSpPr/>
          <p:nvPr userDrawn="1"/>
        </p:nvSpPr>
        <p:spPr>
          <a:xfrm>
            <a:off x="8178800" y="1715425"/>
            <a:ext cx="3560064" cy="548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Tree>
    <p:extLst>
      <p:ext uri="{BB962C8B-B14F-4D97-AF65-F5344CB8AC3E}">
        <p14:creationId xmlns:p14="http://schemas.microsoft.com/office/powerpoint/2010/main" val="3613155375"/>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AA35D0E-EBF0-4599-84F7-684DE89E56AE}"/>
              </a:ext>
            </a:extLst>
          </p:cNvPr>
          <p:cNvSpPr>
            <a:spLocks noGrp="1"/>
          </p:cNvSpPr>
          <p:nvPr>
            <p:ph type="body" sz="quarter" idx="25"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1" name="Title Placeholder 1">
            <a:extLst>
              <a:ext uri="{FF2B5EF4-FFF2-40B4-BE49-F238E27FC236}">
                <a16:creationId xmlns:a16="http://schemas.microsoft.com/office/drawing/2014/main" id="{CBCDA542-DB63-41BB-89C0-73F35C7D17CA}"/>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12" name="Text Placeholder 8">
            <a:extLst>
              <a:ext uri="{FF2B5EF4-FFF2-40B4-BE49-F238E27FC236}">
                <a16:creationId xmlns:a16="http://schemas.microsoft.com/office/drawing/2014/main" id="{C73178E3-6490-436A-8FEB-CC4E21B542CE}"/>
              </a:ext>
            </a:extLst>
          </p:cNvPr>
          <p:cNvSpPr>
            <a:spLocks noGrp="1"/>
          </p:cNvSpPr>
          <p:nvPr>
            <p:ph type="body" sz="quarter" idx="17"/>
          </p:nvPr>
        </p:nvSpPr>
        <p:spPr>
          <a:xfrm>
            <a:off x="473297" y="3124200"/>
            <a:ext cx="2720468" cy="3238500"/>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a:extLst>
              <a:ext uri="{FF2B5EF4-FFF2-40B4-BE49-F238E27FC236}">
                <a16:creationId xmlns:a16="http://schemas.microsoft.com/office/drawing/2014/main" id="{1B5A2B37-A59A-4B85-9144-75BC73AD9DB2}"/>
              </a:ext>
            </a:extLst>
          </p:cNvPr>
          <p:cNvSpPr>
            <a:spLocks noGrp="1"/>
          </p:cNvSpPr>
          <p:nvPr>
            <p:ph type="body" sz="quarter" idx="18"/>
          </p:nvPr>
        </p:nvSpPr>
        <p:spPr>
          <a:xfrm>
            <a:off x="6171687" y="3120553"/>
            <a:ext cx="2712000" cy="3238500"/>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8">
            <a:extLst>
              <a:ext uri="{FF2B5EF4-FFF2-40B4-BE49-F238E27FC236}">
                <a16:creationId xmlns:a16="http://schemas.microsoft.com/office/drawing/2014/main" id="{0EDB9492-A5FE-44CC-90D8-0E0E80A4E813}"/>
              </a:ext>
            </a:extLst>
          </p:cNvPr>
          <p:cNvSpPr>
            <a:spLocks noGrp="1"/>
          </p:cNvSpPr>
          <p:nvPr>
            <p:ph type="body" sz="quarter" idx="19"/>
          </p:nvPr>
        </p:nvSpPr>
        <p:spPr>
          <a:xfrm>
            <a:off x="3330040" y="3124202"/>
            <a:ext cx="2712000" cy="3238499"/>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a:extLst>
              <a:ext uri="{FF2B5EF4-FFF2-40B4-BE49-F238E27FC236}">
                <a16:creationId xmlns:a16="http://schemas.microsoft.com/office/drawing/2014/main" id="{3D335E86-FA3A-4B76-B4D1-5D530C4E3791}"/>
              </a:ext>
            </a:extLst>
          </p:cNvPr>
          <p:cNvSpPr>
            <a:spLocks noGrp="1"/>
          </p:cNvSpPr>
          <p:nvPr>
            <p:ph type="body" sz="quarter" idx="20"/>
          </p:nvPr>
        </p:nvSpPr>
        <p:spPr>
          <a:xfrm>
            <a:off x="9035701" y="3108508"/>
            <a:ext cx="2697183" cy="3254192"/>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605468367"/>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11" name="CaseCode">
            <a:extLst>
              <a:ext uri="{FF2B5EF4-FFF2-40B4-BE49-F238E27FC236}">
                <a16:creationId xmlns:a16="http://schemas.microsoft.com/office/drawing/2014/main" id="{676B7924-6A82-4453-9ABA-42AE71384BDC}"/>
              </a:ext>
            </a:extLst>
          </p:cNvPr>
          <p:cNvSpPr txBox="1"/>
          <p:nvPr userDrawn="1"/>
        </p:nvSpPr>
        <p:spPr>
          <a:xfrm>
            <a:off x="6335184" y="6477002"/>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2" name="Copyright">
            <a:extLst>
              <a:ext uri="{FF2B5EF4-FFF2-40B4-BE49-F238E27FC236}">
                <a16:creationId xmlns:a16="http://schemas.microsoft.com/office/drawing/2014/main" id="{ED0B00A8-5B86-4AFE-8884-819CF7356AAE}"/>
              </a:ext>
            </a:extLst>
          </p:cNvPr>
          <p:cNvSpPr txBox="1"/>
          <p:nvPr userDrawn="1"/>
        </p:nvSpPr>
        <p:spPr>
          <a:xfrm>
            <a:off x="501649" y="647700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a:t>
            </a:r>
            <a:r>
              <a:rPr lang="en-US" sz="675" noProof="0" err="1">
                <a:solidFill>
                  <a:schemeClr val="bg1"/>
                </a:solidFill>
                <a:latin typeface="Calibri" panose="020F0502020204030204" pitchFamily="34" charset="0"/>
                <a:cs typeface="Calibri" panose="020F0502020204030204" pitchFamily="34" charset="0"/>
              </a:rPr>
              <a:t>Mster</a:t>
            </a:r>
            <a:r>
              <a:rPr lang="en-US" sz="675" noProof="0">
                <a:solidFill>
                  <a:schemeClr val="bg1"/>
                </a:solidFill>
                <a:latin typeface="Calibri" panose="020F0502020204030204" pitchFamily="34" charset="0"/>
                <a:cs typeface="Calibri" panose="020F0502020204030204" pitchFamily="34" charset="0"/>
              </a:rPr>
              <a:t> &gt; Slide Master]</a:t>
            </a:r>
          </a:p>
        </p:txBody>
      </p:sp>
      <p:sp>
        <p:nvSpPr>
          <p:cNvPr id="18" name="TextBox 17">
            <a:extLst>
              <a:ext uri="{FF2B5EF4-FFF2-40B4-BE49-F238E27FC236}">
                <a16:creationId xmlns:a16="http://schemas.microsoft.com/office/drawing/2014/main" id="{DCBBEDB2-39B5-4D4C-AA82-85ED607FAC3B}"/>
              </a:ext>
            </a:extLst>
          </p:cNvPr>
          <p:cNvSpPr txBox="1"/>
          <p:nvPr userDrawn="1"/>
        </p:nvSpPr>
        <p:spPr>
          <a:xfrm>
            <a:off x="11382378" y="647700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sp>
        <p:nvSpPr>
          <p:cNvPr id="13" name="Text Placeholder 8">
            <a:extLst>
              <a:ext uri="{FF2B5EF4-FFF2-40B4-BE49-F238E27FC236}">
                <a16:creationId xmlns:a16="http://schemas.microsoft.com/office/drawing/2014/main" id="{5BECBA53-5CA5-4826-B507-38E5EDBC4936}"/>
              </a:ext>
            </a:extLst>
          </p:cNvPr>
          <p:cNvSpPr>
            <a:spLocks noGrp="1"/>
          </p:cNvSpPr>
          <p:nvPr>
            <p:ph type="body" sz="quarter" idx="25"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bg1"/>
                </a:solidFill>
              </a:defRPr>
            </a:lvl1pPr>
          </a:lstStyle>
          <a:p>
            <a:pPr lvl="0"/>
            <a:r>
              <a:rPr lang="en-US"/>
              <a:t>Click to add subtitle</a:t>
            </a:r>
          </a:p>
        </p:txBody>
      </p:sp>
      <p:sp>
        <p:nvSpPr>
          <p:cNvPr id="14" name="Title Placeholder 1">
            <a:extLst>
              <a:ext uri="{FF2B5EF4-FFF2-40B4-BE49-F238E27FC236}">
                <a16:creationId xmlns:a16="http://schemas.microsoft.com/office/drawing/2014/main" id="{83571CF0-9FB3-44B1-BE19-B891DD1B11A0}"/>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solidFill>
                  <a:schemeClr val="bg1"/>
                </a:solidFill>
                <a:latin typeface="+mj-lt"/>
              </a:defRPr>
            </a:lvl1pPr>
          </a:lstStyle>
          <a:p>
            <a:r>
              <a:rPr lang="en-US"/>
              <a:t>Click to add title</a:t>
            </a:r>
          </a:p>
        </p:txBody>
      </p:sp>
      <p:sp>
        <p:nvSpPr>
          <p:cNvPr id="15" name="Text Placeholder 8">
            <a:extLst>
              <a:ext uri="{FF2B5EF4-FFF2-40B4-BE49-F238E27FC236}">
                <a16:creationId xmlns:a16="http://schemas.microsoft.com/office/drawing/2014/main" id="{CA32CD74-2C13-40B4-A25F-8871032067FB}"/>
              </a:ext>
            </a:extLst>
          </p:cNvPr>
          <p:cNvSpPr>
            <a:spLocks noGrp="1"/>
          </p:cNvSpPr>
          <p:nvPr>
            <p:ph type="body" sz="quarter" idx="17"/>
          </p:nvPr>
        </p:nvSpPr>
        <p:spPr>
          <a:xfrm>
            <a:off x="473297" y="3124200"/>
            <a:ext cx="2720468" cy="3238500"/>
          </a:xfrm>
        </p:spPr>
        <p:txBody>
          <a:bodyPr>
            <a:noAutofit/>
          </a:bodyPr>
          <a:lstStyle>
            <a:lvl1pPr marL="0" indent="0" algn="l">
              <a:buFontTx/>
              <a:buNone/>
              <a:defRPr sz="1200" b="1">
                <a:solidFill>
                  <a:schemeClr val="bg1"/>
                </a:solidFill>
              </a:defRPr>
            </a:lvl1pPr>
            <a:lvl2pPr marL="104775" indent="-104775" algn="l">
              <a:spcAft>
                <a:spcPts val="0"/>
              </a:spcAft>
              <a:buClrTx/>
              <a:buSzPct val="100000"/>
              <a:buFont typeface="Arial" panose="020B0604020202020204" pitchFamily="34" charset="0"/>
              <a:buChar char="•"/>
              <a:defRPr sz="1200">
                <a:solidFill>
                  <a:schemeClr val="bg1"/>
                </a:solidFill>
              </a:defRPr>
            </a:lvl2pPr>
            <a:lvl3pPr marL="228600" indent="-104775" algn="l">
              <a:spcAft>
                <a:spcPts val="0"/>
              </a:spcAft>
              <a:buClrTx/>
              <a:buSzPct val="100000"/>
              <a:buFont typeface="Arial" panose="020B0604020202020204" pitchFamily="34" charset="0"/>
              <a:buChar char="−"/>
              <a:defRPr sz="1200">
                <a:solidFill>
                  <a:schemeClr val="bg1"/>
                </a:solidFill>
              </a:defRPr>
            </a:lvl3pPr>
            <a:lvl4pPr marL="352425" indent="-104775" algn="l">
              <a:spcAft>
                <a:spcPts val="0"/>
              </a:spcAft>
              <a:buClrTx/>
              <a:buSzPct val="100000"/>
              <a:buFont typeface="Arial" panose="020B0604020202020204" pitchFamily="34" charset="0"/>
              <a:buChar char="◦"/>
              <a:defRPr sz="1200">
                <a:solidFill>
                  <a:schemeClr val="bg1"/>
                </a:solidFill>
              </a:defRPr>
            </a:lvl4pPr>
            <a:lvl5pPr marL="476250" indent="-104775" algn="l">
              <a:spcAft>
                <a:spcPts val="0"/>
              </a:spcAft>
              <a:buClrTx/>
              <a:buSzPct val="100000"/>
              <a:buFont typeface="Arial" panose="020B0604020202020204" pitchFamily="34" charset="0"/>
              <a:buChar char="−"/>
              <a:defRPr sz="1200" baseline="0">
                <a:solidFill>
                  <a:schemeClr val="bg1"/>
                </a:solidFill>
              </a:defRPr>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9" name="Text Placeholder 8">
            <a:extLst>
              <a:ext uri="{FF2B5EF4-FFF2-40B4-BE49-F238E27FC236}">
                <a16:creationId xmlns:a16="http://schemas.microsoft.com/office/drawing/2014/main" id="{0BD8344B-373A-4CA8-9F91-E02B0DA48BC6}"/>
              </a:ext>
            </a:extLst>
          </p:cNvPr>
          <p:cNvSpPr>
            <a:spLocks noGrp="1"/>
          </p:cNvSpPr>
          <p:nvPr>
            <p:ph type="body" sz="quarter" idx="18"/>
          </p:nvPr>
        </p:nvSpPr>
        <p:spPr>
          <a:xfrm>
            <a:off x="6171687" y="3120553"/>
            <a:ext cx="2712000" cy="3238500"/>
          </a:xfrm>
        </p:spPr>
        <p:txBody>
          <a:bodyPr>
            <a:noAutofit/>
          </a:bodyPr>
          <a:lstStyle>
            <a:lvl1pPr marL="0" indent="0" algn="l">
              <a:buFontTx/>
              <a:buNone/>
              <a:defRPr sz="1200" b="1">
                <a:solidFill>
                  <a:schemeClr val="bg1"/>
                </a:solidFill>
              </a:defRPr>
            </a:lvl1pPr>
            <a:lvl2pPr marL="104775" indent="-104775" algn="l">
              <a:spcAft>
                <a:spcPts val="0"/>
              </a:spcAft>
              <a:buClrTx/>
              <a:buSzPct val="100000"/>
              <a:buFont typeface="Arial" panose="020B0604020202020204" pitchFamily="34" charset="0"/>
              <a:buChar char="•"/>
              <a:defRPr sz="1200">
                <a:solidFill>
                  <a:schemeClr val="bg1"/>
                </a:solidFill>
              </a:defRPr>
            </a:lvl2pPr>
            <a:lvl3pPr marL="228600" indent="-104775" algn="l">
              <a:spcAft>
                <a:spcPts val="0"/>
              </a:spcAft>
              <a:buClrTx/>
              <a:buSzPct val="100000"/>
              <a:buFont typeface="Arial" panose="020B0604020202020204" pitchFamily="34" charset="0"/>
              <a:buChar char="−"/>
              <a:defRPr sz="1200">
                <a:solidFill>
                  <a:schemeClr val="bg1"/>
                </a:solidFill>
              </a:defRPr>
            </a:lvl3pPr>
            <a:lvl4pPr marL="352425" indent="-104775" algn="l">
              <a:spcAft>
                <a:spcPts val="0"/>
              </a:spcAft>
              <a:buClrTx/>
              <a:buSzPct val="100000"/>
              <a:buFont typeface="Arial" panose="020B0604020202020204" pitchFamily="34" charset="0"/>
              <a:buChar char="◦"/>
              <a:defRPr sz="1200">
                <a:solidFill>
                  <a:schemeClr val="bg1"/>
                </a:solidFill>
              </a:defRPr>
            </a:lvl4pPr>
            <a:lvl5pPr marL="476250" indent="-104775" algn="l">
              <a:spcAft>
                <a:spcPts val="0"/>
              </a:spcAft>
              <a:buClrTx/>
              <a:buSzPct val="100000"/>
              <a:buFont typeface="Arial" panose="020B0604020202020204" pitchFamily="34" charset="0"/>
              <a:buChar char="−"/>
              <a:defRPr sz="1200" baseline="0">
                <a:solidFill>
                  <a:schemeClr val="bg1"/>
                </a:solidFill>
              </a:defRPr>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 name="Text Placeholder 8">
            <a:extLst>
              <a:ext uri="{FF2B5EF4-FFF2-40B4-BE49-F238E27FC236}">
                <a16:creationId xmlns:a16="http://schemas.microsoft.com/office/drawing/2014/main" id="{55636606-D676-4661-AF12-C0DF71DF3A73}"/>
              </a:ext>
            </a:extLst>
          </p:cNvPr>
          <p:cNvSpPr>
            <a:spLocks noGrp="1"/>
          </p:cNvSpPr>
          <p:nvPr>
            <p:ph type="body" sz="quarter" idx="19"/>
          </p:nvPr>
        </p:nvSpPr>
        <p:spPr>
          <a:xfrm>
            <a:off x="3330040" y="3124202"/>
            <a:ext cx="2712000" cy="3238499"/>
          </a:xfrm>
        </p:spPr>
        <p:txBody>
          <a:bodyPr>
            <a:noAutofit/>
          </a:bodyPr>
          <a:lstStyle>
            <a:lvl1pPr marL="0" indent="0" algn="l">
              <a:buFontTx/>
              <a:buNone/>
              <a:defRPr sz="1200" b="1">
                <a:solidFill>
                  <a:schemeClr val="bg1"/>
                </a:solidFill>
              </a:defRPr>
            </a:lvl1pPr>
            <a:lvl2pPr marL="104775" indent="-104775" algn="l">
              <a:spcAft>
                <a:spcPts val="0"/>
              </a:spcAft>
              <a:buClrTx/>
              <a:buSzPct val="100000"/>
              <a:buFont typeface="Arial" panose="020B0604020202020204" pitchFamily="34" charset="0"/>
              <a:buChar char="•"/>
              <a:defRPr sz="1200">
                <a:solidFill>
                  <a:schemeClr val="bg1"/>
                </a:solidFill>
              </a:defRPr>
            </a:lvl2pPr>
            <a:lvl3pPr marL="228600" indent="-104775" algn="l">
              <a:spcAft>
                <a:spcPts val="0"/>
              </a:spcAft>
              <a:buClrTx/>
              <a:buSzPct val="100000"/>
              <a:buFont typeface="Arial" panose="020B0604020202020204" pitchFamily="34" charset="0"/>
              <a:buChar char="−"/>
              <a:defRPr sz="1200">
                <a:solidFill>
                  <a:schemeClr val="bg1"/>
                </a:solidFill>
              </a:defRPr>
            </a:lvl3pPr>
            <a:lvl4pPr marL="352425" indent="-104775" algn="l">
              <a:spcAft>
                <a:spcPts val="0"/>
              </a:spcAft>
              <a:buClrTx/>
              <a:buSzPct val="100000"/>
              <a:buFont typeface="Arial" panose="020B0604020202020204" pitchFamily="34" charset="0"/>
              <a:buChar char="◦"/>
              <a:defRPr sz="1200">
                <a:solidFill>
                  <a:schemeClr val="bg1"/>
                </a:solidFill>
              </a:defRPr>
            </a:lvl4pPr>
            <a:lvl5pPr marL="476250" indent="-104775" algn="l">
              <a:spcAft>
                <a:spcPts val="0"/>
              </a:spcAft>
              <a:buClrTx/>
              <a:buSzPct val="100000"/>
              <a:buFont typeface="Arial" panose="020B0604020202020204" pitchFamily="34" charset="0"/>
              <a:buChar char="−"/>
              <a:defRPr sz="1200" baseline="0">
                <a:solidFill>
                  <a:schemeClr val="bg1"/>
                </a:solidFill>
              </a:defRPr>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Text Placeholder 8">
            <a:extLst>
              <a:ext uri="{FF2B5EF4-FFF2-40B4-BE49-F238E27FC236}">
                <a16:creationId xmlns:a16="http://schemas.microsoft.com/office/drawing/2014/main" id="{59A4F706-D410-4A3E-B5DE-E6CD51845EA7}"/>
              </a:ext>
            </a:extLst>
          </p:cNvPr>
          <p:cNvSpPr>
            <a:spLocks noGrp="1"/>
          </p:cNvSpPr>
          <p:nvPr>
            <p:ph type="body" sz="quarter" idx="20"/>
          </p:nvPr>
        </p:nvSpPr>
        <p:spPr>
          <a:xfrm>
            <a:off x="9035701" y="3108508"/>
            <a:ext cx="2697183" cy="3254192"/>
          </a:xfrm>
        </p:spPr>
        <p:txBody>
          <a:bodyPr>
            <a:noAutofit/>
          </a:bodyPr>
          <a:lstStyle>
            <a:lvl1pPr marL="0" indent="0" algn="l">
              <a:buFontTx/>
              <a:buNone/>
              <a:defRPr sz="1200" b="1">
                <a:solidFill>
                  <a:schemeClr val="bg1"/>
                </a:solidFill>
              </a:defRPr>
            </a:lvl1pPr>
            <a:lvl2pPr marL="104775" indent="-104775" algn="l">
              <a:spcAft>
                <a:spcPts val="0"/>
              </a:spcAft>
              <a:buClrTx/>
              <a:buSzPct val="100000"/>
              <a:buFont typeface="Arial" panose="020B0604020202020204" pitchFamily="34" charset="0"/>
              <a:buChar char="•"/>
              <a:defRPr sz="1200">
                <a:solidFill>
                  <a:schemeClr val="bg1"/>
                </a:solidFill>
              </a:defRPr>
            </a:lvl2pPr>
            <a:lvl3pPr marL="228600" indent="-104775" algn="l">
              <a:spcAft>
                <a:spcPts val="0"/>
              </a:spcAft>
              <a:buClrTx/>
              <a:buSzPct val="100000"/>
              <a:buFont typeface="Arial" panose="020B0604020202020204" pitchFamily="34" charset="0"/>
              <a:buChar char="−"/>
              <a:defRPr sz="1200">
                <a:solidFill>
                  <a:schemeClr val="bg1"/>
                </a:solidFill>
              </a:defRPr>
            </a:lvl3pPr>
            <a:lvl4pPr marL="352425" indent="-104775" algn="l">
              <a:spcAft>
                <a:spcPts val="0"/>
              </a:spcAft>
              <a:buClrTx/>
              <a:buSzPct val="100000"/>
              <a:buFont typeface="Arial" panose="020B0604020202020204" pitchFamily="34" charset="0"/>
              <a:buChar char="◦"/>
              <a:defRPr sz="1200">
                <a:solidFill>
                  <a:schemeClr val="bg1"/>
                </a:solidFill>
              </a:defRPr>
            </a:lvl4pPr>
            <a:lvl5pPr marL="476250" indent="-104775" algn="l">
              <a:spcAft>
                <a:spcPts val="0"/>
              </a:spcAft>
              <a:buClrTx/>
              <a:buSzPct val="100000"/>
              <a:buFont typeface="Arial" panose="020B0604020202020204" pitchFamily="34" charset="0"/>
              <a:buChar char="−"/>
              <a:defRPr sz="1200" baseline="0">
                <a:solidFill>
                  <a:schemeClr val="bg1"/>
                </a:solidFill>
              </a:defRPr>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16581159"/>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7" name="Picture Placeholder 29"/>
          <p:cNvSpPr>
            <a:spLocks noGrp="1"/>
          </p:cNvSpPr>
          <p:nvPr>
            <p:ph type="pic" sz="quarter" idx="20" hasCustomPrompt="1"/>
          </p:nvPr>
        </p:nvSpPr>
        <p:spPr>
          <a:xfrm>
            <a:off x="10485324" y="1853601"/>
            <a:ext cx="1244161"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a:solidFill>
                  <a:schemeClr val="bg1"/>
                </a:solidFill>
              </a:rPr>
              <a:t>Co-brand</a:t>
            </a:r>
            <a:br>
              <a:rPr lang="en-US" sz="900">
                <a:solidFill>
                  <a:schemeClr val="bg1"/>
                </a:solidFill>
              </a:rPr>
            </a:br>
            <a:r>
              <a:rPr lang="en-US" sz="900">
                <a:solidFill>
                  <a:schemeClr val="bg1"/>
                </a:solidFill>
              </a:rPr>
              <a:t>Logo</a:t>
            </a:r>
          </a:p>
          <a:p>
            <a:endParaRPr lang="en-GB"/>
          </a:p>
        </p:txBody>
      </p:sp>
      <p:sp>
        <p:nvSpPr>
          <p:cNvPr id="14" name="Picture Placeholder 29"/>
          <p:cNvSpPr>
            <a:spLocks noGrp="1"/>
          </p:cNvSpPr>
          <p:nvPr>
            <p:ph type="pic" sz="quarter" idx="24" hasCustomPrompt="1"/>
          </p:nvPr>
        </p:nvSpPr>
        <p:spPr>
          <a:xfrm>
            <a:off x="4702979" y="4258270"/>
            <a:ext cx="1239381"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a:solidFill>
                  <a:schemeClr val="bg1"/>
                </a:solidFill>
              </a:rPr>
              <a:t>Co-brand</a:t>
            </a:r>
            <a:br>
              <a:rPr lang="en-US" sz="900">
                <a:solidFill>
                  <a:schemeClr val="bg1"/>
                </a:solidFill>
              </a:rPr>
            </a:br>
            <a:r>
              <a:rPr lang="en-US" sz="900">
                <a:solidFill>
                  <a:schemeClr val="bg1"/>
                </a:solidFill>
              </a:rPr>
              <a:t>Logo</a:t>
            </a:r>
          </a:p>
          <a:p>
            <a:endParaRPr lang="en-GB"/>
          </a:p>
        </p:txBody>
      </p:sp>
      <p:sp>
        <p:nvSpPr>
          <p:cNvPr id="15" name="Picture Placeholder 29"/>
          <p:cNvSpPr>
            <a:spLocks noGrp="1"/>
          </p:cNvSpPr>
          <p:nvPr>
            <p:ph type="pic" sz="quarter" idx="25" hasCustomPrompt="1"/>
          </p:nvPr>
        </p:nvSpPr>
        <p:spPr>
          <a:xfrm>
            <a:off x="10500785" y="4258270"/>
            <a:ext cx="1244160"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a:solidFill>
                  <a:schemeClr val="bg1"/>
                </a:solidFill>
              </a:rPr>
              <a:t>Co-brand</a:t>
            </a:r>
            <a:br>
              <a:rPr lang="en-US" sz="900">
                <a:solidFill>
                  <a:schemeClr val="bg1"/>
                </a:solidFill>
              </a:rPr>
            </a:br>
            <a:r>
              <a:rPr lang="en-US" sz="900">
                <a:solidFill>
                  <a:schemeClr val="bg1"/>
                </a:solidFill>
              </a:rPr>
              <a:t>Logo</a:t>
            </a:r>
          </a:p>
          <a:p>
            <a:endParaRPr lang="en-GB"/>
          </a:p>
        </p:txBody>
      </p:sp>
      <p:sp>
        <p:nvSpPr>
          <p:cNvPr id="17" name="Picture Placeholder 29"/>
          <p:cNvSpPr>
            <a:spLocks noGrp="1"/>
          </p:cNvSpPr>
          <p:nvPr>
            <p:ph type="pic" sz="quarter" idx="19" hasCustomPrompt="1"/>
          </p:nvPr>
        </p:nvSpPr>
        <p:spPr>
          <a:xfrm>
            <a:off x="4735149" y="1857894"/>
            <a:ext cx="1210207"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a:solidFill>
                  <a:schemeClr val="bg1"/>
                </a:solidFill>
              </a:rPr>
              <a:t>Co-brand</a:t>
            </a:r>
            <a:br>
              <a:rPr lang="en-US" sz="900">
                <a:solidFill>
                  <a:schemeClr val="bg1"/>
                </a:solidFill>
              </a:rPr>
            </a:br>
            <a:r>
              <a:rPr lang="en-US" sz="900">
                <a:solidFill>
                  <a:schemeClr val="bg1"/>
                </a:solidFill>
              </a:rPr>
              <a:t>Logo</a:t>
            </a:r>
          </a:p>
          <a:p>
            <a:endParaRPr lang="en-GB"/>
          </a:p>
        </p:txBody>
      </p:sp>
      <p:sp>
        <p:nvSpPr>
          <p:cNvPr id="28" name="Text Placeholder 8">
            <a:extLst>
              <a:ext uri="{FF2B5EF4-FFF2-40B4-BE49-F238E27FC236}">
                <a16:creationId xmlns:a16="http://schemas.microsoft.com/office/drawing/2014/main" id="{0D485CFD-E778-438B-9F95-AA857AF5CACE}"/>
              </a:ext>
            </a:extLst>
          </p:cNvPr>
          <p:cNvSpPr>
            <a:spLocks noGrp="1"/>
          </p:cNvSpPr>
          <p:nvPr>
            <p:ph type="body" sz="quarter" idx="17"/>
          </p:nvPr>
        </p:nvSpPr>
        <p:spPr>
          <a:xfrm>
            <a:off x="470344" y="1856232"/>
            <a:ext cx="5473257" cy="169545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 name="Text Placeholder 8">
            <a:extLst>
              <a:ext uri="{FF2B5EF4-FFF2-40B4-BE49-F238E27FC236}">
                <a16:creationId xmlns:a16="http://schemas.microsoft.com/office/drawing/2014/main" id="{1995C2BA-4183-48F4-92D9-4620CCDF5C16}"/>
              </a:ext>
            </a:extLst>
          </p:cNvPr>
          <p:cNvSpPr>
            <a:spLocks noGrp="1"/>
          </p:cNvSpPr>
          <p:nvPr>
            <p:ph type="body" sz="quarter" idx="26"/>
          </p:nvPr>
        </p:nvSpPr>
        <p:spPr>
          <a:xfrm>
            <a:off x="6257042" y="1847618"/>
            <a:ext cx="5464615" cy="169545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 name="Text Placeholder 8">
            <a:extLst>
              <a:ext uri="{FF2B5EF4-FFF2-40B4-BE49-F238E27FC236}">
                <a16:creationId xmlns:a16="http://schemas.microsoft.com/office/drawing/2014/main" id="{2DC3B9DA-0A51-491C-923B-09D36118ADA0}"/>
              </a:ext>
            </a:extLst>
          </p:cNvPr>
          <p:cNvSpPr>
            <a:spLocks noGrp="1"/>
          </p:cNvSpPr>
          <p:nvPr>
            <p:ph type="body" sz="quarter" idx="27"/>
          </p:nvPr>
        </p:nvSpPr>
        <p:spPr>
          <a:xfrm>
            <a:off x="470344" y="4256623"/>
            <a:ext cx="5473257" cy="169545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1" name="Text Placeholder 8">
            <a:extLst>
              <a:ext uri="{FF2B5EF4-FFF2-40B4-BE49-F238E27FC236}">
                <a16:creationId xmlns:a16="http://schemas.microsoft.com/office/drawing/2014/main" id="{70BD43BA-DF89-409F-B9BF-2853EC358260}"/>
              </a:ext>
            </a:extLst>
          </p:cNvPr>
          <p:cNvSpPr>
            <a:spLocks noGrp="1"/>
          </p:cNvSpPr>
          <p:nvPr>
            <p:ph type="body" sz="quarter" idx="28"/>
          </p:nvPr>
        </p:nvSpPr>
        <p:spPr>
          <a:xfrm>
            <a:off x="6257043" y="4256623"/>
            <a:ext cx="5483852" cy="169545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Text Placeholder 8">
            <a:extLst>
              <a:ext uri="{FF2B5EF4-FFF2-40B4-BE49-F238E27FC236}">
                <a16:creationId xmlns:a16="http://schemas.microsoft.com/office/drawing/2014/main" id="{E3C8C216-A0D5-48CE-BB18-6E34DE5AE099}"/>
              </a:ext>
            </a:extLst>
          </p:cNvPr>
          <p:cNvSpPr>
            <a:spLocks noGrp="1"/>
          </p:cNvSpPr>
          <p:nvPr>
            <p:ph type="body" sz="quarter" idx="29"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8" name="Title Placeholder 1">
            <a:extLst>
              <a:ext uri="{FF2B5EF4-FFF2-40B4-BE49-F238E27FC236}">
                <a16:creationId xmlns:a16="http://schemas.microsoft.com/office/drawing/2014/main" id="{A6B3ABAE-3971-4ECC-8E25-1E94617FBFBE}"/>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33" name="Rectangle 32">
            <a:extLst>
              <a:ext uri="{FF2B5EF4-FFF2-40B4-BE49-F238E27FC236}">
                <a16:creationId xmlns:a16="http://schemas.microsoft.com/office/drawing/2014/main" id="{9D3E3D5E-69E0-409C-B43B-3D03BAF8E640}"/>
              </a:ext>
            </a:extLst>
          </p:cNvPr>
          <p:cNvSpPr/>
          <p:nvPr userDrawn="1"/>
        </p:nvSpPr>
        <p:spPr>
          <a:xfrm>
            <a:off x="470343" y="1715425"/>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4" name="Rectangle 33">
            <a:extLst>
              <a:ext uri="{FF2B5EF4-FFF2-40B4-BE49-F238E27FC236}">
                <a16:creationId xmlns:a16="http://schemas.microsoft.com/office/drawing/2014/main" id="{8AC51DC9-50A0-4091-8F6F-9150D453B6B1}"/>
              </a:ext>
            </a:extLst>
          </p:cNvPr>
          <p:cNvSpPr/>
          <p:nvPr userDrawn="1"/>
        </p:nvSpPr>
        <p:spPr>
          <a:xfrm>
            <a:off x="6246196" y="1718774"/>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5" name="Rectangle 34">
            <a:extLst>
              <a:ext uri="{FF2B5EF4-FFF2-40B4-BE49-F238E27FC236}">
                <a16:creationId xmlns:a16="http://schemas.microsoft.com/office/drawing/2014/main" id="{A118D7C8-CEED-48A7-ADB2-7610B12C1B07}"/>
              </a:ext>
            </a:extLst>
          </p:cNvPr>
          <p:cNvSpPr/>
          <p:nvPr userDrawn="1"/>
        </p:nvSpPr>
        <p:spPr>
          <a:xfrm>
            <a:off x="470343" y="4126942"/>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6" name="Rectangle 35">
            <a:extLst>
              <a:ext uri="{FF2B5EF4-FFF2-40B4-BE49-F238E27FC236}">
                <a16:creationId xmlns:a16="http://schemas.microsoft.com/office/drawing/2014/main" id="{C7A403C2-4204-4E69-B696-73BE1FE1F740}"/>
              </a:ext>
            </a:extLst>
          </p:cNvPr>
          <p:cNvSpPr/>
          <p:nvPr userDrawn="1"/>
        </p:nvSpPr>
        <p:spPr>
          <a:xfrm>
            <a:off x="6246196" y="4130291"/>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Tree>
    <p:extLst>
      <p:ext uri="{BB962C8B-B14F-4D97-AF65-F5344CB8AC3E}">
        <p14:creationId xmlns:p14="http://schemas.microsoft.com/office/powerpoint/2010/main" val="2895762697"/>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64481" y="4189870"/>
            <a:ext cx="8566108" cy="2169796"/>
          </a:xfrm>
        </p:spPr>
        <p:txBody>
          <a:bodyPr anchor="b" anchorCtr="0">
            <a:normAutofit/>
          </a:bodyPr>
          <a:lstStyle>
            <a:lvl1pPr>
              <a:lnSpc>
                <a:spcPct val="100000"/>
              </a:lnSpc>
              <a:spcAft>
                <a:spcPts val="450"/>
              </a:spcAft>
              <a:defRPr sz="800"/>
            </a:lvl1pPr>
          </a:lstStyle>
          <a:p>
            <a:pPr lvl="0"/>
            <a:r>
              <a:rPr lang="en-US"/>
              <a:t>Click to edit Master text styles</a:t>
            </a:r>
          </a:p>
        </p:txBody>
      </p:sp>
      <p:sp>
        <p:nvSpPr>
          <p:cNvPr id="3" name="Picture Placeholder 2"/>
          <p:cNvSpPr>
            <a:spLocks noGrp="1"/>
          </p:cNvSpPr>
          <p:nvPr>
            <p:ph type="pic" sz="quarter" idx="14" hasCustomPrompt="1"/>
          </p:nvPr>
        </p:nvSpPr>
        <p:spPr>
          <a:xfrm>
            <a:off x="9406185" y="4189870"/>
            <a:ext cx="2319503" cy="1725448"/>
          </a:xfrm>
        </p:spPr>
        <p:txBody>
          <a:bodyPr anchor="ctr" anchorCtr="0">
            <a:normAutofit/>
          </a:bodyPr>
          <a:lstStyle>
            <a:lvl1pPr algn="ctr">
              <a:defRPr sz="800"/>
            </a:lvl1pPr>
          </a:lstStyle>
          <a:p>
            <a:r>
              <a:rPr lang="en-GB" sz="675"/>
              <a:t>Insert sponsorship mark here</a:t>
            </a:r>
            <a:endParaRPr lang="en-GB"/>
          </a:p>
        </p:txBody>
      </p:sp>
      <p:sp>
        <p:nvSpPr>
          <p:cNvPr id="8" name="Text Placeholder 7"/>
          <p:cNvSpPr>
            <a:spLocks noGrp="1"/>
          </p:cNvSpPr>
          <p:nvPr>
            <p:ph type="body" sz="quarter" idx="15"/>
          </p:nvPr>
        </p:nvSpPr>
        <p:spPr>
          <a:xfrm>
            <a:off x="9406187" y="5995943"/>
            <a:ext cx="2319501" cy="363722"/>
          </a:xfrm>
        </p:spPr>
        <p:txBody>
          <a:bodyPr anchor="b" anchorCtr="0">
            <a:normAutofit/>
          </a:bodyPr>
          <a:lstStyle>
            <a:lvl1pPr>
              <a:lnSpc>
                <a:spcPct val="100000"/>
              </a:lnSpc>
              <a:defRPr sz="800"/>
            </a:lvl1pPr>
          </a:lstStyle>
          <a:p>
            <a:pPr lvl="0"/>
            <a:r>
              <a:rPr lang="en-US"/>
              <a:t>Click to edit Master text styles</a:t>
            </a:r>
          </a:p>
        </p:txBody>
      </p:sp>
      <p:grpSp>
        <p:nvGrpSpPr>
          <p:cNvPr id="20" name="Group 19">
            <a:extLst>
              <a:ext uri="{FF2B5EF4-FFF2-40B4-BE49-F238E27FC236}">
                <a16:creationId xmlns:a16="http://schemas.microsoft.com/office/drawing/2014/main" id="{11FFF62A-78AC-4176-888C-7369D55740C5}"/>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21" name="Oval 5">
              <a:extLst>
                <a:ext uri="{FF2B5EF4-FFF2-40B4-BE49-F238E27FC236}">
                  <a16:creationId xmlns:a16="http://schemas.microsoft.com/office/drawing/2014/main" id="{FD77EF0A-6F9B-4CB4-BDFE-54901AC3BDEB}"/>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2" name="Freeform 6">
              <a:extLst>
                <a:ext uri="{FF2B5EF4-FFF2-40B4-BE49-F238E27FC236}">
                  <a16:creationId xmlns:a16="http://schemas.microsoft.com/office/drawing/2014/main" id="{CFBCB662-4DCB-4701-B5DB-617E9625AC3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3" name="Rectangle 7">
              <a:extLst>
                <a:ext uri="{FF2B5EF4-FFF2-40B4-BE49-F238E27FC236}">
                  <a16:creationId xmlns:a16="http://schemas.microsoft.com/office/drawing/2014/main" id="{3AA8F7EF-0FC0-4792-B4E2-516188FAADCC}"/>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4" name="Freeform 8">
              <a:extLst>
                <a:ext uri="{FF2B5EF4-FFF2-40B4-BE49-F238E27FC236}">
                  <a16:creationId xmlns:a16="http://schemas.microsoft.com/office/drawing/2014/main" id="{7180810E-179A-4B4D-992C-DB02F3F2AA73}"/>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5" name="Rectangle 9">
              <a:extLst>
                <a:ext uri="{FF2B5EF4-FFF2-40B4-BE49-F238E27FC236}">
                  <a16:creationId xmlns:a16="http://schemas.microsoft.com/office/drawing/2014/main" id="{931CFAC2-92E1-42CB-BB66-BD91AB6DB50D}"/>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6" name="Rectangle 10">
              <a:extLst>
                <a:ext uri="{FF2B5EF4-FFF2-40B4-BE49-F238E27FC236}">
                  <a16:creationId xmlns:a16="http://schemas.microsoft.com/office/drawing/2014/main" id="{6C92D323-CA87-4BD4-9F33-9346A18A6790}"/>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7" name="Freeform 11">
              <a:extLst>
                <a:ext uri="{FF2B5EF4-FFF2-40B4-BE49-F238E27FC236}">
                  <a16:creationId xmlns:a16="http://schemas.microsoft.com/office/drawing/2014/main" id="{D31146A3-7248-4F9C-8242-2B343E0BCE4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8" name="Freeform 12">
              <a:extLst>
                <a:ext uri="{FF2B5EF4-FFF2-40B4-BE49-F238E27FC236}">
                  <a16:creationId xmlns:a16="http://schemas.microsoft.com/office/drawing/2014/main" id="{4BFA0610-A333-4B16-A20C-3ADB78A32CF9}"/>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13">
              <a:extLst>
                <a:ext uri="{FF2B5EF4-FFF2-40B4-BE49-F238E27FC236}">
                  <a16:creationId xmlns:a16="http://schemas.microsoft.com/office/drawing/2014/main" id="{D81528E3-7AAB-4FE3-96EB-0CA354538CA9}"/>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0" name="Freeform 14">
              <a:extLst>
                <a:ext uri="{FF2B5EF4-FFF2-40B4-BE49-F238E27FC236}">
                  <a16:creationId xmlns:a16="http://schemas.microsoft.com/office/drawing/2014/main" id="{7C686C02-5833-4DB0-8AD3-1E143B411A13}"/>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Tree>
    <p:extLst>
      <p:ext uri="{BB962C8B-B14F-4D97-AF65-F5344CB8AC3E}">
        <p14:creationId xmlns:p14="http://schemas.microsoft.com/office/powerpoint/2010/main" val="179923474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66316" y="4194287"/>
            <a:ext cx="8528936" cy="2169796"/>
          </a:xfrm>
        </p:spPr>
        <p:txBody>
          <a:bodyPr anchor="b" anchorCtr="0">
            <a:noAutofit/>
          </a:bodyPr>
          <a:lstStyle>
            <a:lvl1pPr>
              <a:lnSpc>
                <a:spcPct val="100000"/>
              </a:lnSpc>
              <a:spcAft>
                <a:spcPts val="450"/>
              </a:spcAft>
              <a:defRPr sz="8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412074" y="4189870"/>
            <a:ext cx="2319503" cy="1725448"/>
          </a:xfrm>
        </p:spPr>
        <p:txBody>
          <a:bodyPr anchor="ctr" anchorCtr="0">
            <a:normAutofit/>
          </a:bodyPr>
          <a:lstStyle>
            <a:lvl1pPr algn="ctr">
              <a:defRPr sz="800">
                <a:solidFill>
                  <a:schemeClr val="bg1"/>
                </a:solidFill>
              </a:defRPr>
            </a:lvl1pPr>
          </a:lstStyle>
          <a:p>
            <a:r>
              <a:rPr lang="en-GB" sz="675"/>
              <a:t>Insert sponsorship mark here</a:t>
            </a:r>
            <a:endParaRPr lang="en-GB"/>
          </a:p>
        </p:txBody>
      </p:sp>
      <p:sp>
        <p:nvSpPr>
          <p:cNvPr id="8" name="Text Placeholder 7"/>
          <p:cNvSpPr>
            <a:spLocks noGrp="1"/>
          </p:cNvSpPr>
          <p:nvPr>
            <p:ph type="body" sz="quarter" idx="15"/>
          </p:nvPr>
        </p:nvSpPr>
        <p:spPr>
          <a:xfrm>
            <a:off x="9412076" y="5995943"/>
            <a:ext cx="2319501" cy="363722"/>
          </a:xfrm>
        </p:spPr>
        <p:txBody>
          <a:bodyPr anchor="b" anchorCtr="0">
            <a:noAutofit/>
          </a:bodyPr>
          <a:lstStyle>
            <a:lvl1pPr>
              <a:lnSpc>
                <a:spcPct val="100000"/>
              </a:lnSpc>
              <a:defRPr sz="800">
                <a:solidFill>
                  <a:schemeClr val="bg1"/>
                </a:solidFill>
              </a:defRPr>
            </a:lvl1pPr>
          </a:lstStyle>
          <a:p>
            <a:pPr lvl="0"/>
            <a:r>
              <a:rPr lang="en-US"/>
              <a:t>Click to edit Master text styles</a:t>
            </a:r>
          </a:p>
        </p:txBody>
      </p:sp>
      <p:grpSp>
        <p:nvGrpSpPr>
          <p:cNvPr id="16" name="Group 15">
            <a:extLst>
              <a:ext uri="{FF2B5EF4-FFF2-40B4-BE49-F238E27FC236}">
                <a16:creationId xmlns:a16="http://schemas.microsoft.com/office/drawing/2014/main" id="{8AB860FC-9229-466C-B67B-E6B79E07BB2B}"/>
              </a:ext>
            </a:extLst>
          </p:cNvPr>
          <p:cNvGrpSpPr/>
          <p:nvPr userDrawn="1"/>
        </p:nvGrpSpPr>
        <p:grpSpPr>
          <a:xfrm>
            <a:off x="463296" y="341312"/>
            <a:ext cx="1819656" cy="347472"/>
            <a:chOff x="398463" y="404813"/>
            <a:chExt cx="1627187" cy="307976"/>
          </a:xfrm>
          <a:solidFill>
            <a:schemeClr val="bg1"/>
          </a:solidFill>
        </p:grpSpPr>
        <p:sp>
          <p:nvSpPr>
            <p:cNvPr id="17" name="Oval 5">
              <a:extLst>
                <a:ext uri="{FF2B5EF4-FFF2-40B4-BE49-F238E27FC236}">
                  <a16:creationId xmlns:a16="http://schemas.microsoft.com/office/drawing/2014/main" id="{477D509D-A74E-4D79-8C41-28EE20877109}"/>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8" name="Freeform 6">
              <a:extLst>
                <a:ext uri="{FF2B5EF4-FFF2-40B4-BE49-F238E27FC236}">
                  <a16:creationId xmlns:a16="http://schemas.microsoft.com/office/drawing/2014/main" id="{CC851991-483D-4A9F-8C5F-626DE9D5C1B0}"/>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9" name="Rectangle 7">
              <a:extLst>
                <a:ext uri="{FF2B5EF4-FFF2-40B4-BE49-F238E27FC236}">
                  <a16:creationId xmlns:a16="http://schemas.microsoft.com/office/drawing/2014/main" id="{28FEC250-9F3B-45BC-90AF-4CDE000C2C36}"/>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1" name="Freeform 8">
              <a:extLst>
                <a:ext uri="{FF2B5EF4-FFF2-40B4-BE49-F238E27FC236}">
                  <a16:creationId xmlns:a16="http://schemas.microsoft.com/office/drawing/2014/main" id="{F8494B23-9F67-4108-8FC3-E645BD138AE0}"/>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2" name="Rectangle 9">
              <a:extLst>
                <a:ext uri="{FF2B5EF4-FFF2-40B4-BE49-F238E27FC236}">
                  <a16:creationId xmlns:a16="http://schemas.microsoft.com/office/drawing/2014/main" id="{198EEDBF-F835-40E6-A1D3-AAADC96DD008}"/>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3" name="Rectangle 10">
              <a:extLst>
                <a:ext uri="{FF2B5EF4-FFF2-40B4-BE49-F238E27FC236}">
                  <a16:creationId xmlns:a16="http://schemas.microsoft.com/office/drawing/2014/main" id="{42C9A861-6332-4ADC-88F7-183765B2D793}"/>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4" name="Freeform 11">
              <a:extLst>
                <a:ext uri="{FF2B5EF4-FFF2-40B4-BE49-F238E27FC236}">
                  <a16:creationId xmlns:a16="http://schemas.microsoft.com/office/drawing/2014/main" id="{593BFC01-C985-4400-9F59-CA3E701AB845}"/>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5" name="Freeform 12">
              <a:extLst>
                <a:ext uri="{FF2B5EF4-FFF2-40B4-BE49-F238E27FC236}">
                  <a16:creationId xmlns:a16="http://schemas.microsoft.com/office/drawing/2014/main" id="{4A67BA7C-21CB-474A-9E6A-BCA082851A8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6" name="Freeform 13">
              <a:extLst>
                <a:ext uri="{FF2B5EF4-FFF2-40B4-BE49-F238E27FC236}">
                  <a16:creationId xmlns:a16="http://schemas.microsoft.com/office/drawing/2014/main" id="{315ADC0C-A127-4E52-A974-5D4D91506DAC}"/>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7" name="Freeform 14">
              <a:extLst>
                <a:ext uri="{FF2B5EF4-FFF2-40B4-BE49-F238E27FC236}">
                  <a16:creationId xmlns:a16="http://schemas.microsoft.com/office/drawing/2014/main" id="{71ADF477-53BF-4770-AA08-07332CAF6A7B}"/>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Tree>
    <p:extLst>
      <p:ext uri="{BB962C8B-B14F-4D97-AF65-F5344CB8AC3E}">
        <p14:creationId xmlns:p14="http://schemas.microsoft.com/office/powerpoint/2010/main" val="3522310301"/>
      </p:ext>
    </p:extLst>
  </p:cSld>
  <p:clrMapOvr>
    <a:masterClrMapping/>
  </p:clrMapOvr>
  <p:hf hdr="0" dt="0"/>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cSld name="End slide ">
    <p:bg>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tx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a:t>Insert sponsorship mark here</a:t>
            </a:r>
            <a:endParaRPr lang="en-GB"/>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tx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grpSp>
    </p:spTree>
    <p:extLst>
      <p:ext uri="{BB962C8B-B14F-4D97-AF65-F5344CB8AC3E}">
        <p14:creationId xmlns:p14="http://schemas.microsoft.com/office/powerpoint/2010/main" val="220866228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D7F65-6D72-74A3-3DC5-86711AC5C672}"/>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B299D34B-4E30-56C2-266A-9618D4E026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E1D5D49-0A6A-62BD-D6BE-97981F43C945}"/>
              </a:ext>
            </a:extLst>
          </p:cNvPr>
          <p:cNvSpPr>
            <a:spLocks noGrp="1"/>
          </p:cNvSpPr>
          <p:nvPr>
            <p:ph type="dt" sz="half" idx="10"/>
          </p:nvPr>
        </p:nvSpPr>
        <p:spPr/>
        <p:txBody>
          <a:bodyPr/>
          <a:lstStyle/>
          <a:p>
            <a:fld id="{19615157-1004-46EE-B1FE-7F3185B23F54}" type="datetimeFigureOut">
              <a:rPr lang="en-CA" smtClean="0"/>
              <a:t>2026-10-27</a:t>
            </a:fld>
            <a:endParaRPr lang="en-CA"/>
          </a:p>
        </p:txBody>
      </p:sp>
      <p:sp>
        <p:nvSpPr>
          <p:cNvPr id="5" name="Footer Placeholder 4">
            <a:extLst>
              <a:ext uri="{FF2B5EF4-FFF2-40B4-BE49-F238E27FC236}">
                <a16:creationId xmlns:a16="http://schemas.microsoft.com/office/drawing/2014/main" id="{2F3CC2CE-BF4D-5D13-52EA-E40E5B19BE6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7178193-4428-E8F8-4F08-A01137E08498}"/>
              </a:ext>
            </a:extLst>
          </p:cNvPr>
          <p:cNvSpPr>
            <a:spLocks noGrp="1"/>
          </p:cNvSpPr>
          <p:nvPr>
            <p:ph type="sldNum" sz="quarter" idx="12"/>
          </p:nvPr>
        </p:nvSpPr>
        <p:spPr/>
        <p:txBody>
          <a:bodyPr/>
          <a:lstStyle/>
          <a:p>
            <a:fld id="{2BD8BC61-1FFB-4634-A2D6-953534FB6EE4}" type="slidenum">
              <a:rPr lang="en-CA" smtClean="0"/>
              <a:t>‹#›</a:t>
            </a:fld>
            <a:endParaRPr lang="en-CA"/>
          </a:p>
        </p:txBody>
      </p:sp>
    </p:spTree>
    <p:extLst>
      <p:ext uri="{BB962C8B-B14F-4D97-AF65-F5344CB8AC3E}">
        <p14:creationId xmlns:p14="http://schemas.microsoft.com/office/powerpoint/2010/main" val="2809203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5" Type="http://schemas.openxmlformats.org/officeDocument/2006/relationships/theme" Target="../theme/theme2.xml"/><Relationship Id="rId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37.xml"/><Relationship Id="rId18" Type="http://schemas.openxmlformats.org/officeDocument/2006/relationships/slideLayout" Target="../slideLayouts/slideLayout42.xml"/><Relationship Id="rId26" Type="http://schemas.openxmlformats.org/officeDocument/2006/relationships/slideLayout" Target="../slideLayouts/slideLayout50.xml"/><Relationship Id="rId39" Type="http://schemas.openxmlformats.org/officeDocument/2006/relationships/slideLayout" Target="../slideLayouts/slideLayout63.xml"/><Relationship Id="rId21" Type="http://schemas.openxmlformats.org/officeDocument/2006/relationships/slideLayout" Target="../slideLayouts/slideLayout45.xml"/><Relationship Id="rId34" Type="http://schemas.openxmlformats.org/officeDocument/2006/relationships/slideLayout" Target="../slideLayouts/slideLayout58.xml"/><Relationship Id="rId42" Type="http://schemas.openxmlformats.org/officeDocument/2006/relationships/slideLayout" Target="../slideLayouts/slideLayout66.xml"/><Relationship Id="rId47" Type="http://schemas.openxmlformats.org/officeDocument/2006/relationships/image" Target="../media/image2.emf"/><Relationship Id="rId7" Type="http://schemas.openxmlformats.org/officeDocument/2006/relationships/slideLayout" Target="../slideLayouts/slideLayout31.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9" Type="http://schemas.openxmlformats.org/officeDocument/2006/relationships/slideLayout" Target="../slideLayouts/slideLayout53.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24" Type="http://schemas.openxmlformats.org/officeDocument/2006/relationships/slideLayout" Target="../slideLayouts/slideLayout48.xml"/><Relationship Id="rId32" Type="http://schemas.openxmlformats.org/officeDocument/2006/relationships/slideLayout" Target="../slideLayouts/slideLayout56.xml"/><Relationship Id="rId37" Type="http://schemas.openxmlformats.org/officeDocument/2006/relationships/slideLayout" Target="../slideLayouts/slideLayout61.xml"/><Relationship Id="rId40" Type="http://schemas.openxmlformats.org/officeDocument/2006/relationships/slideLayout" Target="../slideLayouts/slideLayout64.xml"/><Relationship Id="rId45" Type="http://schemas.openxmlformats.org/officeDocument/2006/relationships/tags" Target="../tags/tag1.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23" Type="http://schemas.openxmlformats.org/officeDocument/2006/relationships/slideLayout" Target="../slideLayouts/slideLayout47.xml"/><Relationship Id="rId28" Type="http://schemas.openxmlformats.org/officeDocument/2006/relationships/slideLayout" Target="../slideLayouts/slideLayout52.xml"/><Relationship Id="rId36" Type="http://schemas.openxmlformats.org/officeDocument/2006/relationships/slideLayout" Target="../slideLayouts/slideLayout60.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31" Type="http://schemas.openxmlformats.org/officeDocument/2006/relationships/slideLayout" Target="../slideLayouts/slideLayout55.xml"/><Relationship Id="rId44" Type="http://schemas.openxmlformats.org/officeDocument/2006/relationships/theme" Target="../theme/theme5.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slideLayout" Target="../slideLayouts/slideLayout46.xml"/><Relationship Id="rId27" Type="http://schemas.openxmlformats.org/officeDocument/2006/relationships/slideLayout" Target="../slideLayouts/slideLayout51.xml"/><Relationship Id="rId30" Type="http://schemas.openxmlformats.org/officeDocument/2006/relationships/slideLayout" Target="../slideLayouts/slideLayout54.xml"/><Relationship Id="rId35" Type="http://schemas.openxmlformats.org/officeDocument/2006/relationships/slideLayout" Target="../slideLayouts/slideLayout59.xml"/><Relationship Id="rId43" Type="http://schemas.openxmlformats.org/officeDocument/2006/relationships/slideLayout" Target="../slideLayouts/slideLayout67.xml"/><Relationship Id="rId8" Type="http://schemas.openxmlformats.org/officeDocument/2006/relationships/slideLayout" Target="../slideLayouts/slideLayout32.xml"/><Relationship Id="rId3" Type="http://schemas.openxmlformats.org/officeDocument/2006/relationships/slideLayout" Target="../slideLayouts/slideLayout27.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5" Type="http://schemas.openxmlformats.org/officeDocument/2006/relationships/slideLayout" Target="../slideLayouts/slideLayout49.xml"/><Relationship Id="rId33" Type="http://schemas.openxmlformats.org/officeDocument/2006/relationships/slideLayout" Target="../slideLayouts/slideLayout57.xml"/><Relationship Id="rId38" Type="http://schemas.openxmlformats.org/officeDocument/2006/relationships/slideLayout" Target="../slideLayouts/slideLayout62.xml"/><Relationship Id="rId46" Type="http://schemas.openxmlformats.org/officeDocument/2006/relationships/oleObject" Target="../embeddings/oleObject1.bin"/><Relationship Id="rId20" Type="http://schemas.openxmlformats.org/officeDocument/2006/relationships/slideLayout" Target="../slideLayouts/slideLayout44.xml"/><Relationship Id="rId41" Type="http://schemas.openxmlformats.org/officeDocument/2006/relationships/slideLayout" Target="../slideLayouts/slideLayout65.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80.xml"/><Relationship Id="rId18" Type="http://schemas.openxmlformats.org/officeDocument/2006/relationships/slideLayout" Target="../slideLayouts/slideLayout85.xml"/><Relationship Id="rId26" Type="http://schemas.openxmlformats.org/officeDocument/2006/relationships/slideLayout" Target="../slideLayouts/slideLayout93.xml"/><Relationship Id="rId39" Type="http://schemas.openxmlformats.org/officeDocument/2006/relationships/slideLayout" Target="../slideLayouts/slideLayout106.xml"/><Relationship Id="rId21" Type="http://schemas.openxmlformats.org/officeDocument/2006/relationships/slideLayout" Target="../slideLayouts/slideLayout88.xml"/><Relationship Id="rId34" Type="http://schemas.openxmlformats.org/officeDocument/2006/relationships/slideLayout" Target="../slideLayouts/slideLayout101.xml"/><Relationship Id="rId42" Type="http://schemas.openxmlformats.org/officeDocument/2006/relationships/slideLayout" Target="../slideLayouts/slideLayout109.xml"/><Relationship Id="rId47" Type="http://schemas.openxmlformats.org/officeDocument/2006/relationships/image" Target="../media/image2.emf"/><Relationship Id="rId7" Type="http://schemas.openxmlformats.org/officeDocument/2006/relationships/slideLayout" Target="../slideLayouts/slideLayout74.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29" Type="http://schemas.openxmlformats.org/officeDocument/2006/relationships/slideLayout" Target="../slideLayouts/slideLayout96.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24" Type="http://schemas.openxmlformats.org/officeDocument/2006/relationships/slideLayout" Target="../slideLayouts/slideLayout91.xml"/><Relationship Id="rId32" Type="http://schemas.openxmlformats.org/officeDocument/2006/relationships/slideLayout" Target="../slideLayouts/slideLayout99.xml"/><Relationship Id="rId37" Type="http://schemas.openxmlformats.org/officeDocument/2006/relationships/slideLayout" Target="../slideLayouts/slideLayout104.xml"/><Relationship Id="rId40" Type="http://schemas.openxmlformats.org/officeDocument/2006/relationships/slideLayout" Target="../slideLayouts/slideLayout107.xml"/><Relationship Id="rId45" Type="http://schemas.openxmlformats.org/officeDocument/2006/relationships/tags" Target="../tags/tag2.xml"/><Relationship Id="rId5" Type="http://schemas.openxmlformats.org/officeDocument/2006/relationships/slideLayout" Target="../slideLayouts/slideLayout72.xml"/><Relationship Id="rId15" Type="http://schemas.openxmlformats.org/officeDocument/2006/relationships/slideLayout" Target="../slideLayouts/slideLayout82.xml"/><Relationship Id="rId23" Type="http://schemas.openxmlformats.org/officeDocument/2006/relationships/slideLayout" Target="../slideLayouts/slideLayout90.xml"/><Relationship Id="rId28" Type="http://schemas.openxmlformats.org/officeDocument/2006/relationships/slideLayout" Target="../slideLayouts/slideLayout95.xml"/><Relationship Id="rId36" Type="http://schemas.openxmlformats.org/officeDocument/2006/relationships/slideLayout" Target="../slideLayouts/slideLayout103.xml"/><Relationship Id="rId10" Type="http://schemas.openxmlformats.org/officeDocument/2006/relationships/slideLayout" Target="../slideLayouts/slideLayout77.xml"/><Relationship Id="rId19" Type="http://schemas.openxmlformats.org/officeDocument/2006/relationships/slideLayout" Target="../slideLayouts/slideLayout86.xml"/><Relationship Id="rId31" Type="http://schemas.openxmlformats.org/officeDocument/2006/relationships/slideLayout" Target="../slideLayouts/slideLayout98.xml"/><Relationship Id="rId44" Type="http://schemas.openxmlformats.org/officeDocument/2006/relationships/theme" Target="../theme/theme6.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 Id="rId22" Type="http://schemas.openxmlformats.org/officeDocument/2006/relationships/slideLayout" Target="../slideLayouts/slideLayout89.xml"/><Relationship Id="rId27" Type="http://schemas.openxmlformats.org/officeDocument/2006/relationships/slideLayout" Target="../slideLayouts/slideLayout94.xml"/><Relationship Id="rId30" Type="http://schemas.openxmlformats.org/officeDocument/2006/relationships/slideLayout" Target="../slideLayouts/slideLayout97.xml"/><Relationship Id="rId35" Type="http://schemas.openxmlformats.org/officeDocument/2006/relationships/slideLayout" Target="../slideLayouts/slideLayout102.xml"/><Relationship Id="rId43" Type="http://schemas.openxmlformats.org/officeDocument/2006/relationships/slideLayout" Target="../slideLayouts/slideLayout110.xml"/><Relationship Id="rId8" Type="http://schemas.openxmlformats.org/officeDocument/2006/relationships/slideLayout" Target="../slideLayouts/slideLayout75.xml"/><Relationship Id="rId3" Type="http://schemas.openxmlformats.org/officeDocument/2006/relationships/slideLayout" Target="../slideLayouts/slideLayout70.xml"/><Relationship Id="rId12" Type="http://schemas.openxmlformats.org/officeDocument/2006/relationships/slideLayout" Target="../slideLayouts/slideLayout79.xml"/><Relationship Id="rId17" Type="http://schemas.openxmlformats.org/officeDocument/2006/relationships/slideLayout" Target="../slideLayouts/slideLayout84.xml"/><Relationship Id="rId25" Type="http://schemas.openxmlformats.org/officeDocument/2006/relationships/slideLayout" Target="../slideLayouts/slideLayout92.xml"/><Relationship Id="rId33" Type="http://schemas.openxmlformats.org/officeDocument/2006/relationships/slideLayout" Target="../slideLayouts/slideLayout100.xml"/><Relationship Id="rId38" Type="http://schemas.openxmlformats.org/officeDocument/2006/relationships/slideLayout" Target="../slideLayouts/slideLayout105.xml"/><Relationship Id="rId46" Type="http://schemas.openxmlformats.org/officeDocument/2006/relationships/oleObject" Target="../embeddings/oleObject1.bin"/><Relationship Id="rId20" Type="http://schemas.openxmlformats.org/officeDocument/2006/relationships/slideLayout" Target="../slideLayouts/slideLayout87.xml"/><Relationship Id="rId41"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1931569751"/>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Open Sans"/>
              <a:buNone/>
              <a:defRPr sz="4400" b="0" i="0" u="none" strike="noStrike" cap="none">
                <a:solidFill>
                  <a:schemeClr val="dk1"/>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Open Sans"/>
                <a:ea typeface="Open Sans"/>
                <a:cs typeface="Open Sans"/>
                <a:sym typeface="Open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Open Sans"/>
                <a:ea typeface="Open Sans"/>
                <a:cs typeface="Open Sans"/>
                <a:sym typeface="Open San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 name="TextBox 2">
            <a:extLst>
              <a:ext uri="{FF2B5EF4-FFF2-40B4-BE49-F238E27FC236}">
                <a16:creationId xmlns:a16="http://schemas.microsoft.com/office/drawing/2014/main" id="{E7673C94-0C6C-F3B1-1DFC-2913F53CBB78}"/>
              </a:ext>
            </a:extLst>
          </p:cNvPr>
          <p:cNvSpPr txBox="1"/>
          <p:nvPr userDrawn="1"/>
        </p:nvSpPr>
        <p:spPr>
          <a:xfrm>
            <a:off x="5931692" y="6559550"/>
            <a:ext cx="328616" cy="153888"/>
          </a:xfrm>
          <a:prstGeom prst="rect">
            <a:avLst/>
          </a:prstGeom>
          <a:noFill/>
        </p:spPr>
        <p:txBody>
          <a:bodyPr wrap="none" lIns="0" tIns="0" rIns="0" bIns="0" rtlCol="0">
            <a:spAutoFit/>
          </a:bodyPr>
          <a:lstStyle/>
          <a:p>
            <a:pPr marL="0" indent="0" algn="ctr">
              <a:spcBef>
                <a:spcPts val="800"/>
              </a:spcBef>
              <a:buSzPct val="100000"/>
              <a:buFont typeface="Arial"/>
              <a:buNone/>
            </a:pPr>
            <a:r>
              <a:rPr lang="en-US" sz="1000" noProof="0">
                <a:solidFill>
                  <a:schemeClr val="bg1">
                    <a:lumMod val="65000"/>
                  </a:schemeClr>
                </a:solidFill>
                <a:latin typeface="Segoe UI" panose="020B0502040204020203" pitchFamily="34" charset="0"/>
                <a:cs typeface="Segoe UI" panose="020B0502040204020203" pitchFamily="34" charset="0"/>
              </a:rPr>
              <a:t>- </a:t>
            </a:r>
            <a:fld id="{C58DF478-B544-4ED8-9ED4-6A2648E2D233}" type="slidenum">
              <a:rPr lang="en-US" sz="1000" noProof="0" smtClean="0">
                <a:solidFill>
                  <a:schemeClr val="bg1">
                    <a:lumMod val="65000"/>
                  </a:schemeClr>
                </a:solidFill>
                <a:latin typeface="Segoe UI" panose="020B0502040204020203" pitchFamily="34" charset="0"/>
                <a:cs typeface="Segoe UI" panose="020B0502040204020203" pitchFamily="34" charset="0"/>
              </a:rPr>
              <a:pPr marL="0" indent="0" algn="ctr">
                <a:spcBef>
                  <a:spcPts val="800"/>
                </a:spcBef>
                <a:buSzPct val="100000"/>
                <a:buFont typeface="Arial"/>
                <a:buNone/>
              </a:pPr>
              <a:t>‹#›</a:t>
            </a:fld>
            <a:r>
              <a:rPr lang="en-US" sz="1000" noProof="0">
                <a:solidFill>
                  <a:schemeClr val="bg1">
                    <a:lumMod val="65000"/>
                  </a:schemeClr>
                </a:solidFill>
                <a:latin typeface="Segoe UI" panose="020B0502040204020203" pitchFamily="34" charset="0"/>
                <a:cs typeface="Segoe UI" panose="020B0502040204020203" pitchFamily="34" charset="0"/>
              </a:rPr>
              <a:t> -</a:t>
            </a:r>
          </a:p>
        </p:txBody>
      </p:sp>
    </p:spTree>
  </p:cSld>
  <p:clrMap bg1="lt1" tx1="dk1" bg2="dk2" tx2="lt2" accent1="accent1" accent2="accent2" accent3="accent3" accent4="accent4" accent5="accent5" accent6="accent6" hlink="hlink" folHlink="folHlink"/>
  <p:sldLayoutIdLst>
    <p:sldLayoutId id="2147483651" r:id="rId1"/>
    <p:sldLayoutId id="2147483731" r:id="rId2"/>
    <p:sldLayoutId id="2147483742" r:id="rId3"/>
    <p:sldLayoutId id="214748373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6828186"/>
      </p:ext>
    </p:extLst>
  </p:cSld>
  <p:clrMap bg1="lt1" tx1="dk1" bg2="lt2" tx2="dk2" accent1="accent1" accent2="accent2" accent3="accent3" accent4="accent4" accent5="accent5" accent6="accent6" hlink="hlink" folHlink="folHlink"/>
  <p:sldLayoutIdLst>
    <p:sldLayoutId id="2147483650" r:id="rId1"/>
    <p:sldLayoutId id="2147483734"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Open Sans"/>
              <a:buNone/>
              <a:defRPr sz="4400" b="0" i="0" u="none" strike="noStrike" cap="none">
                <a:solidFill>
                  <a:schemeClr val="dk1"/>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Open Sans"/>
                <a:ea typeface="Open Sans"/>
                <a:cs typeface="Open Sans"/>
                <a:sym typeface="Open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Open Sans"/>
                <a:ea typeface="Open Sans"/>
                <a:cs typeface="Open Sans"/>
                <a:sym typeface="Open San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pen Sans"/>
                <a:ea typeface="Open Sans"/>
                <a:cs typeface="Open Sans"/>
                <a:sym typeface="Open Sans"/>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pen Sans"/>
                <a:ea typeface="Open Sans"/>
                <a:cs typeface="Open Sans"/>
                <a:sym typeface="Open Sans"/>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pen Sans"/>
                <a:ea typeface="Open Sans"/>
                <a:cs typeface="Open Sans"/>
                <a:sym typeface="Open Sans"/>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pen Sans"/>
                <a:ea typeface="Open Sans"/>
                <a:cs typeface="Open Sans"/>
                <a:sym typeface="Open Sans"/>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pen Sans"/>
                <a:ea typeface="Open Sans"/>
                <a:cs typeface="Open Sans"/>
                <a:sym typeface="Open Sans"/>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pen Sans"/>
                <a:ea typeface="Open Sans"/>
                <a:cs typeface="Open Sans"/>
                <a:sym typeface="Open Sans"/>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pen Sans"/>
                <a:ea typeface="Open Sans"/>
                <a:cs typeface="Open Sans"/>
                <a:sym typeface="Open Sans"/>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pen Sans"/>
                <a:ea typeface="Open Sans"/>
                <a:cs typeface="Open Sans"/>
                <a:sym typeface="Open Sans"/>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735130445"/>
      </p:ext>
    </p:extLst>
  </p:cSld>
  <p:clrMap bg1="lt1" tx1="dk1" bg2="dk2" tx2="lt2" accent1="accent1" accent2="accent2" accent3="accent3" accent4="accent4" accent5="accent5" accent6="accent6" hlink="hlink" folHlink="folHlink"/>
  <p:sldLayoutIdLst>
    <p:sldLayoutId id="2147483794" r:id="rId1"/>
    <p:sldLayoutId id="2147483795" r:id="rId2"/>
    <p:sldLayoutId id="2147483796"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5"/>
            </p:custDataLst>
            <p:extLst>
              <p:ext uri="{D42A27DB-BD31-4B8C-83A1-F6EECF244321}">
                <p14:modId xmlns:p14="http://schemas.microsoft.com/office/powerpoint/2010/main" val="3206429901"/>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46" imgW="270" imgH="270" progId="TCLayout.ActiveDocument.1">
                  <p:embed/>
                </p:oleObj>
              </mc:Choice>
              <mc:Fallback>
                <p:oleObj name="think-cell Slide" r:id="rId46" imgW="270" imgH="270" progId="TCLayout.ActiveDocument.1">
                  <p:embed/>
                  <p:pic>
                    <p:nvPicPr>
                      <p:cNvPr id="4" name="Object 3" hidden="1"/>
                      <p:cNvPicPr/>
                      <p:nvPr/>
                    </p:nvPicPr>
                    <p:blipFill>
                      <a:blip r:embed="rId47"/>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345664"/>
            <a:ext cx="11281285" cy="340136"/>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460887" y="1714500"/>
            <a:ext cx="11277599" cy="464820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 name="TextBox 19">
            <a:extLst>
              <a:ext uri="{FF2B5EF4-FFF2-40B4-BE49-F238E27FC236}">
                <a16:creationId xmlns:a16="http://schemas.microsoft.com/office/drawing/2014/main" id="{5A35A5D5-FD12-4A0E-B47E-3D53D008B26B}"/>
              </a:ext>
            </a:extLst>
          </p:cNvPr>
          <p:cNvSpPr txBox="1"/>
          <p:nvPr userDrawn="1"/>
        </p:nvSpPr>
        <p:spPr>
          <a:xfrm>
            <a:off x="4065081" y="699568"/>
            <a:ext cx="254000"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2" name="TextBox 21">
            <a:extLst>
              <a:ext uri="{FF2B5EF4-FFF2-40B4-BE49-F238E27FC236}">
                <a16:creationId xmlns:a16="http://schemas.microsoft.com/office/drawing/2014/main" id="{33FEAD1B-5DFB-4123-913B-D7D5838C8C6D}"/>
              </a:ext>
            </a:extLst>
          </p:cNvPr>
          <p:cNvSpPr txBox="1"/>
          <p:nvPr userDrawn="1"/>
        </p:nvSpPr>
        <p:spPr>
          <a:xfrm>
            <a:off x="4321370" y="802745"/>
            <a:ext cx="1673167"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3" name="TextBox 22">
            <a:extLst>
              <a:ext uri="{FF2B5EF4-FFF2-40B4-BE49-F238E27FC236}">
                <a16:creationId xmlns:a16="http://schemas.microsoft.com/office/drawing/2014/main" id="{B202DBDA-700C-4979-B00F-3477C099D042}"/>
              </a:ext>
            </a:extLst>
          </p:cNvPr>
          <p:cNvSpPr txBox="1"/>
          <p:nvPr userDrawn="1"/>
        </p:nvSpPr>
        <p:spPr>
          <a:xfrm>
            <a:off x="5969842" y="802745"/>
            <a:ext cx="250316"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4" name="TextBox 23">
            <a:extLst>
              <a:ext uri="{FF2B5EF4-FFF2-40B4-BE49-F238E27FC236}">
                <a16:creationId xmlns:a16="http://schemas.microsoft.com/office/drawing/2014/main" id="{D14DFC3E-51E5-47BE-BA81-FDAED74D8117}"/>
              </a:ext>
            </a:extLst>
          </p:cNvPr>
          <p:cNvSpPr txBox="1"/>
          <p:nvPr userDrawn="1"/>
        </p:nvSpPr>
        <p:spPr>
          <a:xfrm>
            <a:off x="4321027" y="801689"/>
            <a:ext cx="1673851"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13" name="Copyright">
            <a:extLst>
              <a:ext uri="{FF2B5EF4-FFF2-40B4-BE49-F238E27FC236}">
                <a16:creationId xmlns:a16="http://schemas.microsoft.com/office/drawing/2014/main" id="{2894470F-2C68-61CB-AD89-2D174A8DDE5C}"/>
              </a:ext>
            </a:extLst>
          </p:cNvPr>
          <p:cNvSpPr txBox="1"/>
          <p:nvPr userDrawn="1"/>
        </p:nvSpPr>
        <p:spPr>
          <a:xfrm>
            <a:off x="457200" y="6515063"/>
            <a:ext cx="5355168" cy="107722"/>
          </a:xfrm>
          <a:prstGeom prst="rect">
            <a:avLst/>
          </a:prstGeom>
          <a:noFill/>
        </p:spPr>
        <p:txBody>
          <a:bodyPr wrap="square" lIns="0" tIns="0" rIns="0" bIns="0" rtlCol="0">
            <a:spAutoFit/>
          </a:bodyPr>
          <a:lstStyle/>
          <a:p>
            <a:pPr marL="0" indent="0">
              <a:spcBef>
                <a:spcPts val="450"/>
              </a:spcBef>
              <a:buSzPct val="100000"/>
              <a:buFont typeface="Arial"/>
              <a:buNone/>
            </a:pPr>
            <a:r>
              <a:rPr lang="en-US" sz="700" b="0" noProof="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Deloitte LLP and affiliated entities.</a:t>
            </a:r>
          </a:p>
        </p:txBody>
      </p:sp>
    </p:spTree>
    <p:extLst>
      <p:ext uri="{BB962C8B-B14F-4D97-AF65-F5344CB8AC3E}">
        <p14:creationId xmlns:p14="http://schemas.microsoft.com/office/powerpoint/2010/main" val="2529249319"/>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 id="2147483826" r:id="rId13"/>
    <p:sldLayoutId id="2147483827" r:id="rId14"/>
    <p:sldLayoutId id="2147483828" r:id="rId15"/>
    <p:sldLayoutId id="2147483829" r:id="rId16"/>
    <p:sldLayoutId id="2147483830" r:id="rId17"/>
    <p:sldLayoutId id="2147483831" r:id="rId18"/>
    <p:sldLayoutId id="2147483832" r:id="rId19"/>
    <p:sldLayoutId id="2147483833" r:id="rId20"/>
    <p:sldLayoutId id="2147483834" r:id="rId21"/>
    <p:sldLayoutId id="2147483835" r:id="rId22"/>
    <p:sldLayoutId id="2147483836" r:id="rId23"/>
    <p:sldLayoutId id="2147483837" r:id="rId24"/>
    <p:sldLayoutId id="2147483838" r:id="rId25"/>
    <p:sldLayoutId id="2147483839" r:id="rId26"/>
    <p:sldLayoutId id="2147483840" r:id="rId27"/>
    <p:sldLayoutId id="2147483841" r:id="rId28"/>
    <p:sldLayoutId id="2147483842" r:id="rId29"/>
    <p:sldLayoutId id="2147483843" r:id="rId30"/>
    <p:sldLayoutId id="2147483844" r:id="rId31"/>
    <p:sldLayoutId id="2147483845" r:id="rId32"/>
    <p:sldLayoutId id="2147483846" r:id="rId33"/>
    <p:sldLayoutId id="2147483847" r:id="rId34"/>
    <p:sldLayoutId id="2147483848" r:id="rId35"/>
    <p:sldLayoutId id="2147483849" r:id="rId36"/>
    <p:sldLayoutId id="2147483850" r:id="rId37"/>
    <p:sldLayoutId id="2147483851" r:id="rId38"/>
    <p:sldLayoutId id="2147483852" r:id="rId39"/>
    <p:sldLayoutId id="2147483853" r:id="rId40"/>
    <p:sldLayoutId id="2147483854" r:id="rId41"/>
    <p:sldLayoutId id="2147483855" r:id="rId42"/>
    <p:sldLayoutId id="2147483856" r:id="rId43"/>
  </p:sldLayoutIdLst>
  <p:transition>
    <p:fade/>
  </p:transition>
  <p:hf sldNum="0" hdr="0" dt="0"/>
  <p:txStyles>
    <p:titleStyle>
      <a:lvl1pPr algn="l" defTabSz="6858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5"/>
            </p:custDataLst>
            <p:extLst>
              <p:ext uri="{D42A27DB-BD31-4B8C-83A1-F6EECF244321}">
                <p14:modId xmlns:p14="http://schemas.microsoft.com/office/powerpoint/2010/main" val="3206429901"/>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46" imgW="270" imgH="270" progId="TCLayout.ActiveDocument.1">
                  <p:embed/>
                </p:oleObj>
              </mc:Choice>
              <mc:Fallback>
                <p:oleObj name="think-cell Slide" r:id="rId46" imgW="270" imgH="270" progId="TCLayout.ActiveDocument.1">
                  <p:embed/>
                  <p:pic>
                    <p:nvPicPr>
                      <p:cNvPr id="4" name="Object 3" hidden="1"/>
                      <p:cNvPicPr/>
                      <p:nvPr/>
                    </p:nvPicPr>
                    <p:blipFill>
                      <a:blip r:embed="rId47"/>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345664"/>
            <a:ext cx="11281285" cy="340136"/>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460887" y="1714500"/>
            <a:ext cx="11277599" cy="464820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 name="TextBox 19">
            <a:extLst>
              <a:ext uri="{FF2B5EF4-FFF2-40B4-BE49-F238E27FC236}">
                <a16:creationId xmlns:a16="http://schemas.microsoft.com/office/drawing/2014/main" id="{5A35A5D5-FD12-4A0E-B47E-3D53D008B26B}"/>
              </a:ext>
            </a:extLst>
          </p:cNvPr>
          <p:cNvSpPr txBox="1"/>
          <p:nvPr userDrawn="1"/>
        </p:nvSpPr>
        <p:spPr>
          <a:xfrm>
            <a:off x="4065081" y="699568"/>
            <a:ext cx="254000"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2" name="TextBox 21">
            <a:extLst>
              <a:ext uri="{FF2B5EF4-FFF2-40B4-BE49-F238E27FC236}">
                <a16:creationId xmlns:a16="http://schemas.microsoft.com/office/drawing/2014/main" id="{33FEAD1B-5DFB-4123-913B-D7D5838C8C6D}"/>
              </a:ext>
            </a:extLst>
          </p:cNvPr>
          <p:cNvSpPr txBox="1"/>
          <p:nvPr userDrawn="1"/>
        </p:nvSpPr>
        <p:spPr>
          <a:xfrm>
            <a:off x="4321370" y="802745"/>
            <a:ext cx="1673167"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3" name="TextBox 22">
            <a:extLst>
              <a:ext uri="{FF2B5EF4-FFF2-40B4-BE49-F238E27FC236}">
                <a16:creationId xmlns:a16="http://schemas.microsoft.com/office/drawing/2014/main" id="{B202DBDA-700C-4979-B00F-3477C099D042}"/>
              </a:ext>
            </a:extLst>
          </p:cNvPr>
          <p:cNvSpPr txBox="1"/>
          <p:nvPr userDrawn="1"/>
        </p:nvSpPr>
        <p:spPr>
          <a:xfrm>
            <a:off x="5969842" y="802745"/>
            <a:ext cx="250316"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4" name="TextBox 23">
            <a:extLst>
              <a:ext uri="{FF2B5EF4-FFF2-40B4-BE49-F238E27FC236}">
                <a16:creationId xmlns:a16="http://schemas.microsoft.com/office/drawing/2014/main" id="{D14DFC3E-51E5-47BE-BA81-FDAED74D8117}"/>
              </a:ext>
            </a:extLst>
          </p:cNvPr>
          <p:cNvSpPr txBox="1"/>
          <p:nvPr userDrawn="1"/>
        </p:nvSpPr>
        <p:spPr>
          <a:xfrm>
            <a:off x="4321027" y="801689"/>
            <a:ext cx="1673851"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13" name="Copyright">
            <a:extLst>
              <a:ext uri="{FF2B5EF4-FFF2-40B4-BE49-F238E27FC236}">
                <a16:creationId xmlns:a16="http://schemas.microsoft.com/office/drawing/2014/main" id="{2894470F-2C68-61CB-AD89-2D174A8DDE5C}"/>
              </a:ext>
            </a:extLst>
          </p:cNvPr>
          <p:cNvSpPr txBox="1"/>
          <p:nvPr userDrawn="1"/>
        </p:nvSpPr>
        <p:spPr>
          <a:xfrm>
            <a:off x="457200" y="6515063"/>
            <a:ext cx="5355168" cy="107722"/>
          </a:xfrm>
          <a:prstGeom prst="rect">
            <a:avLst/>
          </a:prstGeom>
          <a:noFill/>
        </p:spPr>
        <p:txBody>
          <a:bodyPr wrap="square" lIns="0" tIns="0" rIns="0" bIns="0" rtlCol="0">
            <a:spAutoFit/>
          </a:bodyPr>
          <a:lstStyle/>
          <a:p>
            <a:pPr marL="0" indent="0">
              <a:spcBef>
                <a:spcPts val="450"/>
              </a:spcBef>
              <a:buSzPct val="100000"/>
              <a:buFont typeface="Arial"/>
              <a:buNone/>
            </a:pPr>
            <a:r>
              <a:rPr lang="en-US" sz="700" b="0" noProof="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Deloitte LLP and affiliated entities.</a:t>
            </a:r>
          </a:p>
        </p:txBody>
      </p:sp>
      <p:sp>
        <p:nvSpPr>
          <p:cNvPr id="14" name="TextBox 13">
            <a:extLst>
              <a:ext uri="{FF2B5EF4-FFF2-40B4-BE49-F238E27FC236}">
                <a16:creationId xmlns:a16="http://schemas.microsoft.com/office/drawing/2014/main" id="{52698862-CD21-082C-0153-8A074A202B46}"/>
              </a:ext>
            </a:extLst>
          </p:cNvPr>
          <p:cNvSpPr txBox="1"/>
          <p:nvPr userDrawn="1"/>
        </p:nvSpPr>
        <p:spPr>
          <a:xfrm>
            <a:off x="11426826" y="6519673"/>
            <a:ext cx="307975" cy="107722"/>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700" b="0" noProof="0" smtClean="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pPr marL="0" indent="0" algn="r">
                <a:spcBef>
                  <a:spcPts val="450"/>
                </a:spcBef>
                <a:buSzPct val="100000"/>
                <a:buFont typeface="Arial"/>
                <a:buNone/>
              </a:pPr>
              <a:t>‹#›</a:t>
            </a:fld>
            <a:endParaRPr lang="en-US" sz="700" b="0" noProof="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3842767997"/>
      </p:ext>
    </p:extLst>
  </p:cSld>
  <p:clrMap bg1="lt1" tx1="dk1" bg2="lt2" tx2="dk2" accent1="accent1" accent2="accent2" accent3="accent3" accent4="accent4" accent5="accent5" accent6="accent6" hlink="hlink" folHlink="folHlink"/>
  <p:sldLayoutIdLst>
    <p:sldLayoutId id="2147483858"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68" r:id="rId11"/>
    <p:sldLayoutId id="2147483869" r:id="rId12"/>
    <p:sldLayoutId id="2147483870" r:id="rId13"/>
    <p:sldLayoutId id="2147483871" r:id="rId14"/>
    <p:sldLayoutId id="2147483872" r:id="rId15"/>
    <p:sldLayoutId id="2147483873" r:id="rId16"/>
    <p:sldLayoutId id="2147483874" r:id="rId17"/>
    <p:sldLayoutId id="2147483875" r:id="rId18"/>
    <p:sldLayoutId id="2147483876" r:id="rId19"/>
    <p:sldLayoutId id="2147483877" r:id="rId20"/>
    <p:sldLayoutId id="2147483878" r:id="rId21"/>
    <p:sldLayoutId id="2147483879" r:id="rId22"/>
    <p:sldLayoutId id="2147483880" r:id="rId23"/>
    <p:sldLayoutId id="2147483881" r:id="rId24"/>
    <p:sldLayoutId id="2147483882" r:id="rId25"/>
    <p:sldLayoutId id="2147483883" r:id="rId26"/>
    <p:sldLayoutId id="2147483884" r:id="rId27"/>
    <p:sldLayoutId id="2147483885" r:id="rId28"/>
    <p:sldLayoutId id="2147483886" r:id="rId29"/>
    <p:sldLayoutId id="2147483887" r:id="rId30"/>
    <p:sldLayoutId id="2147483888" r:id="rId31"/>
    <p:sldLayoutId id="2147483889" r:id="rId32"/>
    <p:sldLayoutId id="2147483890" r:id="rId33"/>
    <p:sldLayoutId id="2147483891" r:id="rId34"/>
    <p:sldLayoutId id="2147483892" r:id="rId35"/>
    <p:sldLayoutId id="2147483893" r:id="rId36"/>
    <p:sldLayoutId id="2147483894" r:id="rId37"/>
    <p:sldLayoutId id="2147483895" r:id="rId38"/>
    <p:sldLayoutId id="2147483896" r:id="rId39"/>
    <p:sldLayoutId id="2147483897" r:id="rId40"/>
    <p:sldLayoutId id="2147483898" r:id="rId41"/>
    <p:sldLayoutId id="2147483899" r:id="rId42"/>
    <p:sldLayoutId id="2147483900" r:id="rId43"/>
  </p:sldLayoutIdLst>
  <p:transition>
    <p:fade/>
  </p:transition>
  <p:hf hdr="0" dt="0"/>
  <p:txStyles>
    <p:titleStyle>
      <a:lvl1pPr algn="l" defTabSz="6858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45" orient="horz" pos="4008">
          <p15:clr>
            <a:srgbClr val="F26B43"/>
          </p15:clr>
        </p15:guide>
        <p15:guide id="49" orient="horz" pos="432">
          <p15:clr>
            <a:srgbClr val="F26B43"/>
          </p15:clr>
        </p15:guide>
        <p15:guide id="68" orient="horz" pos="4104">
          <p15:clr>
            <a:srgbClr val="F26B43"/>
          </p15:clr>
        </p15:guide>
        <p15:guide id="69" orient="horz" pos="2088">
          <p15:clr>
            <a:srgbClr val="F26B43"/>
          </p15:clr>
        </p15:guide>
        <p15:guide id="70" orient="horz" pos="1080">
          <p15:clr>
            <a:srgbClr val="F26B43"/>
          </p15:clr>
        </p15:guide>
        <p15:guide id="71" orient="horz" pos="216">
          <p15:clr>
            <a:srgbClr val="F26B43"/>
          </p15:clr>
        </p15:guide>
        <p15:guide id="72" pos="3840">
          <p15:clr>
            <a:srgbClr val="F26B43"/>
          </p15:clr>
        </p15:guide>
        <p15:guide id="73" pos="3936">
          <p15:clr>
            <a:srgbClr val="F26B43"/>
          </p15:clr>
        </p15:guide>
        <p15:guide id="74" pos="288">
          <p15:clr>
            <a:srgbClr val="F26B43"/>
          </p15:clr>
        </p15:guide>
        <p15:guide id="75" pos="4960">
          <p15:clr>
            <a:srgbClr val="F26B43"/>
          </p15:clr>
        </p15:guide>
        <p15:guide id="76" pos="3744">
          <p15:clr>
            <a:srgbClr val="F26B43"/>
          </p15:clr>
        </p15:guide>
        <p15:guide id="77" pos="2720">
          <p15:clr>
            <a:srgbClr val="F26B43"/>
          </p15:clr>
        </p15:guide>
        <p15:guide id="78" pos="2528">
          <p15:clr>
            <a:srgbClr val="F26B43"/>
          </p15:clr>
        </p15:guide>
        <p15:guide id="79" pos="1312">
          <p15:clr>
            <a:srgbClr val="F26B43"/>
          </p15:clr>
        </p15:guide>
        <p15:guide id="80" pos="1504">
          <p15:clr>
            <a:srgbClr val="F26B43"/>
          </p15:clr>
        </p15:guide>
        <p15:guide id="81" pos="5152">
          <p15:clr>
            <a:srgbClr val="F26B43"/>
          </p15:clr>
        </p15:guide>
        <p15:guide id="82" pos="6176">
          <p15:clr>
            <a:srgbClr val="F26B43"/>
          </p15:clr>
        </p15:guide>
        <p15:guide id="83" pos="6368">
          <p15:clr>
            <a:srgbClr val="F26B43"/>
          </p15:clr>
        </p15:guide>
        <p15:guide id="84" pos="7392">
          <p15:clr>
            <a:srgbClr val="F26B43"/>
          </p15:clr>
        </p15:guide>
        <p15:guide id="85" orient="horz" pos="21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8.xml"/></Relationships>
</file>

<file path=ppt/slides/_rels/slide2.xml.rels><?xml version="1.0" encoding="UTF-8" standalone="yes"?>
<Relationships xmlns="http://schemas.openxmlformats.org/package/2006/relationships"><Relationship Id="rId8" Type="http://schemas.openxmlformats.org/officeDocument/2006/relationships/slide" Target="slide13.xml"/><Relationship Id="rId3" Type="http://schemas.microsoft.com/office/2018/10/relationships/comments" Target="../comments/modernComment_101_0.xml"/><Relationship Id="rId7" Type="http://schemas.openxmlformats.org/officeDocument/2006/relationships/slide" Target="slide10.xml"/><Relationship Id="rId2" Type="http://schemas.openxmlformats.org/officeDocument/2006/relationships/notesSlide" Target="../notesSlides/notesSlide2.xml"/><Relationship Id="rId1" Type="http://schemas.openxmlformats.org/officeDocument/2006/relationships/slideLayout" Target="../slideLayouts/slideLayout19.xml"/><Relationship Id="rId6" Type="http://schemas.openxmlformats.org/officeDocument/2006/relationships/slide" Target="slide7.xml"/><Relationship Id="rId5" Type="http://schemas.openxmlformats.org/officeDocument/2006/relationships/slide" Target="slide4.xml"/><Relationship Id="rId4" Type="http://schemas.openxmlformats.org/officeDocument/2006/relationships/slide" Target="slide3.xml"/><Relationship Id="rId9" Type="http://schemas.openxmlformats.org/officeDocument/2006/relationships/slide" Target="slide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hyperlink" Target="https://www.businesswire.com/news/home/20250916314726/en/Deepfakes-Already-Hitting-Businesses-as-Often-as-Traditional-Fraud-Regula-Survey-Finds" TargetMode="External"/><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slide" Target="slide20.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slide" Target="slide20.xml"/><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slide" Target="slide21.xml"/></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5.xml"/><Relationship Id="rId7" Type="http://schemas.openxmlformats.org/officeDocument/2006/relationships/image" Target="../media/image15.png"/><Relationship Id="rId2" Type="http://schemas.openxmlformats.org/officeDocument/2006/relationships/tags" Target="../tags/tag4.xml"/><Relationship Id="rId1" Type="http://schemas.openxmlformats.org/officeDocument/2006/relationships/tags" Target="../tags/tag3.xml"/><Relationship Id="rId6" Type="http://schemas.microsoft.com/office/2018/10/relationships/comments" Target="../comments/modernComment_13B_5A44D05C.xml"/><Relationship Id="rId11" Type="http://schemas.openxmlformats.org/officeDocument/2006/relationships/slide" Target="slide21.xml"/><Relationship Id="rId5" Type="http://schemas.openxmlformats.org/officeDocument/2006/relationships/notesSlide" Target="../notesSlides/notesSlide8.xml"/><Relationship Id="rId10" Type="http://schemas.openxmlformats.org/officeDocument/2006/relationships/image" Target="../media/image12.png"/><Relationship Id="rId4" Type="http://schemas.openxmlformats.org/officeDocument/2006/relationships/slideLayout" Target="../slideLayouts/slideLayout17.xml"/><Relationship Id="rId9"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7.xml"/><Relationship Id="rId5" Type="http://schemas.openxmlformats.org/officeDocument/2006/relationships/slide" Target="slide2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7.xml"/><Relationship Id="rId6" Type="http://schemas.openxmlformats.org/officeDocument/2006/relationships/slide" Target="slide22.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8" Type="http://schemas.openxmlformats.org/officeDocument/2006/relationships/slide" Target="slide23.xml"/><Relationship Id="rId13" Type="http://schemas.openxmlformats.org/officeDocument/2006/relationships/image" Target="../media/image30.png"/><Relationship Id="rId3" Type="http://schemas.openxmlformats.org/officeDocument/2006/relationships/image" Target="../media/image22.png"/><Relationship Id="rId7" Type="http://schemas.openxmlformats.org/officeDocument/2006/relationships/image" Target="../media/image6.png"/><Relationship Id="rId12"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8.xml"/><Relationship Id="rId6" Type="http://schemas.openxmlformats.org/officeDocument/2006/relationships/image" Target="../media/image25.png"/><Relationship Id="rId11" Type="http://schemas.openxmlformats.org/officeDocument/2006/relationships/image" Target="../media/image28.png"/><Relationship Id="rId5" Type="http://schemas.openxmlformats.org/officeDocument/2006/relationships/image" Target="../media/image24.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3.png"/><Relationship Id="rId9" Type="http://schemas.openxmlformats.org/officeDocument/2006/relationships/image" Target="../media/image26.png"/><Relationship Id="rId14" Type="http://schemas.openxmlformats.org/officeDocument/2006/relationships/image" Target="../media/image31.png"/></Relationships>
</file>

<file path=ppt/slides/_rels/slide15.xml.rels><?xml version="1.0" encoding="UTF-8" standalone="yes"?>
<Relationships xmlns="http://schemas.openxmlformats.org/package/2006/relationships"><Relationship Id="rId8" Type="http://schemas.openxmlformats.org/officeDocument/2006/relationships/image" Target="../media/image36.png"/><Relationship Id="rId3" Type="http://schemas.microsoft.com/office/2018/10/relationships/comments" Target="../comments/modernComment_13F_F75E82B4.xml"/><Relationship Id="rId7"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8.xml"/><Relationship Id="rId6" Type="http://schemas.openxmlformats.org/officeDocument/2006/relationships/image" Target="../media/image35.png"/><Relationship Id="rId11" Type="http://schemas.openxmlformats.org/officeDocument/2006/relationships/slide" Target="slide23.xml"/><Relationship Id="rId5" Type="http://schemas.openxmlformats.org/officeDocument/2006/relationships/image" Target="../media/image34.png"/><Relationship Id="rId10" Type="http://schemas.openxmlformats.org/officeDocument/2006/relationships/image" Target="../media/image38.png"/><Relationship Id="rId4" Type="http://schemas.openxmlformats.org/officeDocument/2006/relationships/image" Target="../media/image33.png"/><Relationship Id="rId9"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150_A2AA0D58.xml"/><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microsoft.com/office/2018/10/relationships/comments" Target="../comments/modernComment_13A_49D95748.xml"/><Relationship Id="rId2" Type="http://schemas.openxmlformats.org/officeDocument/2006/relationships/notesSlide" Target="../notesSlides/notesSlide16.xml"/><Relationship Id="rId1" Type="http://schemas.openxmlformats.org/officeDocument/2006/relationships/slideLayout" Target="../slideLayouts/slideLayout17.xml"/><Relationship Id="rId4" Type="http://schemas.openxmlformats.org/officeDocument/2006/relationships/chart" Target="../charts/chart3.xml"/></Relationships>
</file>

<file path=ppt/slides/_rels/slide22.xml.rels><?xml version="1.0" encoding="UTF-8" standalone="yes"?>
<Relationships xmlns="http://schemas.openxmlformats.org/package/2006/relationships"><Relationship Id="rId2" Type="http://schemas.microsoft.com/office/2018/10/relationships/comments" Target="../comments/modernComment_141_3D9CB408.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microsoft.com/office/2018/10/relationships/comments" Target="../comments/modernComment_142_1C9F6B91.xml"/><Relationship Id="rId2" Type="http://schemas.openxmlformats.org/officeDocument/2006/relationships/notesSlide" Target="../notesSlides/notesSlide17.xml"/><Relationship Id="rId1" Type="http://schemas.openxmlformats.org/officeDocument/2006/relationships/slideLayout" Target="../slideLayouts/slideLayout17.xml"/><Relationship Id="rId4" Type="http://schemas.openxmlformats.org/officeDocument/2006/relationships/chart" Target="../charts/chart4.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microsoft.com/office/2018/10/relationships/comments" Target="../comments/modernComment_144_5D73BEDB.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hyperlink" Target="https://www.linkedin.com/company/1521182/" TargetMode="External"/><Relationship Id="rId2" Type="http://schemas.openxmlformats.org/officeDocument/2006/relationships/hyperlink" Target="http://www.deloitte.com/about" TargetMode="External"/><Relationship Id="rId1" Type="http://schemas.openxmlformats.org/officeDocument/2006/relationships/slideLayout" Target="../slideLayouts/slideLayout66.xml"/><Relationship Id="rId6" Type="http://schemas.openxmlformats.org/officeDocument/2006/relationships/hyperlink" Target="https://www.facebook.com/DeloitteCanada/" TargetMode="External"/><Relationship Id="rId5" Type="http://schemas.openxmlformats.org/officeDocument/2006/relationships/hyperlink" Target="https://www.instagram.com/deloittecanada/?hl=en" TargetMode="External"/><Relationship Id="rId4" Type="http://schemas.openxmlformats.org/officeDocument/2006/relationships/hyperlink" Target="https://twitter.com/DeloitteCanad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25" name="Graphic 1629">
            <a:extLst>
              <a:ext uri="{FF2B5EF4-FFF2-40B4-BE49-F238E27FC236}">
                <a16:creationId xmlns:a16="http://schemas.microsoft.com/office/drawing/2014/main" id="{741C185A-8C5C-6611-044C-59F841BBA65C}"/>
              </a:ext>
            </a:extLst>
          </p:cNvPr>
          <p:cNvGrpSpPr>
            <a:grpSpLocks noChangeAspect="1"/>
          </p:cNvGrpSpPr>
          <p:nvPr/>
        </p:nvGrpSpPr>
        <p:grpSpPr>
          <a:xfrm>
            <a:off x="-600" y="1158316"/>
            <a:ext cx="12193200" cy="3832404"/>
            <a:chOff x="0" y="1512112"/>
            <a:chExt cx="12192072" cy="3832049"/>
          </a:xfrm>
          <a:solidFill>
            <a:schemeClr val="bg1">
              <a:lumMod val="95000"/>
            </a:schemeClr>
          </a:solidFill>
        </p:grpSpPr>
        <p:grpSp>
          <p:nvGrpSpPr>
            <p:cNvPr id="2626" name="Graphic 1629">
              <a:extLst>
                <a:ext uri="{FF2B5EF4-FFF2-40B4-BE49-F238E27FC236}">
                  <a16:creationId xmlns:a16="http://schemas.microsoft.com/office/drawing/2014/main" id="{45277BD3-0DEE-9356-C00B-D263687BB998}"/>
                </a:ext>
              </a:extLst>
            </p:cNvPr>
            <p:cNvGrpSpPr/>
            <p:nvPr/>
          </p:nvGrpSpPr>
          <p:grpSpPr>
            <a:xfrm>
              <a:off x="0" y="1512112"/>
              <a:ext cx="7457781" cy="3832049"/>
              <a:chOff x="0" y="1512112"/>
              <a:chExt cx="7457781" cy="3832049"/>
            </a:xfrm>
            <a:grpFill/>
          </p:grpSpPr>
          <p:grpSp>
            <p:nvGrpSpPr>
              <p:cNvPr id="2899" name="Graphic 1629">
                <a:extLst>
                  <a:ext uri="{FF2B5EF4-FFF2-40B4-BE49-F238E27FC236}">
                    <a16:creationId xmlns:a16="http://schemas.microsoft.com/office/drawing/2014/main" id="{CE712BF3-1F3B-DB32-9896-7BD09DC72625}"/>
                  </a:ext>
                </a:extLst>
              </p:cNvPr>
              <p:cNvGrpSpPr/>
              <p:nvPr/>
            </p:nvGrpSpPr>
            <p:grpSpPr>
              <a:xfrm>
                <a:off x="0" y="1522801"/>
                <a:ext cx="7417319" cy="3787968"/>
                <a:chOff x="0" y="1522801"/>
                <a:chExt cx="7417320" cy="3787968"/>
              </a:xfrm>
              <a:grpFill/>
            </p:grpSpPr>
            <p:grpSp>
              <p:nvGrpSpPr>
                <p:cNvPr id="3007" name="Graphic 1629">
                  <a:extLst>
                    <a:ext uri="{FF2B5EF4-FFF2-40B4-BE49-F238E27FC236}">
                      <a16:creationId xmlns:a16="http://schemas.microsoft.com/office/drawing/2014/main" id="{04160CDF-BA65-71C4-0B91-4BC5BE4330C4}"/>
                    </a:ext>
                  </a:extLst>
                </p:cNvPr>
                <p:cNvGrpSpPr/>
                <p:nvPr/>
              </p:nvGrpSpPr>
              <p:grpSpPr>
                <a:xfrm>
                  <a:off x="0" y="1522801"/>
                  <a:ext cx="6915203" cy="3534357"/>
                  <a:chOff x="0" y="1522801"/>
                  <a:chExt cx="6915203" cy="3534357"/>
                </a:xfrm>
                <a:grpFill/>
              </p:grpSpPr>
              <p:sp>
                <p:nvSpPr>
                  <p:cNvPr id="3100" name="Freeform: Shape 3099">
                    <a:extLst>
                      <a:ext uri="{FF2B5EF4-FFF2-40B4-BE49-F238E27FC236}">
                        <a16:creationId xmlns:a16="http://schemas.microsoft.com/office/drawing/2014/main" id="{A9A23E9B-1487-AE3A-C9D2-75F74F063839}"/>
                      </a:ext>
                    </a:extLst>
                  </p:cNvPr>
                  <p:cNvSpPr/>
                  <p:nvPr/>
                </p:nvSpPr>
                <p:spPr>
                  <a:xfrm>
                    <a:off x="1806943" y="3406445"/>
                    <a:ext cx="8007" cy="8669"/>
                  </a:xfrm>
                  <a:custGeom>
                    <a:avLst/>
                    <a:gdLst>
                      <a:gd name="connsiteX0" fmla="*/ 1800 w 8007"/>
                      <a:gd name="connsiteY0" fmla="*/ 7530 h 8669"/>
                      <a:gd name="connsiteX1" fmla="*/ 5069 w 8007"/>
                      <a:gd name="connsiteY1" fmla="*/ 8669 h 8669"/>
                      <a:gd name="connsiteX2" fmla="*/ 8008 w 8007"/>
                      <a:gd name="connsiteY2" fmla="*/ 0 h 8669"/>
                      <a:gd name="connsiteX3" fmla="*/ 0 w 8007"/>
                      <a:gd name="connsiteY3" fmla="*/ 4592 h 8669"/>
                      <a:gd name="connsiteX4" fmla="*/ 1800 w 8007"/>
                      <a:gd name="connsiteY4" fmla="*/ 7530 h 8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7" h="8669">
                        <a:moveTo>
                          <a:pt x="1800" y="7530"/>
                        </a:moveTo>
                        <a:lnTo>
                          <a:pt x="5069" y="8669"/>
                        </a:lnTo>
                        <a:lnTo>
                          <a:pt x="8008" y="0"/>
                        </a:lnTo>
                        <a:lnTo>
                          <a:pt x="0" y="4592"/>
                        </a:lnTo>
                        <a:lnTo>
                          <a:pt x="1800" y="753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01" name="Freeform: Shape 3100">
                    <a:extLst>
                      <a:ext uri="{FF2B5EF4-FFF2-40B4-BE49-F238E27FC236}">
                        <a16:creationId xmlns:a16="http://schemas.microsoft.com/office/drawing/2014/main" id="{B78CFD78-49AA-AC54-1DD5-7D9CC223235C}"/>
                      </a:ext>
                    </a:extLst>
                  </p:cNvPr>
                  <p:cNvSpPr/>
                  <p:nvPr/>
                </p:nvSpPr>
                <p:spPr>
                  <a:xfrm>
                    <a:off x="1802388" y="2917589"/>
                    <a:ext cx="580616" cy="504136"/>
                  </a:xfrm>
                  <a:custGeom>
                    <a:avLst/>
                    <a:gdLst>
                      <a:gd name="connsiteX0" fmla="*/ 0 w 580616"/>
                      <a:gd name="connsiteY0" fmla="*/ 504137 h 504136"/>
                      <a:gd name="connsiteX1" fmla="*/ 8008 w 580616"/>
                      <a:gd name="connsiteY1" fmla="*/ 499545 h 504136"/>
                      <a:gd name="connsiteX2" fmla="*/ 6355 w 580616"/>
                      <a:gd name="connsiteY2" fmla="*/ 496386 h 504136"/>
                      <a:gd name="connsiteX3" fmla="*/ 4555 w 580616"/>
                      <a:gd name="connsiteY3" fmla="*/ 493447 h 504136"/>
                      <a:gd name="connsiteX4" fmla="*/ 12563 w 580616"/>
                      <a:gd name="connsiteY4" fmla="*/ 488855 h 504136"/>
                      <a:gd name="connsiteX5" fmla="*/ 170188 w 580616"/>
                      <a:gd name="connsiteY5" fmla="*/ 9404 h 504136"/>
                      <a:gd name="connsiteX6" fmla="*/ 564491 w 580616"/>
                      <a:gd name="connsiteY6" fmla="*/ 169270 h 504136"/>
                      <a:gd name="connsiteX7" fmla="*/ 12563 w 580616"/>
                      <a:gd name="connsiteY7" fmla="*/ 488855 h 504136"/>
                      <a:gd name="connsiteX8" fmla="*/ 9624 w 580616"/>
                      <a:gd name="connsiteY8" fmla="*/ 497524 h 504136"/>
                      <a:gd name="connsiteX9" fmla="*/ 6355 w 580616"/>
                      <a:gd name="connsiteY9" fmla="*/ 496386 h 504136"/>
                      <a:gd name="connsiteX10" fmla="*/ 8008 w 580616"/>
                      <a:gd name="connsiteY10" fmla="*/ 499545 h 504136"/>
                      <a:gd name="connsiteX11" fmla="*/ 580617 w 580616"/>
                      <a:gd name="connsiteY11" fmla="*/ 168168 h 504136"/>
                      <a:gd name="connsiteX12" fmla="*/ 165891 w 580616"/>
                      <a:gd name="connsiteY12" fmla="*/ 0 h 504136"/>
                      <a:gd name="connsiteX13" fmla="*/ 0 w 580616"/>
                      <a:gd name="connsiteY13" fmla="*/ 504137 h 504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0616" h="504136">
                        <a:moveTo>
                          <a:pt x="0" y="504137"/>
                        </a:moveTo>
                        <a:lnTo>
                          <a:pt x="8008" y="499545"/>
                        </a:lnTo>
                        <a:lnTo>
                          <a:pt x="6355" y="496386"/>
                        </a:lnTo>
                        <a:lnTo>
                          <a:pt x="4555" y="493447"/>
                        </a:lnTo>
                        <a:lnTo>
                          <a:pt x="12563" y="488855"/>
                        </a:lnTo>
                        <a:lnTo>
                          <a:pt x="170188" y="9404"/>
                        </a:lnTo>
                        <a:lnTo>
                          <a:pt x="564491" y="169270"/>
                        </a:lnTo>
                        <a:lnTo>
                          <a:pt x="12563" y="488855"/>
                        </a:lnTo>
                        <a:lnTo>
                          <a:pt x="9624" y="497524"/>
                        </a:lnTo>
                        <a:lnTo>
                          <a:pt x="6355" y="496386"/>
                        </a:lnTo>
                        <a:lnTo>
                          <a:pt x="8008" y="499545"/>
                        </a:lnTo>
                        <a:lnTo>
                          <a:pt x="580617" y="168168"/>
                        </a:lnTo>
                        <a:lnTo>
                          <a:pt x="165891" y="0"/>
                        </a:lnTo>
                        <a:lnTo>
                          <a:pt x="0" y="50413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02" name="Freeform: Shape 3101">
                    <a:extLst>
                      <a:ext uri="{FF2B5EF4-FFF2-40B4-BE49-F238E27FC236}">
                        <a16:creationId xmlns:a16="http://schemas.microsoft.com/office/drawing/2014/main" id="{A964DF31-BCB9-71D4-A7FD-AFF02FD1DC14}"/>
                      </a:ext>
                    </a:extLst>
                  </p:cNvPr>
                  <p:cNvSpPr/>
                  <p:nvPr/>
                </p:nvSpPr>
                <p:spPr>
                  <a:xfrm>
                    <a:off x="0" y="5010323"/>
                    <a:ext cx="274733" cy="46835"/>
                  </a:xfrm>
                  <a:custGeom>
                    <a:avLst/>
                    <a:gdLst>
                      <a:gd name="connsiteX0" fmla="*/ 268378 w 274733"/>
                      <a:gd name="connsiteY0" fmla="*/ 41289 h 46835"/>
                      <a:gd name="connsiteX1" fmla="*/ 269480 w 274733"/>
                      <a:gd name="connsiteY1" fmla="*/ 39085 h 46835"/>
                      <a:gd name="connsiteX2" fmla="*/ 0 w 274733"/>
                      <a:gd name="connsiteY2" fmla="*/ 0 h 46835"/>
                      <a:gd name="connsiteX3" fmla="*/ 0 w 274733"/>
                      <a:gd name="connsiteY3" fmla="*/ 7384 h 46835"/>
                      <a:gd name="connsiteX4" fmla="*/ 273558 w 274733"/>
                      <a:gd name="connsiteY4" fmla="*/ 46836 h 46835"/>
                      <a:gd name="connsiteX5" fmla="*/ 274733 w 274733"/>
                      <a:gd name="connsiteY5" fmla="*/ 44595 h 46835"/>
                      <a:gd name="connsiteX6" fmla="*/ 271574 w 274733"/>
                      <a:gd name="connsiteY6" fmla="*/ 42942 h 46835"/>
                      <a:gd name="connsiteX7" fmla="*/ 268378 w 274733"/>
                      <a:gd name="connsiteY7" fmla="*/ 41289 h 4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4733" h="46835">
                        <a:moveTo>
                          <a:pt x="268378" y="41289"/>
                        </a:moveTo>
                        <a:lnTo>
                          <a:pt x="269480" y="39085"/>
                        </a:lnTo>
                        <a:lnTo>
                          <a:pt x="0" y="0"/>
                        </a:lnTo>
                        <a:lnTo>
                          <a:pt x="0" y="7384"/>
                        </a:lnTo>
                        <a:lnTo>
                          <a:pt x="273558" y="46836"/>
                        </a:lnTo>
                        <a:lnTo>
                          <a:pt x="274733" y="44595"/>
                        </a:lnTo>
                        <a:lnTo>
                          <a:pt x="271574" y="42942"/>
                        </a:lnTo>
                        <a:lnTo>
                          <a:pt x="268378" y="4128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03" name="Freeform: Shape 3102">
                    <a:extLst>
                      <a:ext uri="{FF2B5EF4-FFF2-40B4-BE49-F238E27FC236}">
                        <a16:creationId xmlns:a16="http://schemas.microsoft.com/office/drawing/2014/main" id="{951D9514-BB20-ED2D-AFBC-12C4D0362F58}"/>
                      </a:ext>
                    </a:extLst>
                  </p:cNvPr>
                  <p:cNvSpPr/>
                  <p:nvPr/>
                </p:nvSpPr>
                <p:spPr>
                  <a:xfrm>
                    <a:off x="268378" y="5049408"/>
                    <a:ext cx="3636" cy="3857"/>
                  </a:xfrm>
                  <a:custGeom>
                    <a:avLst/>
                    <a:gdLst>
                      <a:gd name="connsiteX0" fmla="*/ 0 w 3636"/>
                      <a:gd name="connsiteY0" fmla="*/ 2204 h 3857"/>
                      <a:gd name="connsiteX1" fmla="*/ 3196 w 3636"/>
                      <a:gd name="connsiteY1" fmla="*/ 3857 h 3857"/>
                      <a:gd name="connsiteX2" fmla="*/ 3637 w 3636"/>
                      <a:gd name="connsiteY2" fmla="*/ 367 h 3857"/>
                      <a:gd name="connsiteX3" fmla="*/ 1102 w 3636"/>
                      <a:gd name="connsiteY3" fmla="*/ 0 h 3857"/>
                      <a:gd name="connsiteX4" fmla="*/ 0 w 3636"/>
                      <a:gd name="connsiteY4" fmla="*/ 2204 h 3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6" h="3857">
                        <a:moveTo>
                          <a:pt x="0" y="2204"/>
                        </a:moveTo>
                        <a:lnTo>
                          <a:pt x="3196" y="3857"/>
                        </a:lnTo>
                        <a:lnTo>
                          <a:pt x="3637" y="367"/>
                        </a:lnTo>
                        <a:lnTo>
                          <a:pt x="1102" y="0"/>
                        </a:lnTo>
                        <a:lnTo>
                          <a:pt x="0" y="220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04" name="Freeform: Shape 3103">
                    <a:extLst>
                      <a:ext uri="{FF2B5EF4-FFF2-40B4-BE49-F238E27FC236}">
                        <a16:creationId xmlns:a16="http://schemas.microsoft.com/office/drawing/2014/main" id="{DD8D22C3-59C3-63CA-FC5B-CACE3E34F1F0}"/>
                      </a:ext>
                    </a:extLst>
                  </p:cNvPr>
                  <p:cNvSpPr/>
                  <p:nvPr/>
                </p:nvSpPr>
                <p:spPr>
                  <a:xfrm>
                    <a:off x="0" y="4719316"/>
                    <a:ext cx="440366" cy="335601"/>
                  </a:xfrm>
                  <a:custGeom>
                    <a:avLst/>
                    <a:gdLst>
                      <a:gd name="connsiteX0" fmla="*/ 0 w 440366"/>
                      <a:gd name="connsiteY0" fmla="*/ 156193 h 335601"/>
                      <a:gd name="connsiteX1" fmla="*/ 426481 w 440366"/>
                      <a:gd name="connsiteY1" fmla="*/ 12232 h 335601"/>
                      <a:gd name="connsiteX2" fmla="*/ 269480 w 440366"/>
                      <a:gd name="connsiteY2" fmla="*/ 330091 h 335601"/>
                      <a:gd name="connsiteX3" fmla="*/ 272015 w 440366"/>
                      <a:gd name="connsiteY3" fmla="*/ 330459 h 335601"/>
                      <a:gd name="connsiteX4" fmla="*/ 271574 w 440366"/>
                      <a:gd name="connsiteY4" fmla="*/ 333949 h 335601"/>
                      <a:gd name="connsiteX5" fmla="*/ 274733 w 440366"/>
                      <a:gd name="connsiteY5" fmla="*/ 335601 h 335601"/>
                      <a:gd name="connsiteX6" fmla="*/ 440367 w 440366"/>
                      <a:gd name="connsiteY6" fmla="*/ 0 h 335601"/>
                      <a:gd name="connsiteX7" fmla="*/ 0 w 440366"/>
                      <a:gd name="connsiteY7" fmla="*/ 148662 h 335601"/>
                      <a:gd name="connsiteX8" fmla="*/ 0 w 440366"/>
                      <a:gd name="connsiteY8" fmla="*/ 156193 h 335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0366" h="335601">
                        <a:moveTo>
                          <a:pt x="0" y="156193"/>
                        </a:moveTo>
                        <a:lnTo>
                          <a:pt x="426481" y="12232"/>
                        </a:lnTo>
                        <a:lnTo>
                          <a:pt x="269480" y="330091"/>
                        </a:lnTo>
                        <a:lnTo>
                          <a:pt x="272015" y="330459"/>
                        </a:lnTo>
                        <a:lnTo>
                          <a:pt x="271574" y="333949"/>
                        </a:lnTo>
                        <a:lnTo>
                          <a:pt x="274733" y="335601"/>
                        </a:lnTo>
                        <a:lnTo>
                          <a:pt x="440367" y="0"/>
                        </a:lnTo>
                        <a:lnTo>
                          <a:pt x="0" y="148662"/>
                        </a:lnTo>
                        <a:lnTo>
                          <a:pt x="0" y="15619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05" name="Freeform: Shape 3104">
                    <a:extLst>
                      <a:ext uri="{FF2B5EF4-FFF2-40B4-BE49-F238E27FC236}">
                        <a16:creationId xmlns:a16="http://schemas.microsoft.com/office/drawing/2014/main" id="{10D727E9-CC62-3ABF-0674-5BB59902B026}"/>
                      </a:ext>
                    </a:extLst>
                  </p:cNvPr>
                  <p:cNvSpPr/>
                  <p:nvPr/>
                </p:nvSpPr>
                <p:spPr>
                  <a:xfrm>
                    <a:off x="271574" y="5050326"/>
                    <a:ext cx="4518" cy="4591"/>
                  </a:xfrm>
                  <a:custGeom>
                    <a:avLst/>
                    <a:gdLst>
                      <a:gd name="connsiteX0" fmla="*/ 0 w 4518"/>
                      <a:gd name="connsiteY0" fmla="*/ 2939 h 4591"/>
                      <a:gd name="connsiteX1" fmla="*/ 3159 w 4518"/>
                      <a:gd name="connsiteY1" fmla="*/ 4592 h 4591"/>
                      <a:gd name="connsiteX2" fmla="*/ 4518 w 4518"/>
                      <a:gd name="connsiteY2" fmla="*/ 1837 h 4591"/>
                      <a:gd name="connsiteX3" fmla="*/ 2094 w 4518"/>
                      <a:gd name="connsiteY3" fmla="*/ 0 h 4591"/>
                      <a:gd name="connsiteX4" fmla="*/ 0 w 4518"/>
                      <a:gd name="connsiteY4" fmla="*/ 2939 h 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8" h="4591">
                        <a:moveTo>
                          <a:pt x="0" y="2939"/>
                        </a:moveTo>
                        <a:lnTo>
                          <a:pt x="3159" y="4592"/>
                        </a:lnTo>
                        <a:lnTo>
                          <a:pt x="4518" y="1837"/>
                        </a:lnTo>
                        <a:lnTo>
                          <a:pt x="2094" y="0"/>
                        </a:lnTo>
                        <a:lnTo>
                          <a:pt x="0" y="293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06" name="Freeform: Shape 3105">
                    <a:extLst>
                      <a:ext uri="{FF2B5EF4-FFF2-40B4-BE49-F238E27FC236}">
                        <a16:creationId xmlns:a16="http://schemas.microsoft.com/office/drawing/2014/main" id="{89B797AC-4069-9E10-2388-2C8119BAE690}"/>
                      </a:ext>
                    </a:extLst>
                  </p:cNvPr>
                  <p:cNvSpPr/>
                  <p:nvPr/>
                </p:nvSpPr>
                <p:spPr>
                  <a:xfrm>
                    <a:off x="2371984" y="3081900"/>
                    <a:ext cx="4298" cy="4408"/>
                  </a:xfrm>
                  <a:custGeom>
                    <a:avLst/>
                    <a:gdLst>
                      <a:gd name="connsiteX0" fmla="*/ 0 w 4298"/>
                      <a:gd name="connsiteY0" fmla="*/ 2571 h 4408"/>
                      <a:gd name="connsiteX1" fmla="*/ 3012 w 4298"/>
                      <a:gd name="connsiteY1" fmla="*/ 4408 h 4408"/>
                      <a:gd name="connsiteX2" fmla="*/ 4298 w 4298"/>
                      <a:gd name="connsiteY2" fmla="*/ 1102 h 4408"/>
                      <a:gd name="connsiteX3" fmla="*/ 1543 w 4298"/>
                      <a:gd name="connsiteY3" fmla="*/ 0 h 4408"/>
                      <a:gd name="connsiteX4" fmla="*/ 0 w 4298"/>
                      <a:gd name="connsiteY4" fmla="*/ 2571 h 4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98" h="4408">
                        <a:moveTo>
                          <a:pt x="0" y="2571"/>
                        </a:moveTo>
                        <a:lnTo>
                          <a:pt x="3012" y="4408"/>
                        </a:lnTo>
                        <a:lnTo>
                          <a:pt x="4298" y="1102"/>
                        </a:lnTo>
                        <a:lnTo>
                          <a:pt x="1543" y="0"/>
                        </a:lnTo>
                        <a:lnTo>
                          <a:pt x="0" y="257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07" name="Freeform: Shape 3106">
                    <a:extLst>
                      <a:ext uri="{FF2B5EF4-FFF2-40B4-BE49-F238E27FC236}">
                        <a16:creationId xmlns:a16="http://schemas.microsoft.com/office/drawing/2014/main" id="{A31688E9-61AE-BE89-AAB9-7FCB3A8A8909}"/>
                      </a:ext>
                    </a:extLst>
                  </p:cNvPr>
                  <p:cNvSpPr/>
                  <p:nvPr/>
                </p:nvSpPr>
                <p:spPr>
                  <a:xfrm>
                    <a:off x="1964017" y="1772298"/>
                    <a:ext cx="1222947" cy="1318455"/>
                  </a:xfrm>
                  <a:custGeom>
                    <a:avLst/>
                    <a:gdLst>
                      <a:gd name="connsiteX0" fmla="*/ 0 w 1222947"/>
                      <a:gd name="connsiteY0" fmla="*/ 1151206 h 1318455"/>
                      <a:gd name="connsiteX1" fmla="*/ 412339 w 1222947"/>
                      <a:gd name="connsiteY1" fmla="*/ 1318455 h 1318455"/>
                      <a:gd name="connsiteX2" fmla="*/ 413882 w 1222947"/>
                      <a:gd name="connsiteY2" fmla="*/ 1315847 h 1318455"/>
                      <a:gd name="connsiteX3" fmla="*/ 410980 w 1222947"/>
                      <a:gd name="connsiteY3" fmla="*/ 1314010 h 1318455"/>
                      <a:gd name="connsiteX4" fmla="*/ 407967 w 1222947"/>
                      <a:gd name="connsiteY4" fmla="*/ 1312174 h 1318455"/>
                      <a:gd name="connsiteX5" fmla="*/ 409510 w 1222947"/>
                      <a:gd name="connsiteY5" fmla="*/ 1309602 h 1318455"/>
                      <a:gd name="connsiteX6" fmla="*/ 12930 w 1222947"/>
                      <a:gd name="connsiteY6" fmla="*/ 1148781 h 1318455"/>
                      <a:gd name="connsiteX7" fmla="*/ 1202743 w 1222947"/>
                      <a:gd name="connsiteY7" fmla="*/ 23804 h 1318455"/>
                      <a:gd name="connsiteX8" fmla="*/ 409510 w 1222947"/>
                      <a:gd name="connsiteY8" fmla="*/ 1309602 h 1318455"/>
                      <a:gd name="connsiteX9" fmla="*/ 412265 w 1222947"/>
                      <a:gd name="connsiteY9" fmla="*/ 1310704 h 1318455"/>
                      <a:gd name="connsiteX10" fmla="*/ 410980 w 1222947"/>
                      <a:gd name="connsiteY10" fmla="*/ 1314010 h 1318455"/>
                      <a:gd name="connsiteX11" fmla="*/ 413882 w 1222947"/>
                      <a:gd name="connsiteY11" fmla="*/ 1315847 h 1318455"/>
                      <a:gd name="connsiteX12" fmla="*/ 1222947 w 1222947"/>
                      <a:gd name="connsiteY12" fmla="*/ 4629 h 1318455"/>
                      <a:gd name="connsiteX13" fmla="*/ 1217584 w 1222947"/>
                      <a:gd name="connsiteY13" fmla="*/ 0 h 1318455"/>
                      <a:gd name="connsiteX14" fmla="*/ 0 w 1222947"/>
                      <a:gd name="connsiteY14" fmla="*/ 1151206 h 131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2947" h="1318455">
                        <a:moveTo>
                          <a:pt x="0" y="1151206"/>
                        </a:moveTo>
                        <a:lnTo>
                          <a:pt x="412339" y="1318455"/>
                        </a:lnTo>
                        <a:lnTo>
                          <a:pt x="413882" y="1315847"/>
                        </a:lnTo>
                        <a:lnTo>
                          <a:pt x="410980" y="1314010"/>
                        </a:lnTo>
                        <a:lnTo>
                          <a:pt x="407967" y="1312174"/>
                        </a:lnTo>
                        <a:lnTo>
                          <a:pt x="409510" y="1309602"/>
                        </a:lnTo>
                        <a:lnTo>
                          <a:pt x="12930" y="1148781"/>
                        </a:lnTo>
                        <a:lnTo>
                          <a:pt x="1202743" y="23804"/>
                        </a:lnTo>
                        <a:lnTo>
                          <a:pt x="409510" y="1309602"/>
                        </a:lnTo>
                        <a:lnTo>
                          <a:pt x="412265" y="1310704"/>
                        </a:lnTo>
                        <a:lnTo>
                          <a:pt x="410980" y="1314010"/>
                        </a:lnTo>
                        <a:lnTo>
                          <a:pt x="413882" y="1315847"/>
                        </a:lnTo>
                        <a:lnTo>
                          <a:pt x="1222947" y="4629"/>
                        </a:lnTo>
                        <a:lnTo>
                          <a:pt x="1217584" y="0"/>
                        </a:lnTo>
                        <a:lnTo>
                          <a:pt x="0" y="115120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08" name="Freeform: Shape 3107">
                    <a:extLst>
                      <a:ext uri="{FF2B5EF4-FFF2-40B4-BE49-F238E27FC236}">
                        <a16:creationId xmlns:a16="http://schemas.microsoft.com/office/drawing/2014/main" id="{09573085-571D-3653-7464-98844BFE1BBD}"/>
                      </a:ext>
                    </a:extLst>
                  </p:cNvPr>
                  <p:cNvSpPr/>
                  <p:nvPr/>
                </p:nvSpPr>
                <p:spPr>
                  <a:xfrm>
                    <a:off x="2372829" y="3071395"/>
                    <a:ext cx="15464" cy="16750"/>
                  </a:xfrm>
                  <a:custGeom>
                    <a:avLst/>
                    <a:gdLst>
                      <a:gd name="connsiteX0" fmla="*/ 2167 w 15464"/>
                      <a:gd name="connsiteY0" fmla="*/ 14914 h 16750"/>
                      <a:gd name="connsiteX1" fmla="*/ 5069 w 15464"/>
                      <a:gd name="connsiteY1" fmla="*/ 16751 h 16750"/>
                      <a:gd name="connsiteX2" fmla="*/ 15465 w 15464"/>
                      <a:gd name="connsiteY2" fmla="*/ 0 h 16750"/>
                      <a:gd name="connsiteX3" fmla="*/ 0 w 15464"/>
                      <a:gd name="connsiteY3" fmla="*/ 11975 h 16750"/>
                      <a:gd name="connsiteX4" fmla="*/ 2167 w 15464"/>
                      <a:gd name="connsiteY4" fmla="*/ 14914 h 16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64" h="16750">
                        <a:moveTo>
                          <a:pt x="2167" y="14914"/>
                        </a:moveTo>
                        <a:lnTo>
                          <a:pt x="5069" y="16751"/>
                        </a:lnTo>
                        <a:lnTo>
                          <a:pt x="15465" y="0"/>
                        </a:lnTo>
                        <a:lnTo>
                          <a:pt x="0" y="11975"/>
                        </a:lnTo>
                        <a:lnTo>
                          <a:pt x="2167" y="1491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09" name="Freeform: Shape 3108">
                    <a:extLst>
                      <a:ext uri="{FF2B5EF4-FFF2-40B4-BE49-F238E27FC236}">
                        <a16:creationId xmlns:a16="http://schemas.microsoft.com/office/drawing/2014/main" id="{999B6FAB-D047-1EF1-13B4-8AF08DBE992A}"/>
                      </a:ext>
                    </a:extLst>
                  </p:cNvPr>
                  <p:cNvSpPr/>
                  <p:nvPr/>
                </p:nvSpPr>
                <p:spPr>
                  <a:xfrm>
                    <a:off x="2371984" y="1770461"/>
                    <a:ext cx="1385237" cy="1318602"/>
                  </a:xfrm>
                  <a:custGeom>
                    <a:avLst/>
                    <a:gdLst>
                      <a:gd name="connsiteX0" fmla="*/ 0 w 1385237"/>
                      <a:gd name="connsiteY0" fmla="*/ 1314010 h 1318602"/>
                      <a:gd name="connsiteX1" fmla="*/ 5106 w 1385237"/>
                      <a:gd name="connsiteY1" fmla="*/ 1318602 h 1318602"/>
                      <a:gd name="connsiteX2" fmla="*/ 3012 w 1385237"/>
                      <a:gd name="connsiteY2" fmla="*/ 1315847 h 1318602"/>
                      <a:gd name="connsiteX3" fmla="*/ 845 w 1385237"/>
                      <a:gd name="connsiteY3" fmla="*/ 1312908 h 1318602"/>
                      <a:gd name="connsiteX4" fmla="*/ 16310 w 1385237"/>
                      <a:gd name="connsiteY4" fmla="*/ 1300933 h 1318602"/>
                      <a:gd name="connsiteX5" fmla="*/ 813327 w 1385237"/>
                      <a:gd name="connsiteY5" fmla="*/ 9037 h 1318602"/>
                      <a:gd name="connsiteX6" fmla="*/ 1371389 w 1385237"/>
                      <a:gd name="connsiteY6" fmla="*/ 251150 h 1318602"/>
                      <a:gd name="connsiteX7" fmla="*/ 16310 w 1385237"/>
                      <a:gd name="connsiteY7" fmla="*/ 1300933 h 1318602"/>
                      <a:gd name="connsiteX8" fmla="*/ 5914 w 1385237"/>
                      <a:gd name="connsiteY8" fmla="*/ 1317684 h 1318602"/>
                      <a:gd name="connsiteX9" fmla="*/ 3012 w 1385237"/>
                      <a:gd name="connsiteY9" fmla="*/ 1315847 h 1318602"/>
                      <a:gd name="connsiteX10" fmla="*/ 5106 w 1385237"/>
                      <a:gd name="connsiteY10" fmla="*/ 1318602 h 1318602"/>
                      <a:gd name="connsiteX11" fmla="*/ 1385238 w 1385237"/>
                      <a:gd name="connsiteY11" fmla="*/ 249497 h 1318602"/>
                      <a:gd name="connsiteX12" fmla="*/ 810608 w 1385237"/>
                      <a:gd name="connsiteY12" fmla="*/ 0 h 1318602"/>
                      <a:gd name="connsiteX13" fmla="*/ 0 w 1385237"/>
                      <a:gd name="connsiteY13" fmla="*/ 1314010 h 1318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85237" h="1318602">
                        <a:moveTo>
                          <a:pt x="0" y="1314010"/>
                        </a:moveTo>
                        <a:lnTo>
                          <a:pt x="5106" y="1318602"/>
                        </a:lnTo>
                        <a:lnTo>
                          <a:pt x="3012" y="1315847"/>
                        </a:lnTo>
                        <a:lnTo>
                          <a:pt x="845" y="1312908"/>
                        </a:lnTo>
                        <a:lnTo>
                          <a:pt x="16310" y="1300933"/>
                        </a:lnTo>
                        <a:lnTo>
                          <a:pt x="813327" y="9037"/>
                        </a:lnTo>
                        <a:lnTo>
                          <a:pt x="1371389" y="251150"/>
                        </a:lnTo>
                        <a:lnTo>
                          <a:pt x="16310" y="1300933"/>
                        </a:lnTo>
                        <a:lnTo>
                          <a:pt x="5914" y="1317684"/>
                        </a:lnTo>
                        <a:lnTo>
                          <a:pt x="3012" y="1315847"/>
                        </a:lnTo>
                        <a:lnTo>
                          <a:pt x="5106" y="1318602"/>
                        </a:lnTo>
                        <a:lnTo>
                          <a:pt x="1385238" y="249497"/>
                        </a:lnTo>
                        <a:lnTo>
                          <a:pt x="810608" y="0"/>
                        </a:lnTo>
                        <a:lnTo>
                          <a:pt x="0" y="131401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10" name="Freeform: Shape 3109">
                    <a:extLst>
                      <a:ext uri="{FF2B5EF4-FFF2-40B4-BE49-F238E27FC236}">
                        <a16:creationId xmlns:a16="http://schemas.microsoft.com/office/drawing/2014/main" id="{CA461B14-076F-4A27-1E86-901EE73D5429}"/>
                      </a:ext>
                    </a:extLst>
                  </p:cNvPr>
                  <p:cNvSpPr/>
                  <p:nvPr/>
                </p:nvSpPr>
                <p:spPr>
                  <a:xfrm>
                    <a:off x="1968021" y="2915936"/>
                    <a:ext cx="5804" cy="6465"/>
                  </a:xfrm>
                  <a:custGeom>
                    <a:avLst/>
                    <a:gdLst>
                      <a:gd name="connsiteX0" fmla="*/ 0 w 5804"/>
                      <a:gd name="connsiteY0" fmla="*/ 3857 h 6465"/>
                      <a:gd name="connsiteX1" fmla="*/ 2461 w 5804"/>
                      <a:gd name="connsiteY1" fmla="*/ 6465 h 6465"/>
                      <a:gd name="connsiteX2" fmla="*/ 5804 w 5804"/>
                      <a:gd name="connsiteY2" fmla="*/ 5363 h 6465"/>
                      <a:gd name="connsiteX3" fmla="*/ 4077 w 5804"/>
                      <a:gd name="connsiteY3" fmla="*/ 0 h 6465"/>
                      <a:gd name="connsiteX4" fmla="*/ 0 w 5804"/>
                      <a:gd name="connsiteY4" fmla="*/ 3857 h 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04" h="6465">
                        <a:moveTo>
                          <a:pt x="0" y="3857"/>
                        </a:moveTo>
                        <a:lnTo>
                          <a:pt x="2461" y="6465"/>
                        </a:lnTo>
                        <a:lnTo>
                          <a:pt x="5804" y="5363"/>
                        </a:lnTo>
                        <a:lnTo>
                          <a:pt x="4077" y="0"/>
                        </a:lnTo>
                        <a:lnTo>
                          <a:pt x="0" y="385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11" name="Freeform: Shape 3110">
                    <a:extLst>
                      <a:ext uri="{FF2B5EF4-FFF2-40B4-BE49-F238E27FC236}">
                        <a16:creationId xmlns:a16="http://schemas.microsoft.com/office/drawing/2014/main" id="{A684F9D9-726C-C71B-0600-D072C43AAAB1}"/>
                      </a:ext>
                    </a:extLst>
                  </p:cNvPr>
                  <p:cNvSpPr/>
                  <p:nvPr/>
                </p:nvSpPr>
                <p:spPr>
                  <a:xfrm>
                    <a:off x="5686563" y="3652966"/>
                    <a:ext cx="1226767" cy="1242856"/>
                  </a:xfrm>
                  <a:custGeom>
                    <a:avLst/>
                    <a:gdLst>
                      <a:gd name="connsiteX0" fmla="*/ 0 w 1226767"/>
                      <a:gd name="connsiteY0" fmla="*/ 828498 h 1242856"/>
                      <a:gd name="connsiteX1" fmla="*/ 4151 w 1226767"/>
                      <a:gd name="connsiteY1" fmla="*/ 829967 h 1242856"/>
                      <a:gd name="connsiteX2" fmla="*/ 5253 w 1226767"/>
                      <a:gd name="connsiteY2" fmla="*/ 826661 h 1242856"/>
                      <a:gd name="connsiteX3" fmla="*/ 6318 w 1226767"/>
                      <a:gd name="connsiteY3" fmla="*/ 823172 h 1242856"/>
                      <a:gd name="connsiteX4" fmla="*/ 10543 w 1226767"/>
                      <a:gd name="connsiteY4" fmla="*/ 824641 h 1242856"/>
                      <a:gd name="connsiteX5" fmla="*/ 490692 w 1226767"/>
                      <a:gd name="connsiteY5" fmla="*/ 14032 h 1242856"/>
                      <a:gd name="connsiteX6" fmla="*/ 1210898 w 1226767"/>
                      <a:gd name="connsiteY6" fmla="*/ 1229927 h 1242856"/>
                      <a:gd name="connsiteX7" fmla="*/ 10543 w 1226767"/>
                      <a:gd name="connsiteY7" fmla="*/ 824641 h 1242856"/>
                      <a:gd name="connsiteX8" fmla="*/ 8228 w 1226767"/>
                      <a:gd name="connsiteY8" fmla="*/ 828498 h 1242856"/>
                      <a:gd name="connsiteX9" fmla="*/ 5253 w 1226767"/>
                      <a:gd name="connsiteY9" fmla="*/ 826661 h 1242856"/>
                      <a:gd name="connsiteX10" fmla="*/ 4151 w 1226767"/>
                      <a:gd name="connsiteY10" fmla="*/ 829967 h 1242856"/>
                      <a:gd name="connsiteX11" fmla="*/ 1226767 w 1226767"/>
                      <a:gd name="connsiteY11" fmla="*/ 1242857 h 1242856"/>
                      <a:gd name="connsiteX12" fmla="*/ 490692 w 1226767"/>
                      <a:gd name="connsiteY12" fmla="*/ 0 h 1242856"/>
                      <a:gd name="connsiteX13" fmla="*/ 0 w 1226767"/>
                      <a:gd name="connsiteY13" fmla="*/ 828498 h 1242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6767" h="1242856">
                        <a:moveTo>
                          <a:pt x="0" y="828498"/>
                        </a:moveTo>
                        <a:lnTo>
                          <a:pt x="4151" y="829967"/>
                        </a:lnTo>
                        <a:lnTo>
                          <a:pt x="5253" y="826661"/>
                        </a:lnTo>
                        <a:lnTo>
                          <a:pt x="6318" y="823172"/>
                        </a:lnTo>
                        <a:lnTo>
                          <a:pt x="10543" y="824641"/>
                        </a:lnTo>
                        <a:lnTo>
                          <a:pt x="490692" y="14032"/>
                        </a:lnTo>
                        <a:lnTo>
                          <a:pt x="1210898" y="1229927"/>
                        </a:lnTo>
                        <a:lnTo>
                          <a:pt x="10543" y="824641"/>
                        </a:lnTo>
                        <a:lnTo>
                          <a:pt x="8228" y="828498"/>
                        </a:lnTo>
                        <a:lnTo>
                          <a:pt x="5253" y="826661"/>
                        </a:lnTo>
                        <a:lnTo>
                          <a:pt x="4151" y="829967"/>
                        </a:lnTo>
                        <a:lnTo>
                          <a:pt x="1226767" y="1242857"/>
                        </a:lnTo>
                        <a:lnTo>
                          <a:pt x="490692" y="0"/>
                        </a:lnTo>
                        <a:lnTo>
                          <a:pt x="0" y="82849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12" name="Freeform: Shape 3111">
                    <a:extLst>
                      <a:ext uri="{FF2B5EF4-FFF2-40B4-BE49-F238E27FC236}">
                        <a16:creationId xmlns:a16="http://schemas.microsoft.com/office/drawing/2014/main" id="{D9702E86-E823-BE92-BD90-D6AB8E684478}"/>
                      </a:ext>
                    </a:extLst>
                  </p:cNvPr>
                  <p:cNvSpPr/>
                  <p:nvPr/>
                </p:nvSpPr>
                <p:spPr>
                  <a:xfrm>
                    <a:off x="5691816" y="4476138"/>
                    <a:ext cx="5289" cy="5326"/>
                  </a:xfrm>
                  <a:custGeom>
                    <a:avLst/>
                    <a:gdLst>
                      <a:gd name="connsiteX0" fmla="*/ 0 w 5289"/>
                      <a:gd name="connsiteY0" fmla="*/ 3490 h 5326"/>
                      <a:gd name="connsiteX1" fmla="*/ 2976 w 5289"/>
                      <a:gd name="connsiteY1" fmla="*/ 5326 h 5326"/>
                      <a:gd name="connsiteX2" fmla="*/ 5290 w 5289"/>
                      <a:gd name="connsiteY2" fmla="*/ 1469 h 5326"/>
                      <a:gd name="connsiteX3" fmla="*/ 1065 w 5289"/>
                      <a:gd name="connsiteY3" fmla="*/ 0 h 5326"/>
                      <a:gd name="connsiteX4" fmla="*/ 0 w 5289"/>
                      <a:gd name="connsiteY4" fmla="*/ 3490 h 5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9" h="5326">
                        <a:moveTo>
                          <a:pt x="0" y="3490"/>
                        </a:moveTo>
                        <a:lnTo>
                          <a:pt x="2976" y="5326"/>
                        </a:lnTo>
                        <a:lnTo>
                          <a:pt x="5290" y="1469"/>
                        </a:lnTo>
                        <a:lnTo>
                          <a:pt x="1065" y="0"/>
                        </a:lnTo>
                        <a:lnTo>
                          <a:pt x="0" y="349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13" name="Freeform: Shape 3112">
                    <a:extLst>
                      <a:ext uri="{FF2B5EF4-FFF2-40B4-BE49-F238E27FC236}">
                        <a16:creationId xmlns:a16="http://schemas.microsoft.com/office/drawing/2014/main" id="{205131CD-4A70-0431-79C2-54FF9E484C97}"/>
                      </a:ext>
                    </a:extLst>
                  </p:cNvPr>
                  <p:cNvSpPr/>
                  <p:nvPr/>
                </p:nvSpPr>
                <p:spPr>
                  <a:xfrm>
                    <a:off x="2128732" y="4221461"/>
                    <a:ext cx="6759" cy="12195"/>
                  </a:xfrm>
                  <a:custGeom>
                    <a:avLst/>
                    <a:gdLst>
                      <a:gd name="connsiteX0" fmla="*/ 0 w 6759"/>
                      <a:gd name="connsiteY0" fmla="*/ 11461 h 12195"/>
                      <a:gd name="connsiteX1" fmla="*/ 3453 w 6759"/>
                      <a:gd name="connsiteY1" fmla="*/ 12196 h 12195"/>
                      <a:gd name="connsiteX2" fmla="*/ 6759 w 6759"/>
                      <a:gd name="connsiteY2" fmla="*/ 10910 h 12195"/>
                      <a:gd name="connsiteX3" fmla="*/ 2461 w 6759"/>
                      <a:gd name="connsiteY3" fmla="*/ 0 h 12195"/>
                      <a:gd name="connsiteX4" fmla="*/ 0 w 6759"/>
                      <a:gd name="connsiteY4" fmla="*/ 11461 h 1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9" h="12195">
                        <a:moveTo>
                          <a:pt x="0" y="11461"/>
                        </a:moveTo>
                        <a:lnTo>
                          <a:pt x="3453" y="12196"/>
                        </a:lnTo>
                        <a:lnTo>
                          <a:pt x="6759" y="10910"/>
                        </a:lnTo>
                        <a:lnTo>
                          <a:pt x="2461" y="0"/>
                        </a:lnTo>
                        <a:lnTo>
                          <a:pt x="0" y="1146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14" name="Freeform: Shape 3113">
                    <a:extLst>
                      <a:ext uri="{FF2B5EF4-FFF2-40B4-BE49-F238E27FC236}">
                        <a16:creationId xmlns:a16="http://schemas.microsoft.com/office/drawing/2014/main" id="{073A866D-6D1D-63E4-CB7C-E560A33B3763}"/>
                      </a:ext>
                    </a:extLst>
                  </p:cNvPr>
                  <p:cNvSpPr/>
                  <p:nvPr/>
                </p:nvSpPr>
                <p:spPr>
                  <a:xfrm>
                    <a:off x="1804298" y="3079329"/>
                    <a:ext cx="575804" cy="1166486"/>
                  </a:xfrm>
                  <a:custGeom>
                    <a:avLst/>
                    <a:gdLst>
                      <a:gd name="connsiteX0" fmla="*/ 328989 w 575804"/>
                      <a:gd name="connsiteY0" fmla="*/ 1166487 h 1166486"/>
                      <a:gd name="connsiteX1" fmla="*/ 331340 w 575804"/>
                      <a:gd name="connsiteY1" fmla="*/ 1155063 h 1166486"/>
                      <a:gd name="connsiteX2" fmla="*/ 327887 w 575804"/>
                      <a:gd name="connsiteY2" fmla="*/ 1154328 h 1166486"/>
                      <a:gd name="connsiteX3" fmla="*/ 324434 w 575804"/>
                      <a:gd name="connsiteY3" fmla="*/ 1153593 h 1166486"/>
                      <a:gd name="connsiteX4" fmla="*/ 326895 w 575804"/>
                      <a:gd name="connsiteY4" fmla="*/ 1142132 h 1166486"/>
                      <a:gd name="connsiteX5" fmla="*/ 8816 w 575804"/>
                      <a:gd name="connsiteY5" fmla="*/ 336336 h 1166486"/>
                      <a:gd name="connsiteX6" fmla="*/ 565593 w 575804"/>
                      <a:gd name="connsiteY6" fmla="*/ 13996 h 1166486"/>
                      <a:gd name="connsiteX7" fmla="*/ 326895 w 575804"/>
                      <a:gd name="connsiteY7" fmla="*/ 1142132 h 1166486"/>
                      <a:gd name="connsiteX8" fmla="*/ 331193 w 575804"/>
                      <a:gd name="connsiteY8" fmla="*/ 1153042 h 1166486"/>
                      <a:gd name="connsiteX9" fmla="*/ 327887 w 575804"/>
                      <a:gd name="connsiteY9" fmla="*/ 1154328 h 1166486"/>
                      <a:gd name="connsiteX10" fmla="*/ 331340 w 575804"/>
                      <a:gd name="connsiteY10" fmla="*/ 1155063 h 1166486"/>
                      <a:gd name="connsiteX11" fmla="*/ 575805 w 575804"/>
                      <a:gd name="connsiteY11" fmla="*/ 0 h 1166486"/>
                      <a:gd name="connsiteX12" fmla="*/ 0 w 575804"/>
                      <a:gd name="connsiteY12" fmla="*/ 333177 h 1166486"/>
                      <a:gd name="connsiteX13" fmla="*/ 328989 w 575804"/>
                      <a:gd name="connsiteY13" fmla="*/ 1166487 h 1166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5804" h="1166486">
                        <a:moveTo>
                          <a:pt x="328989" y="1166487"/>
                        </a:moveTo>
                        <a:lnTo>
                          <a:pt x="331340" y="1155063"/>
                        </a:lnTo>
                        <a:lnTo>
                          <a:pt x="327887" y="1154328"/>
                        </a:lnTo>
                        <a:lnTo>
                          <a:pt x="324434" y="1153593"/>
                        </a:lnTo>
                        <a:lnTo>
                          <a:pt x="326895" y="1142132"/>
                        </a:lnTo>
                        <a:lnTo>
                          <a:pt x="8816" y="336336"/>
                        </a:lnTo>
                        <a:lnTo>
                          <a:pt x="565593" y="13996"/>
                        </a:lnTo>
                        <a:lnTo>
                          <a:pt x="326895" y="1142132"/>
                        </a:lnTo>
                        <a:lnTo>
                          <a:pt x="331193" y="1153042"/>
                        </a:lnTo>
                        <a:lnTo>
                          <a:pt x="327887" y="1154328"/>
                        </a:lnTo>
                        <a:lnTo>
                          <a:pt x="331340" y="1155063"/>
                        </a:lnTo>
                        <a:lnTo>
                          <a:pt x="575805" y="0"/>
                        </a:lnTo>
                        <a:lnTo>
                          <a:pt x="0" y="333177"/>
                        </a:lnTo>
                        <a:lnTo>
                          <a:pt x="328989" y="116648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15" name="Freeform: Shape 3114">
                    <a:extLst>
                      <a:ext uri="{FF2B5EF4-FFF2-40B4-BE49-F238E27FC236}">
                        <a16:creationId xmlns:a16="http://schemas.microsoft.com/office/drawing/2014/main" id="{DA8AE654-191E-22D8-783A-985306AC773F}"/>
                      </a:ext>
                    </a:extLst>
                  </p:cNvPr>
                  <p:cNvSpPr/>
                  <p:nvPr/>
                </p:nvSpPr>
                <p:spPr>
                  <a:xfrm>
                    <a:off x="4953757" y="3899157"/>
                    <a:ext cx="741621" cy="584327"/>
                  </a:xfrm>
                  <a:custGeom>
                    <a:avLst/>
                    <a:gdLst>
                      <a:gd name="connsiteX0" fmla="*/ 741621 w 741621"/>
                      <a:gd name="connsiteY0" fmla="*/ 584327 h 584327"/>
                      <a:gd name="connsiteX1" fmla="*/ 741621 w 741621"/>
                      <a:gd name="connsiteY1" fmla="*/ 580470 h 584327"/>
                      <a:gd name="connsiteX2" fmla="*/ 738058 w 741621"/>
                      <a:gd name="connsiteY2" fmla="*/ 580470 h 584327"/>
                      <a:gd name="connsiteX3" fmla="*/ 734642 w 741621"/>
                      <a:gd name="connsiteY3" fmla="*/ 580470 h 584327"/>
                      <a:gd name="connsiteX4" fmla="*/ 734642 w 741621"/>
                      <a:gd name="connsiteY4" fmla="*/ 576393 h 584327"/>
                      <a:gd name="connsiteX5" fmla="*/ 19946 w 741621"/>
                      <a:gd name="connsiteY5" fmla="*/ 496019 h 584327"/>
                      <a:gd name="connsiteX6" fmla="*/ 734642 w 741621"/>
                      <a:gd name="connsiteY6" fmla="*/ 13445 h 584327"/>
                      <a:gd name="connsiteX7" fmla="*/ 734642 w 741621"/>
                      <a:gd name="connsiteY7" fmla="*/ 576393 h 584327"/>
                      <a:gd name="connsiteX8" fmla="*/ 738499 w 741621"/>
                      <a:gd name="connsiteY8" fmla="*/ 576981 h 584327"/>
                      <a:gd name="connsiteX9" fmla="*/ 738058 w 741621"/>
                      <a:gd name="connsiteY9" fmla="*/ 580470 h 584327"/>
                      <a:gd name="connsiteX10" fmla="*/ 741621 w 741621"/>
                      <a:gd name="connsiteY10" fmla="*/ 580470 h 584327"/>
                      <a:gd name="connsiteX11" fmla="*/ 741621 w 741621"/>
                      <a:gd name="connsiteY11" fmla="*/ 0 h 584327"/>
                      <a:gd name="connsiteX12" fmla="*/ 0 w 741621"/>
                      <a:gd name="connsiteY12" fmla="*/ 500831 h 584327"/>
                      <a:gd name="connsiteX13" fmla="*/ 741621 w 741621"/>
                      <a:gd name="connsiteY13" fmla="*/ 584327 h 584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1621" h="584327">
                        <a:moveTo>
                          <a:pt x="741621" y="584327"/>
                        </a:moveTo>
                        <a:lnTo>
                          <a:pt x="741621" y="580470"/>
                        </a:lnTo>
                        <a:lnTo>
                          <a:pt x="738058" y="580470"/>
                        </a:lnTo>
                        <a:lnTo>
                          <a:pt x="734642" y="580470"/>
                        </a:lnTo>
                        <a:lnTo>
                          <a:pt x="734642" y="576393"/>
                        </a:lnTo>
                        <a:lnTo>
                          <a:pt x="19946" y="496019"/>
                        </a:lnTo>
                        <a:lnTo>
                          <a:pt x="734642" y="13445"/>
                        </a:lnTo>
                        <a:lnTo>
                          <a:pt x="734642" y="576393"/>
                        </a:lnTo>
                        <a:lnTo>
                          <a:pt x="738499" y="576981"/>
                        </a:lnTo>
                        <a:lnTo>
                          <a:pt x="738058" y="580470"/>
                        </a:lnTo>
                        <a:lnTo>
                          <a:pt x="741621" y="580470"/>
                        </a:lnTo>
                        <a:lnTo>
                          <a:pt x="741621" y="0"/>
                        </a:lnTo>
                        <a:lnTo>
                          <a:pt x="0" y="500831"/>
                        </a:lnTo>
                        <a:lnTo>
                          <a:pt x="741621" y="58432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16" name="Freeform: Shape 3115">
                    <a:extLst>
                      <a:ext uri="{FF2B5EF4-FFF2-40B4-BE49-F238E27FC236}">
                        <a16:creationId xmlns:a16="http://schemas.microsoft.com/office/drawing/2014/main" id="{854D4725-B2BE-DF53-41F1-94265441827F}"/>
                      </a:ext>
                    </a:extLst>
                  </p:cNvPr>
                  <p:cNvSpPr/>
                  <p:nvPr/>
                </p:nvSpPr>
                <p:spPr>
                  <a:xfrm>
                    <a:off x="5688400" y="4475550"/>
                    <a:ext cx="3856" cy="4077"/>
                  </a:xfrm>
                  <a:custGeom>
                    <a:avLst/>
                    <a:gdLst>
                      <a:gd name="connsiteX0" fmla="*/ 0 w 3856"/>
                      <a:gd name="connsiteY0" fmla="*/ 4077 h 4077"/>
                      <a:gd name="connsiteX1" fmla="*/ 3416 w 3856"/>
                      <a:gd name="connsiteY1" fmla="*/ 4077 h 4077"/>
                      <a:gd name="connsiteX2" fmla="*/ 3857 w 3856"/>
                      <a:gd name="connsiteY2" fmla="*/ 588 h 4077"/>
                      <a:gd name="connsiteX3" fmla="*/ 0 w 3856"/>
                      <a:gd name="connsiteY3" fmla="*/ 0 h 4077"/>
                      <a:gd name="connsiteX4" fmla="*/ 0 w 3856"/>
                      <a:gd name="connsiteY4" fmla="*/ 4077 h 4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6" h="4077">
                        <a:moveTo>
                          <a:pt x="0" y="4077"/>
                        </a:moveTo>
                        <a:lnTo>
                          <a:pt x="3416" y="4077"/>
                        </a:lnTo>
                        <a:lnTo>
                          <a:pt x="3857" y="588"/>
                        </a:lnTo>
                        <a:lnTo>
                          <a:pt x="0" y="0"/>
                        </a:lnTo>
                        <a:lnTo>
                          <a:pt x="0" y="407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17" name="Freeform: Shape 3116">
                    <a:extLst>
                      <a:ext uri="{FF2B5EF4-FFF2-40B4-BE49-F238E27FC236}">
                        <a16:creationId xmlns:a16="http://schemas.microsoft.com/office/drawing/2014/main" id="{A2AE033C-3230-0148-A022-1A8D37947705}"/>
                      </a:ext>
                    </a:extLst>
                  </p:cNvPr>
                  <p:cNvSpPr/>
                  <p:nvPr/>
                </p:nvSpPr>
                <p:spPr>
                  <a:xfrm>
                    <a:off x="5368190" y="3330479"/>
                    <a:ext cx="6024" cy="5142"/>
                  </a:xfrm>
                  <a:custGeom>
                    <a:avLst/>
                    <a:gdLst>
                      <a:gd name="connsiteX0" fmla="*/ 0 w 6024"/>
                      <a:gd name="connsiteY0" fmla="*/ 1653 h 5142"/>
                      <a:gd name="connsiteX1" fmla="*/ 0 w 6024"/>
                      <a:gd name="connsiteY1" fmla="*/ 5143 h 5142"/>
                      <a:gd name="connsiteX2" fmla="*/ 6024 w 6024"/>
                      <a:gd name="connsiteY2" fmla="*/ 5143 h 5142"/>
                      <a:gd name="connsiteX3" fmla="*/ 2976 w 6024"/>
                      <a:gd name="connsiteY3" fmla="*/ 0 h 5142"/>
                      <a:gd name="connsiteX4" fmla="*/ 0 w 6024"/>
                      <a:gd name="connsiteY4" fmla="*/ 1653 h 5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4" h="5142">
                        <a:moveTo>
                          <a:pt x="0" y="1653"/>
                        </a:moveTo>
                        <a:lnTo>
                          <a:pt x="0" y="5143"/>
                        </a:lnTo>
                        <a:lnTo>
                          <a:pt x="6024" y="5143"/>
                        </a:lnTo>
                        <a:lnTo>
                          <a:pt x="2976" y="0"/>
                        </a:lnTo>
                        <a:lnTo>
                          <a:pt x="0" y="165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18" name="Freeform: Shape 3117">
                    <a:extLst>
                      <a:ext uri="{FF2B5EF4-FFF2-40B4-BE49-F238E27FC236}">
                        <a16:creationId xmlns:a16="http://schemas.microsoft.com/office/drawing/2014/main" id="{F3CE9630-E688-ED1C-74EE-E7BC3B595BA7}"/>
                      </a:ext>
                    </a:extLst>
                  </p:cNvPr>
                  <p:cNvSpPr/>
                  <p:nvPr/>
                </p:nvSpPr>
                <p:spPr>
                  <a:xfrm>
                    <a:off x="5362202" y="3328606"/>
                    <a:ext cx="332956" cy="579037"/>
                  </a:xfrm>
                  <a:custGeom>
                    <a:avLst/>
                    <a:gdLst>
                      <a:gd name="connsiteX0" fmla="*/ 0 w 332956"/>
                      <a:gd name="connsiteY0" fmla="*/ 0 h 579037"/>
                      <a:gd name="connsiteX1" fmla="*/ 3012 w 332956"/>
                      <a:gd name="connsiteY1" fmla="*/ 5180 h 579037"/>
                      <a:gd name="connsiteX2" fmla="*/ 5988 w 332956"/>
                      <a:gd name="connsiteY2" fmla="*/ 3527 h 579037"/>
                      <a:gd name="connsiteX3" fmla="*/ 8963 w 332956"/>
                      <a:gd name="connsiteY3" fmla="*/ 1873 h 579037"/>
                      <a:gd name="connsiteX4" fmla="*/ 12012 w 332956"/>
                      <a:gd name="connsiteY4" fmla="*/ 7016 h 579037"/>
                      <a:gd name="connsiteX5" fmla="*/ 165193 w 332956"/>
                      <a:gd name="connsiteY5" fmla="*/ 7016 h 579037"/>
                      <a:gd name="connsiteX6" fmla="*/ 318263 w 332956"/>
                      <a:gd name="connsiteY6" fmla="*/ 549871 h 579037"/>
                      <a:gd name="connsiteX7" fmla="*/ 12012 w 332956"/>
                      <a:gd name="connsiteY7" fmla="*/ 7016 h 579037"/>
                      <a:gd name="connsiteX8" fmla="*/ 5988 w 332956"/>
                      <a:gd name="connsiteY8" fmla="*/ 7016 h 579037"/>
                      <a:gd name="connsiteX9" fmla="*/ 5988 w 332956"/>
                      <a:gd name="connsiteY9" fmla="*/ 3527 h 579037"/>
                      <a:gd name="connsiteX10" fmla="*/ 3012 w 332956"/>
                      <a:gd name="connsiteY10" fmla="*/ 5180 h 579037"/>
                      <a:gd name="connsiteX11" fmla="*/ 326639 w 332956"/>
                      <a:gd name="connsiteY11" fmla="*/ 579037 h 579037"/>
                      <a:gd name="connsiteX12" fmla="*/ 332957 w 332956"/>
                      <a:gd name="connsiteY12" fmla="*/ 576282 h 579037"/>
                      <a:gd name="connsiteX13" fmla="*/ 170556 w 332956"/>
                      <a:gd name="connsiteY13" fmla="*/ 0 h 579037"/>
                      <a:gd name="connsiteX14" fmla="*/ 0 w 332956"/>
                      <a:gd name="connsiteY14" fmla="*/ 0 h 579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2956" h="579037">
                        <a:moveTo>
                          <a:pt x="0" y="0"/>
                        </a:moveTo>
                        <a:lnTo>
                          <a:pt x="3012" y="5180"/>
                        </a:lnTo>
                        <a:lnTo>
                          <a:pt x="5988" y="3527"/>
                        </a:lnTo>
                        <a:lnTo>
                          <a:pt x="8963" y="1873"/>
                        </a:lnTo>
                        <a:lnTo>
                          <a:pt x="12012" y="7016"/>
                        </a:lnTo>
                        <a:lnTo>
                          <a:pt x="165193" y="7016"/>
                        </a:lnTo>
                        <a:lnTo>
                          <a:pt x="318263" y="549871"/>
                        </a:lnTo>
                        <a:lnTo>
                          <a:pt x="12012" y="7016"/>
                        </a:lnTo>
                        <a:lnTo>
                          <a:pt x="5988" y="7016"/>
                        </a:lnTo>
                        <a:lnTo>
                          <a:pt x="5988" y="3527"/>
                        </a:lnTo>
                        <a:lnTo>
                          <a:pt x="3012" y="5180"/>
                        </a:lnTo>
                        <a:lnTo>
                          <a:pt x="326639" y="579037"/>
                        </a:lnTo>
                        <a:lnTo>
                          <a:pt x="332957" y="576282"/>
                        </a:lnTo>
                        <a:lnTo>
                          <a:pt x="170556" y="0"/>
                        </a:lnTo>
                        <a:lnTo>
                          <a:pt x="0"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19" name="Freeform: Shape 3118">
                    <a:extLst>
                      <a:ext uri="{FF2B5EF4-FFF2-40B4-BE49-F238E27FC236}">
                        <a16:creationId xmlns:a16="http://schemas.microsoft.com/office/drawing/2014/main" id="{946D0829-61AE-660E-7742-8508094CB39F}"/>
                      </a:ext>
                    </a:extLst>
                  </p:cNvPr>
                  <p:cNvSpPr/>
                  <p:nvPr/>
                </p:nvSpPr>
                <p:spPr>
                  <a:xfrm>
                    <a:off x="5524456" y="3325300"/>
                    <a:ext cx="660623" cy="585649"/>
                  </a:xfrm>
                  <a:custGeom>
                    <a:avLst/>
                    <a:gdLst>
                      <a:gd name="connsiteX0" fmla="*/ 165156 w 660623"/>
                      <a:gd name="connsiteY0" fmla="*/ 585649 h 585649"/>
                      <a:gd name="connsiteX1" fmla="*/ 169013 w 660623"/>
                      <a:gd name="connsiteY1" fmla="*/ 583813 h 585649"/>
                      <a:gd name="connsiteX2" fmla="*/ 167360 w 660623"/>
                      <a:gd name="connsiteY2" fmla="*/ 580690 h 585649"/>
                      <a:gd name="connsiteX3" fmla="*/ 165817 w 660623"/>
                      <a:gd name="connsiteY3" fmla="*/ 577348 h 585649"/>
                      <a:gd name="connsiteX4" fmla="*/ 169527 w 660623"/>
                      <a:gd name="connsiteY4" fmla="*/ 575511 h 585649"/>
                      <a:gd name="connsiteX5" fmla="*/ 11204 w 660623"/>
                      <a:gd name="connsiteY5" fmla="*/ 13628 h 585649"/>
                      <a:gd name="connsiteX6" fmla="*/ 644938 w 660623"/>
                      <a:gd name="connsiteY6" fmla="*/ 334683 h 585649"/>
                      <a:gd name="connsiteX7" fmla="*/ 169527 w 660623"/>
                      <a:gd name="connsiteY7" fmla="*/ 575511 h 585649"/>
                      <a:gd name="connsiteX8" fmla="*/ 170703 w 660623"/>
                      <a:gd name="connsiteY8" fmla="*/ 579588 h 585649"/>
                      <a:gd name="connsiteX9" fmla="*/ 167360 w 660623"/>
                      <a:gd name="connsiteY9" fmla="*/ 580690 h 585649"/>
                      <a:gd name="connsiteX10" fmla="*/ 169013 w 660623"/>
                      <a:gd name="connsiteY10" fmla="*/ 583813 h 585649"/>
                      <a:gd name="connsiteX11" fmla="*/ 660623 w 660623"/>
                      <a:gd name="connsiteY11" fmla="*/ 334683 h 585649"/>
                      <a:gd name="connsiteX12" fmla="*/ 0 w 660623"/>
                      <a:gd name="connsiteY12" fmla="*/ 0 h 585649"/>
                      <a:gd name="connsiteX13" fmla="*/ 165156 w 660623"/>
                      <a:gd name="connsiteY13" fmla="*/ 585649 h 58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0623" h="585649">
                        <a:moveTo>
                          <a:pt x="165156" y="585649"/>
                        </a:moveTo>
                        <a:lnTo>
                          <a:pt x="169013" y="583813"/>
                        </a:lnTo>
                        <a:lnTo>
                          <a:pt x="167360" y="580690"/>
                        </a:lnTo>
                        <a:lnTo>
                          <a:pt x="165817" y="577348"/>
                        </a:lnTo>
                        <a:lnTo>
                          <a:pt x="169527" y="575511"/>
                        </a:lnTo>
                        <a:lnTo>
                          <a:pt x="11204" y="13628"/>
                        </a:lnTo>
                        <a:lnTo>
                          <a:pt x="644938" y="334683"/>
                        </a:lnTo>
                        <a:lnTo>
                          <a:pt x="169527" y="575511"/>
                        </a:lnTo>
                        <a:lnTo>
                          <a:pt x="170703" y="579588"/>
                        </a:lnTo>
                        <a:lnTo>
                          <a:pt x="167360" y="580690"/>
                        </a:lnTo>
                        <a:lnTo>
                          <a:pt x="169013" y="583813"/>
                        </a:lnTo>
                        <a:lnTo>
                          <a:pt x="660623" y="334683"/>
                        </a:lnTo>
                        <a:lnTo>
                          <a:pt x="0" y="0"/>
                        </a:lnTo>
                        <a:lnTo>
                          <a:pt x="165156" y="58564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20" name="Freeform: Shape 3119">
                    <a:extLst>
                      <a:ext uri="{FF2B5EF4-FFF2-40B4-BE49-F238E27FC236}">
                        <a16:creationId xmlns:a16="http://schemas.microsoft.com/office/drawing/2014/main" id="{5CFD9C84-78F4-EB63-C7D0-13C94ED5C02A}"/>
                      </a:ext>
                    </a:extLst>
                  </p:cNvPr>
                  <p:cNvSpPr/>
                  <p:nvPr/>
                </p:nvSpPr>
                <p:spPr>
                  <a:xfrm>
                    <a:off x="5690273" y="3900810"/>
                    <a:ext cx="4885" cy="5179"/>
                  </a:xfrm>
                  <a:custGeom>
                    <a:avLst/>
                    <a:gdLst>
                      <a:gd name="connsiteX0" fmla="*/ 0 w 4885"/>
                      <a:gd name="connsiteY0" fmla="*/ 1837 h 5179"/>
                      <a:gd name="connsiteX1" fmla="*/ 1543 w 4885"/>
                      <a:gd name="connsiteY1" fmla="*/ 5179 h 5179"/>
                      <a:gd name="connsiteX2" fmla="*/ 4885 w 4885"/>
                      <a:gd name="connsiteY2" fmla="*/ 4077 h 5179"/>
                      <a:gd name="connsiteX3" fmla="*/ 3710 w 4885"/>
                      <a:gd name="connsiteY3" fmla="*/ 0 h 5179"/>
                      <a:gd name="connsiteX4" fmla="*/ 0 w 4885"/>
                      <a:gd name="connsiteY4" fmla="*/ 1837 h 5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5" h="5179">
                        <a:moveTo>
                          <a:pt x="0" y="1837"/>
                        </a:moveTo>
                        <a:lnTo>
                          <a:pt x="1543" y="5179"/>
                        </a:lnTo>
                        <a:lnTo>
                          <a:pt x="4885" y="4077"/>
                        </a:lnTo>
                        <a:lnTo>
                          <a:pt x="3710" y="0"/>
                        </a:lnTo>
                        <a:lnTo>
                          <a:pt x="0" y="183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21" name="Freeform: Shape 3120">
                    <a:extLst>
                      <a:ext uri="{FF2B5EF4-FFF2-40B4-BE49-F238E27FC236}">
                        <a16:creationId xmlns:a16="http://schemas.microsoft.com/office/drawing/2014/main" id="{D7F22850-C8BD-4C2D-D4DB-C44050C52DFA}"/>
                      </a:ext>
                    </a:extLst>
                  </p:cNvPr>
                  <p:cNvSpPr/>
                  <p:nvPr/>
                </p:nvSpPr>
                <p:spPr>
                  <a:xfrm>
                    <a:off x="5688840" y="4466734"/>
                    <a:ext cx="6538" cy="12893"/>
                  </a:xfrm>
                  <a:custGeom>
                    <a:avLst/>
                    <a:gdLst>
                      <a:gd name="connsiteX0" fmla="*/ 2975 w 6538"/>
                      <a:gd name="connsiteY0" fmla="*/ 12894 h 12893"/>
                      <a:gd name="connsiteX1" fmla="*/ 6538 w 6538"/>
                      <a:gd name="connsiteY1" fmla="*/ 12894 h 12893"/>
                      <a:gd name="connsiteX2" fmla="*/ 6538 w 6538"/>
                      <a:gd name="connsiteY2" fmla="*/ 0 h 12893"/>
                      <a:gd name="connsiteX3" fmla="*/ 0 w 6538"/>
                      <a:gd name="connsiteY3" fmla="*/ 11057 h 12893"/>
                      <a:gd name="connsiteX4" fmla="*/ 2975 w 6538"/>
                      <a:gd name="connsiteY4" fmla="*/ 12894 h 128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8" h="12893">
                        <a:moveTo>
                          <a:pt x="2975" y="12894"/>
                        </a:moveTo>
                        <a:lnTo>
                          <a:pt x="6538" y="12894"/>
                        </a:lnTo>
                        <a:lnTo>
                          <a:pt x="6538" y="0"/>
                        </a:lnTo>
                        <a:lnTo>
                          <a:pt x="0" y="11057"/>
                        </a:lnTo>
                        <a:lnTo>
                          <a:pt x="2975" y="1289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22" name="Freeform: Shape 3121">
                    <a:extLst>
                      <a:ext uri="{FF2B5EF4-FFF2-40B4-BE49-F238E27FC236}">
                        <a16:creationId xmlns:a16="http://schemas.microsoft.com/office/drawing/2014/main" id="{E2D9436A-0BD4-A65A-1321-F3222DC43FD8}"/>
                      </a:ext>
                    </a:extLst>
                  </p:cNvPr>
                  <p:cNvSpPr/>
                  <p:nvPr/>
                </p:nvSpPr>
                <p:spPr>
                  <a:xfrm>
                    <a:off x="5688400" y="3651313"/>
                    <a:ext cx="498002" cy="841207"/>
                  </a:xfrm>
                  <a:custGeom>
                    <a:avLst/>
                    <a:gdLst>
                      <a:gd name="connsiteX0" fmla="*/ 0 w 498002"/>
                      <a:gd name="connsiteY0" fmla="*/ 841208 h 841207"/>
                      <a:gd name="connsiteX1" fmla="*/ 6392 w 498002"/>
                      <a:gd name="connsiteY1" fmla="*/ 830151 h 841207"/>
                      <a:gd name="connsiteX2" fmla="*/ 3416 w 498002"/>
                      <a:gd name="connsiteY2" fmla="*/ 828314 h 841207"/>
                      <a:gd name="connsiteX3" fmla="*/ 441 w 498002"/>
                      <a:gd name="connsiteY3" fmla="*/ 826477 h 841207"/>
                      <a:gd name="connsiteX4" fmla="*/ 6979 w 498002"/>
                      <a:gd name="connsiteY4" fmla="*/ 815420 h 841207"/>
                      <a:gd name="connsiteX5" fmla="*/ 6979 w 498002"/>
                      <a:gd name="connsiteY5" fmla="*/ 256881 h 841207"/>
                      <a:gd name="connsiteX6" fmla="*/ 479525 w 498002"/>
                      <a:gd name="connsiteY6" fmla="*/ 17338 h 841207"/>
                      <a:gd name="connsiteX7" fmla="*/ 6979 w 498002"/>
                      <a:gd name="connsiteY7" fmla="*/ 815420 h 841207"/>
                      <a:gd name="connsiteX8" fmla="*/ 6979 w 498002"/>
                      <a:gd name="connsiteY8" fmla="*/ 828314 h 841207"/>
                      <a:gd name="connsiteX9" fmla="*/ 3416 w 498002"/>
                      <a:gd name="connsiteY9" fmla="*/ 828314 h 841207"/>
                      <a:gd name="connsiteX10" fmla="*/ 6392 w 498002"/>
                      <a:gd name="connsiteY10" fmla="*/ 830151 h 841207"/>
                      <a:gd name="connsiteX11" fmla="*/ 498002 w 498002"/>
                      <a:gd name="connsiteY11" fmla="*/ 0 h 841207"/>
                      <a:gd name="connsiteX12" fmla="*/ 0 w 498002"/>
                      <a:gd name="connsiteY12" fmla="*/ 252252 h 841207"/>
                      <a:gd name="connsiteX13" fmla="*/ 0 w 498002"/>
                      <a:gd name="connsiteY13" fmla="*/ 841208 h 841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8002" h="841207">
                        <a:moveTo>
                          <a:pt x="0" y="841208"/>
                        </a:moveTo>
                        <a:lnTo>
                          <a:pt x="6392" y="830151"/>
                        </a:lnTo>
                        <a:lnTo>
                          <a:pt x="3416" y="828314"/>
                        </a:lnTo>
                        <a:lnTo>
                          <a:pt x="441" y="826477"/>
                        </a:lnTo>
                        <a:lnTo>
                          <a:pt x="6979" y="815420"/>
                        </a:lnTo>
                        <a:lnTo>
                          <a:pt x="6979" y="256881"/>
                        </a:lnTo>
                        <a:lnTo>
                          <a:pt x="479525" y="17338"/>
                        </a:lnTo>
                        <a:lnTo>
                          <a:pt x="6979" y="815420"/>
                        </a:lnTo>
                        <a:lnTo>
                          <a:pt x="6979" y="828314"/>
                        </a:lnTo>
                        <a:lnTo>
                          <a:pt x="3416" y="828314"/>
                        </a:lnTo>
                        <a:lnTo>
                          <a:pt x="6392" y="830151"/>
                        </a:lnTo>
                        <a:lnTo>
                          <a:pt x="498002" y="0"/>
                        </a:lnTo>
                        <a:lnTo>
                          <a:pt x="0" y="252252"/>
                        </a:lnTo>
                        <a:lnTo>
                          <a:pt x="0" y="84120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23" name="Freeform: Shape 3122">
                    <a:extLst>
                      <a:ext uri="{FF2B5EF4-FFF2-40B4-BE49-F238E27FC236}">
                        <a16:creationId xmlns:a16="http://schemas.microsoft.com/office/drawing/2014/main" id="{C3D89DB1-76BF-F45E-D206-09D6CF3340FA}"/>
                      </a:ext>
                    </a:extLst>
                  </p:cNvPr>
                  <p:cNvSpPr/>
                  <p:nvPr/>
                </p:nvSpPr>
                <p:spPr>
                  <a:xfrm>
                    <a:off x="4960296" y="4385735"/>
                    <a:ext cx="6796" cy="11865"/>
                  </a:xfrm>
                  <a:custGeom>
                    <a:avLst/>
                    <a:gdLst>
                      <a:gd name="connsiteX0" fmla="*/ 0 w 6796"/>
                      <a:gd name="connsiteY0" fmla="*/ 10910 h 11865"/>
                      <a:gd name="connsiteX1" fmla="*/ 3416 w 6796"/>
                      <a:gd name="connsiteY1" fmla="*/ 11865 h 11865"/>
                      <a:gd name="connsiteX2" fmla="*/ 6796 w 6796"/>
                      <a:gd name="connsiteY2" fmla="*/ 10543 h 11865"/>
                      <a:gd name="connsiteX3" fmla="*/ 2718 w 6796"/>
                      <a:gd name="connsiteY3" fmla="*/ 0 h 11865"/>
                      <a:gd name="connsiteX4" fmla="*/ 0 w 6796"/>
                      <a:gd name="connsiteY4" fmla="*/ 10910 h 11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96" h="11865">
                        <a:moveTo>
                          <a:pt x="0" y="10910"/>
                        </a:moveTo>
                        <a:lnTo>
                          <a:pt x="3416" y="11865"/>
                        </a:lnTo>
                        <a:lnTo>
                          <a:pt x="6796" y="10543"/>
                        </a:lnTo>
                        <a:lnTo>
                          <a:pt x="2718" y="0"/>
                        </a:lnTo>
                        <a:lnTo>
                          <a:pt x="0" y="1091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24" name="Freeform: Shape 3123">
                    <a:extLst>
                      <a:ext uri="{FF2B5EF4-FFF2-40B4-BE49-F238E27FC236}">
                        <a16:creationId xmlns:a16="http://schemas.microsoft.com/office/drawing/2014/main" id="{0C56CC62-55BB-5B15-C9DD-AD4589BC6EFA}"/>
                      </a:ext>
                    </a:extLst>
                  </p:cNvPr>
                  <p:cNvSpPr/>
                  <p:nvPr/>
                </p:nvSpPr>
                <p:spPr>
                  <a:xfrm>
                    <a:off x="4961765" y="4389445"/>
                    <a:ext cx="7567" cy="9073"/>
                  </a:xfrm>
                  <a:custGeom>
                    <a:avLst/>
                    <a:gdLst>
                      <a:gd name="connsiteX0" fmla="*/ 1947 w 7567"/>
                      <a:gd name="connsiteY0" fmla="*/ 8155 h 9073"/>
                      <a:gd name="connsiteX1" fmla="*/ 5400 w 7567"/>
                      <a:gd name="connsiteY1" fmla="*/ 9074 h 9073"/>
                      <a:gd name="connsiteX2" fmla="*/ 7567 w 7567"/>
                      <a:gd name="connsiteY2" fmla="*/ 0 h 9073"/>
                      <a:gd name="connsiteX3" fmla="*/ 0 w 7567"/>
                      <a:gd name="connsiteY3" fmla="*/ 5180 h 9073"/>
                      <a:gd name="connsiteX4" fmla="*/ 1947 w 7567"/>
                      <a:gd name="connsiteY4" fmla="*/ 8155 h 9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7" h="9073">
                        <a:moveTo>
                          <a:pt x="1947" y="8155"/>
                        </a:moveTo>
                        <a:lnTo>
                          <a:pt x="5400" y="9074"/>
                        </a:lnTo>
                        <a:lnTo>
                          <a:pt x="7567" y="0"/>
                        </a:lnTo>
                        <a:lnTo>
                          <a:pt x="0" y="5180"/>
                        </a:lnTo>
                        <a:lnTo>
                          <a:pt x="1947" y="815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25" name="Freeform: Shape 3124">
                    <a:extLst>
                      <a:ext uri="{FF2B5EF4-FFF2-40B4-BE49-F238E27FC236}">
                        <a16:creationId xmlns:a16="http://schemas.microsoft.com/office/drawing/2014/main" id="{7B94A0A4-1E59-237F-AF09-B7BAC80B9ABE}"/>
                      </a:ext>
                    </a:extLst>
                  </p:cNvPr>
                  <p:cNvSpPr/>
                  <p:nvPr/>
                </p:nvSpPr>
                <p:spPr>
                  <a:xfrm>
                    <a:off x="4958128" y="3407180"/>
                    <a:ext cx="739197" cy="998502"/>
                  </a:xfrm>
                  <a:custGeom>
                    <a:avLst/>
                    <a:gdLst>
                      <a:gd name="connsiteX0" fmla="*/ 0 w 739197"/>
                      <a:gd name="connsiteY0" fmla="*/ 998502 h 998502"/>
                      <a:gd name="connsiteX1" fmla="*/ 7494 w 739197"/>
                      <a:gd name="connsiteY1" fmla="*/ 993360 h 998502"/>
                      <a:gd name="connsiteX2" fmla="*/ 5584 w 739197"/>
                      <a:gd name="connsiteY2" fmla="*/ 990421 h 998502"/>
                      <a:gd name="connsiteX3" fmla="*/ 3637 w 739197"/>
                      <a:gd name="connsiteY3" fmla="*/ 987445 h 998502"/>
                      <a:gd name="connsiteX4" fmla="*/ 11204 w 739197"/>
                      <a:gd name="connsiteY4" fmla="*/ 982266 h 998502"/>
                      <a:gd name="connsiteX5" fmla="*/ 250268 w 739197"/>
                      <a:gd name="connsiteY5" fmla="*/ 13812 h 998502"/>
                      <a:gd name="connsiteX6" fmla="*/ 728214 w 739197"/>
                      <a:gd name="connsiteY6" fmla="*/ 498259 h 998502"/>
                      <a:gd name="connsiteX7" fmla="*/ 11204 w 739197"/>
                      <a:gd name="connsiteY7" fmla="*/ 982266 h 998502"/>
                      <a:gd name="connsiteX8" fmla="*/ 9036 w 739197"/>
                      <a:gd name="connsiteY8" fmla="*/ 991339 h 998502"/>
                      <a:gd name="connsiteX9" fmla="*/ 5584 w 739197"/>
                      <a:gd name="connsiteY9" fmla="*/ 990421 h 998502"/>
                      <a:gd name="connsiteX10" fmla="*/ 7494 w 739197"/>
                      <a:gd name="connsiteY10" fmla="*/ 993360 h 998502"/>
                      <a:gd name="connsiteX11" fmla="*/ 739197 w 739197"/>
                      <a:gd name="connsiteY11" fmla="*/ 499361 h 998502"/>
                      <a:gd name="connsiteX12" fmla="*/ 246338 w 739197"/>
                      <a:gd name="connsiteY12" fmla="*/ 0 h 998502"/>
                      <a:gd name="connsiteX13" fmla="*/ 0 w 739197"/>
                      <a:gd name="connsiteY13" fmla="*/ 998502 h 998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39197" h="998502">
                        <a:moveTo>
                          <a:pt x="0" y="998502"/>
                        </a:moveTo>
                        <a:lnTo>
                          <a:pt x="7494" y="993360"/>
                        </a:lnTo>
                        <a:lnTo>
                          <a:pt x="5584" y="990421"/>
                        </a:lnTo>
                        <a:lnTo>
                          <a:pt x="3637" y="987445"/>
                        </a:lnTo>
                        <a:lnTo>
                          <a:pt x="11204" y="982266"/>
                        </a:lnTo>
                        <a:lnTo>
                          <a:pt x="250268" y="13812"/>
                        </a:lnTo>
                        <a:lnTo>
                          <a:pt x="728214" y="498259"/>
                        </a:lnTo>
                        <a:lnTo>
                          <a:pt x="11204" y="982266"/>
                        </a:lnTo>
                        <a:lnTo>
                          <a:pt x="9036" y="991339"/>
                        </a:lnTo>
                        <a:lnTo>
                          <a:pt x="5584" y="990421"/>
                        </a:lnTo>
                        <a:lnTo>
                          <a:pt x="7494" y="993360"/>
                        </a:lnTo>
                        <a:lnTo>
                          <a:pt x="739197" y="499361"/>
                        </a:lnTo>
                        <a:lnTo>
                          <a:pt x="246338" y="0"/>
                        </a:lnTo>
                        <a:lnTo>
                          <a:pt x="0" y="99850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26" name="Freeform: Shape 3125">
                    <a:extLst>
                      <a:ext uri="{FF2B5EF4-FFF2-40B4-BE49-F238E27FC236}">
                        <a16:creationId xmlns:a16="http://schemas.microsoft.com/office/drawing/2014/main" id="{0471981F-7BC9-9D1C-44C6-9CDB3BC9B26E}"/>
                      </a:ext>
                    </a:extLst>
                  </p:cNvPr>
                  <p:cNvSpPr/>
                  <p:nvPr/>
                </p:nvSpPr>
                <p:spPr>
                  <a:xfrm>
                    <a:off x="5200536" y="3327504"/>
                    <a:ext cx="494255" cy="580874"/>
                  </a:xfrm>
                  <a:custGeom>
                    <a:avLst/>
                    <a:gdLst>
                      <a:gd name="connsiteX0" fmla="*/ 0 w 494255"/>
                      <a:gd name="connsiteY0" fmla="*/ 85553 h 580874"/>
                      <a:gd name="connsiteX1" fmla="*/ 3526 w 494255"/>
                      <a:gd name="connsiteY1" fmla="*/ 89080 h 580874"/>
                      <a:gd name="connsiteX2" fmla="*/ 5914 w 494255"/>
                      <a:gd name="connsiteY2" fmla="*/ 86472 h 580874"/>
                      <a:gd name="connsiteX3" fmla="*/ 8375 w 494255"/>
                      <a:gd name="connsiteY3" fmla="*/ 84084 h 580874"/>
                      <a:gd name="connsiteX4" fmla="*/ 11865 w 494255"/>
                      <a:gd name="connsiteY4" fmla="*/ 87610 h 580874"/>
                      <a:gd name="connsiteX5" fmla="*/ 166258 w 494255"/>
                      <a:gd name="connsiteY5" fmla="*/ 9220 h 580874"/>
                      <a:gd name="connsiteX6" fmla="*/ 475190 w 494255"/>
                      <a:gd name="connsiteY6" fmla="*/ 556887 h 580874"/>
                      <a:gd name="connsiteX7" fmla="*/ 11865 w 494255"/>
                      <a:gd name="connsiteY7" fmla="*/ 87610 h 580874"/>
                      <a:gd name="connsiteX8" fmla="*/ 7531 w 494255"/>
                      <a:gd name="connsiteY8" fmla="*/ 89815 h 580874"/>
                      <a:gd name="connsiteX9" fmla="*/ 5914 w 494255"/>
                      <a:gd name="connsiteY9" fmla="*/ 86472 h 580874"/>
                      <a:gd name="connsiteX10" fmla="*/ 3526 w 494255"/>
                      <a:gd name="connsiteY10" fmla="*/ 89080 h 580874"/>
                      <a:gd name="connsiteX11" fmla="*/ 488782 w 494255"/>
                      <a:gd name="connsiteY11" fmla="*/ 580874 h 580874"/>
                      <a:gd name="connsiteX12" fmla="*/ 494256 w 494255"/>
                      <a:gd name="connsiteY12" fmla="*/ 576613 h 580874"/>
                      <a:gd name="connsiteX13" fmla="*/ 169013 w 494255"/>
                      <a:gd name="connsiteY13" fmla="*/ 0 h 580874"/>
                      <a:gd name="connsiteX14" fmla="*/ 0 w 494255"/>
                      <a:gd name="connsiteY14" fmla="*/ 85553 h 58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4255" h="580874">
                        <a:moveTo>
                          <a:pt x="0" y="85553"/>
                        </a:moveTo>
                        <a:lnTo>
                          <a:pt x="3526" y="89080"/>
                        </a:lnTo>
                        <a:lnTo>
                          <a:pt x="5914" y="86472"/>
                        </a:lnTo>
                        <a:lnTo>
                          <a:pt x="8375" y="84084"/>
                        </a:lnTo>
                        <a:lnTo>
                          <a:pt x="11865" y="87610"/>
                        </a:lnTo>
                        <a:lnTo>
                          <a:pt x="166258" y="9220"/>
                        </a:lnTo>
                        <a:lnTo>
                          <a:pt x="475190" y="556887"/>
                        </a:lnTo>
                        <a:lnTo>
                          <a:pt x="11865" y="87610"/>
                        </a:lnTo>
                        <a:lnTo>
                          <a:pt x="7531" y="89815"/>
                        </a:lnTo>
                        <a:lnTo>
                          <a:pt x="5914" y="86472"/>
                        </a:lnTo>
                        <a:lnTo>
                          <a:pt x="3526" y="89080"/>
                        </a:lnTo>
                        <a:lnTo>
                          <a:pt x="488782" y="580874"/>
                        </a:lnTo>
                        <a:lnTo>
                          <a:pt x="494256" y="576613"/>
                        </a:lnTo>
                        <a:lnTo>
                          <a:pt x="169013" y="0"/>
                        </a:lnTo>
                        <a:lnTo>
                          <a:pt x="0" y="8555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27" name="Freeform: Shape 3126">
                    <a:extLst>
                      <a:ext uri="{FF2B5EF4-FFF2-40B4-BE49-F238E27FC236}">
                        <a16:creationId xmlns:a16="http://schemas.microsoft.com/office/drawing/2014/main" id="{7FBAB80C-074C-5633-9A26-39FC8022A723}"/>
                      </a:ext>
                    </a:extLst>
                  </p:cNvPr>
                  <p:cNvSpPr/>
                  <p:nvPr/>
                </p:nvSpPr>
                <p:spPr>
                  <a:xfrm>
                    <a:off x="5206450" y="3411588"/>
                    <a:ext cx="5950" cy="5730"/>
                  </a:xfrm>
                  <a:custGeom>
                    <a:avLst/>
                    <a:gdLst>
                      <a:gd name="connsiteX0" fmla="*/ 0 w 5950"/>
                      <a:gd name="connsiteY0" fmla="*/ 2388 h 5730"/>
                      <a:gd name="connsiteX1" fmla="*/ 1617 w 5950"/>
                      <a:gd name="connsiteY1" fmla="*/ 5730 h 5730"/>
                      <a:gd name="connsiteX2" fmla="*/ 5951 w 5950"/>
                      <a:gd name="connsiteY2" fmla="*/ 3526 h 5730"/>
                      <a:gd name="connsiteX3" fmla="*/ 2461 w 5950"/>
                      <a:gd name="connsiteY3" fmla="*/ 0 h 5730"/>
                      <a:gd name="connsiteX4" fmla="*/ 0 w 5950"/>
                      <a:gd name="connsiteY4" fmla="*/ 2388 h 5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0" h="5730">
                        <a:moveTo>
                          <a:pt x="0" y="2388"/>
                        </a:moveTo>
                        <a:lnTo>
                          <a:pt x="1617" y="5730"/>
                        </a:lnTo>
                        <a:lnTo>
                          <a:pt x="5951" y="3526"/>
                        </a:lnTo>
                        <a:lnTo>
                          <a:pt x="2461" y="0"/>
                        </a:lnTo>
                        <a:lnTo>
                          <a:pt x="0" y="238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28" name="Freeform: Shape 3127">
                    <a:extLst>
                      <a:ext uri="{FF2B5EF4-FFF2-40B4-BE49-F238E27FC236}">
                        <a16:creationId xmlns:a16="http://schemas.microsoft.com/office/drawing/2014/main" id="{1923E335-1784-8D43-34E6-2840F436182A}"/>
                      </a:ext>
                    </a:extLst>
                  </p:cNvPr>
                  <p:cNvSpPr/>
                  <p:nvPr/>
                </p:nvSpPr>
                <p:spPr>
                  <a:xfrm>
                    <a:off x="0" y="4648530"/>
                    <a:ext cx="434562" cy="226979"/>
                  </a:xfrm>
                  <a:custGeom>
                    <a:avLst/>
                    <a:gdLst>
                      <a:gd name="connsiteX0" fmla="*/ 0 w 434562"/>
                      <a:gd name="connsiteY0" fmla="*/ 0 h 226979"/>
                      <a:gd name="connsiteX1" fmla="*/ 0 w 434562"/>
                      <a:gd name="connsiteY1" fmla="*/ 7384 h 226979"/>
                      <a:gd name="connsiteX2" fmla="*/ 418804 w 434562"/>
                      <a:gd name="connsiteY2" fmla="*/ 78023 h 226979"/>
                      <a:gd name="connsiteX3" fmla="*/ 0 w 434562"/>
                      <a:gd name="connsiteY3" fmla="*/ 219449 h 226979"/>
                      <a:gd name="connsiteX4" fmla="*/ 0 w 434562"/>
                      <a:gd name="connsiteY4" fmla="*/ 226979 h 226979"/>
                      <a:gd name="connsiteX5" fmla="*/ 434563 w 434562"/>
                      <a:gd name="connsiteY5" fmla="*/ 80411 h 226979"/>
                      <a:gd name="connsiteX6" fmla="*/ 434012 w 434562"/>
                      <a:gd name="connsiteY6" fmla="*/ 73394 h 226979"/>
                      <a:gd name="connsiteX7" fmla="*/ 0 w 434562"/>
                      <a:gd name="connsiteY7" fmla="*/ 0 h 226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4562" h="226979">
                        <a:moveTo>
                          <a:pt x="0" y="0"/>
                        </a:moveTo>
                        <a:lnTo>
                          <a:pt x="0" y="7384"/>
                        </a:lnTo>
                        <a:lnTo>
                          <a:pt x="418804" y="78023"/>
                        </a:lnTo>
                        <a:lnTo>
                          <a:pt x="0" y="219449"/>
                        </a:lnTo>
                        <a:lnTo>
                          <a:pt x="0" y="226979"/>
                        </a:lnTo>
                        <a:lnTo>
                          <a:pt x="434563" y="80411"/>
                        </a:lnTo>
                        <a:lnTo>
                          <a:pt x="434012" y="73394"/>
                        </a:lnTo>
                        <a:lnTo>
                          <a:pt x="0"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29" name="Freeform: Shape 3128">
                    <a:extLst>
                      <a:ext uri="{FF2B5EF4-FFF2-40B4-BE49-F238E27FC236}">
                        <a16:creationId xmlns:a16="http://schemas.microsoft.com/office/drawing/2014/main" id="{E8035002-A02A-D1D6-7025-5886C7A62A85}"/>
                      </a:ext>
                    </a:extLst>
                  </p:cNvPr>
                  <p:cNvSpPr/>
                  <p:nvPr/>
                </p:nvSpPr>
                <p:spPr>
                  <a:xfrm>
                    <a:off x="0" y="4060530"/>
                    <a:ext cx="440844" cy="669696"/>
                  </a:xfrm>
                  <a:custGeom>
                    <a:avLst/>
                    <a:gdLst>
                      <a:gd name="connsiteX0" fmla="*/ 0 w 440844"/>
                      <a:gd name="connsiteY0" fmla="*/ 12894 h 669696"/>
                      <a:gd name="connsiteX1" fmla="*/ 426004 w 440844"/>
                      <a:gd name="connsiteY1" fmla="*/ 660072 h 669696"/>
                      <a:gd name="connsiteX2" fmla="*/ 0 w 440844"/>
                      <a:gd name="connsiteY2" fmla="*/ 588184 h 669696"/>
                      <a:gd name="connsiteX3" fmla="*/ 0 w 440844"/>
                      <a:gd name="connsiteY3" fmla="*/ 595200 h 669696"/>
                      <a:gd name="connsiteX4" fmla="*/ 440844 w 440844"/>
                      <a:gd name="connsiteY4" fmla="*/ 669697 h 669696"/>
                      <a:gd name="connsiteX5" fmla="*/ 0 w 440844"/>
                      <a:gd name="connsiteY5" fmla="*/ 0 h 669696"/>
                      <a:gd name="connsiteX6" fmla="*/ 0 w 440844"/>
                      <a:gd name="connsiteY6" fmla="*/ 12894 h 669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844" h="669696">
                        <a:moveTo>
                          <a:pt x="0" y="12894"/>
                        </a:moveTo>
                        <a:lnTo>
                          <a:pt x="426004" y="660072"/>
                        </a:lnTo>
                        <a:lnTo>
                          <a:pt x="0" y="588184"/>
                        </a:lnTo>
                        <a:lnTo>
                          <a:pt x="0" y="595200"/>
                        </a:lnTo>
                        <a:lnTo>
                          <a:pt x="440844" y="669697"/>
                        </a:lnTo>
                        <a:lnTo>
                          <a:pt x="0" y="0"/>
                        </a:lnTo>
                        <a:lnTo>
                          <a:pt x="0" y="1289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30" name="Freeform: Shape 3129">
                    <a:extLst>
                      <a:ext uri="{FF2B5EF4-FFF2-40B4-BE49-F238E27FC236}">
                        <a16:creationId xmlns:a16="http://schemas.microsoft.com/office/drawing/2014/main" id="{BCF98557-4A86-A6E2-E3C0-C2BA8C2B4F19}"/>
                      </a:ext>
                    </a:extLst>
                  </p:cNvPr>
                  <p:cNvSpPr/>
                  <p:nvPr/>
                </p:nvSpPr>
                <p:spPr>
                  <a:xfrm>
                    <a:off x="2372829" y="2015514"/>
                    <a:ext cx="1625257" cy="1074137"/>
                  </a:xfrm>
                  <a:custGeom>
                    <a:avLst/>
                    <a:gdLst>
                      <a:gd name="connsiteX0" fmla="*/ 0 w 1625257"/>
                      <a:gd name="connsiteY0" fmla="*/ 1067856 h 1074137"/>
                      <a:gd name="connsiteX1" fmla="*/ 3453 w 1625257"/>
                      <a:gd name="connsiteY1" fmla="*/ 1074138 h 1074137"/>
                      <a:gd name="connsiteX2" fmla="*/ 2167 w 1625257"/>
                      <a:gd name="connsiteY2" fmla="*/ 1070795 h 1074137"/>
                      <a:gd name="connsiteX3" fmla="*/ 882 w 1625257"/>
                      <a:gd name="connsiteY3" fmla="*/ 1067489 h 1074137"/>
                      <a:gd name="connsiteX4" fmla="*/ 24648 w 1625257"/>
                      <a:gd name="connsiteY4" fmla="*/ 1057901 h 1074137"/>
                      <a:gd name="connsiteX5" fmla="*/ 1376348 w 1625257"/>
                      <a:gd name="connsiteY5" fmla="*/ 10506 h 1074137"/>
                      <a:gd name="connsiteX6" fmla="*/ 1615008 w 1625257"/>
                      <a:gd name="connsiteY6" fmla="*/ 413220 h 1074137"/>
                      <a:gd name="connsiteX7" fmla="*/ 24648 w 1625257"/>
                      <a:gd name="connsiteY7" fmla="*/ 1057901 h 1074137"/>
                      <a:gd name="connsiteX8" fmla="*/ 4261 w 1625257"/>
                      <a:gd name="connsiteY8" fmla="*/ 1073550 h 1074137"/>
                      <a:gd name="connsiteX9" fmla="*/ 2167 w 1625257"/>
                      <a:gd name="connsiteY9" fmla="*/ 1070795 h 1074137"/>
                      <a:gd name="connsiteX10" fmla="*/ 3453 w 1625257"/>
                      <a:gd name="connsiteY10" fmla="*/ 1074138 h 1074137"/>
                      <a:gd name="connsiteX11" fmla="*/ 1625257 w 1625257"/>
                      <a:gd name="connsiteY11" fmla="*/ 416747 h 1074137"/>
                      <a:gd name="connsiteX12" fmla="*/ 1378368 w 1625257"/>
                      <a:gd name="connsiteY12" fmla="*/ 0 h 1074137"/>
                      <a:gd name="connsiteX13" fmla="*/ 0 w 1625257"/>
                      <a:gd name="connsiteY13" fmla="*/ 1067856 h 107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5257" h="1074137">
                        <a:moveTo>
                          <a:pt x="0" y="1067856"/>
                        </a:moveTo>
                        <a:lnTo>
                          <a:pt x="3453" y="1074138"/>
                        </a:lnTo>
                        <a:lnTo>
                          <a:pt x="2167" y="1070795"/>
                        </a:lnTo>
                        <a:lnTo>
                          <a:pt x="882" y="1067489"/>
                        </a:lnTo>
                        <a:lnTo>
                          <a:pt x="24648" y="1057901"/>
                        </a:lnTo>
                        <a:lnTo>
                          <a:pt x="1376348" y="10506"/>
                        </a:lnTo>
                        <a:lnTo>
                          <a:pt x="1615008" y="413220"/>
                        </a:lnTo>
                        <a:lnTo>
                          <a:pt x="24648" y="1057901"/>
                        </a:lnTo>
                        <a:lnTo>
                          <a:pt x="4261" y="1073550"/>
                        </a:lnTo>
                        <a:lnTo>
                          <a:pt x="2167" y="1070795"/>
                        </a:lnTo>
                        <a:lnTo>
                          <a:pt x="3453" y="1074138"/>
                        </a:lnTo>
                        <a:lnTo>
                          <a:pt x="1625257" y="416747"/>
                        </a:lnTo>
                        <a:lnTo>
                          <a:pt x="1378368" y="0"/>
                        </a:lnTo>
                        <a:lnTo>
                          <a:pt x="0" y="106785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31" name="Freeform: Shape 3130">
                    <a:extLst>
                      <a:ext uri="{FF2B5EF4-FFF2-40B4-BE49-F238E27FC236}">
                        <a16:creationId xmlns:a16="http://schemas.microsoft.com/office/drawing/2014/main" id="{A64BB438-9988-A6BC-64B3-C91108DC882D}"/>
                      </a:ext>
                    </a:extLst>
                  </p:cNvPr>
                  <p:cNvSpPr/>
                  <p:nvPr/>
                </p:nvSpPr>
                <p:spPr>
                  <a:xfrm>
                    <a:off x="2373711" y="3073415"/>
                    <a:ext cx="23766" cy="15648"/>
                  </a:xfrm>
                  <a:custGeom>
                    <a:avLst/>
                    <a:gdLst>
                      <a:gd name="connsiteX0" fmla="*/ 1286 w 23766"/>
                      <a:gd name="connsiteY0" fmla="*/ 12894 h 15648"/>
                      <a:gd name="connsiteX1" fmla="*/ 3379 w 23766"/>
                      <a:gd name="connsiteY1" fmla="*/ 15649 h 15648"/>
                      <a:gd name="connsiteX2" fmla="*/ 23767 w 23766"/>
                      <a:gd name="connsiteY2" fmla="*/ 0 h 15648"/>
                      <a:gd name="connsiteX3" fmla="*/ 0 w 23766"/>
                      <a:gd name="connsiteY3" fmla="*/ 9588 h 15648"/>
                      <a:gd name="connsiteX4" fmla="*/ 1286 w 23766"/>
                      <a:gd name="connsiteY4" fmla="*/ 12894 h 156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6" h="15648">
                        <a:moveTo>
                          <a:pt x="1286" y="12894"/>
                        </a:moveTo>
                        <a:lnTo>
                          <a:pt x="3379" y="15649"/>
                        </a:lnTo>
                        <a:lnTo>
                          <a:pt x="23767" y="0"/>
                        </a:lnTo>
                        <a:lnTo>
                          <a:pt x="0" y="9588"/>
                        </a:lnTo>
                        <a:lnTo>
                          <a:pt x="1286" y="1289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32" name="Freeform: Shape 3131">
                    <a:extLst>
                      <a:ext uri="{FF2B5EF4-FFF2-40B4-BE49-F238E27FC236}">
                        <a16:creationId xmlns:a16="http://schemas.microsoft.com/office/drawing/2014/main" id="{1DF951DB-2C50-9E69-53E7-D57C2F08C5D6}"/>
                      </a:ext>
                    </a:extLst>
                  </p:cNvPr>
                  <p:cNvSpPr/>
                  <p:nvPr/>
                </p:nvSpPr>
                <p:spPr>
                  <a:xfrm>
                    <a:off x="3991732" y="2426163"/>
                    <a:ext cx="4260" cy="4408"/>
                  </a:xfrm>
                  <a:custGeom>
                    <a:avLst/>
                    <a:gdLst>
                      <a:gd name="connsiteX0" fmla="*/ 0 w 4260"/>
                      <a:gd name="connsiteY0" fmla="*/ 1102 h 4408"/>
                      <a:gd name="connsiteX1" fmla="*/ 1175 w 4260"/>
                      <a:gd name="connsiteY1" fmla="*/ 4408 h 4408"/>
                      <a:gd name="connsiteX2" fmla="*/ 4261 w 4260"/>
                      <a:gd name="connsiteY2" fmla="*/ 2571 h 4408"/>
                      <a:gd name="connsiteX3" fmla="*/ 2829 w 4260"/>
                      <a:gd name="connsiteY3" fmla="*/ 0 h 4408"/>
                      <a:gd name="connsiteX4" fmla="*/ 0 w 4260"/>
                      <a:gd name="connsiteY4" fmla="*/ 1102 h 4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0" h="4408">
                        <a:moveTo>
                          <a:pt x="0" y="1102"/>
                        </a:moveTo>
                        <a:lnTo>
                          <a:pt x="1175" y="4408"/>
                        </a:lnTo>
                        <a:lnTo>
                          <a:pt x="4261" y="2571"/>
                        </a:lnTo>
                        <a:lnTo>
                          <a:pt x="2829" y="0"/>
                        </a:lnTo>
                        <a:lnTo>
                          <a:pt x="0" y="110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33" name="Freeform: Shape 3132">
                    <a:extLst>
                      <a:ext uri="{FF2B5EF4-FFF2-40B4-BE49-F238E27FC236}">
                        <a16:creationId xmlns:a16="http://schemas.microsoft.com/office/drawing/2014/main" id="{2F879170-7273-750D-5BFE-FB60910F3E9F}"/>
                      </a:ext>
                    </a:extLst>
                  </p:cNvPr>
                  <p:cNvSpPr/>
                  <p:nvPr/>
                </p:nvSpPr>
                <p:spPr>
                  <a:xfrm>
                    <a:off x="3990189" y="2427632"/>
                    <a:ext cx="410391" cy="496973"/>
                  </a:xfrm>
                  <a:custGeom>
                    <a:avLst/>
                    <a:gdLst>
                      <a:gd name="connsiteX0" fmla="*/ 4739 w 410391"/>
                      <a:gd name="connsiteY0" fmla="*/ 0 h 496973"/>
                      <a:gd name="connsiteX1" fmla="*/ 0 w 410391"/>
                      <a:gd name="connsiteY1" fmla="*/ 5179 h 496973"/>
                      <a:gd name="connsiteX2" fmla="*/ 2718 w 410391"/>
                      <a:gd name="connsiteY2" fmla="*/ 2939 h 496973"/>
                      <a:gd name="connsiteX3" fmla="*/ 5473 w 410391"/>
                      <a:gd name="connsiteY3" fmla="*/ 551 h 496973"/>
                      <a:gd name="connsiteX4" fmla="*/ 21269 w 410391"/>
                      <a:gd name="connsiteY4" fmla="*/ 19726 h 496973"/>
                      <a:gd name="connsiteX5" fmla="*/ 242628 w 410391"/>
                      <a:gd name="connsiteY5" fmla="*/ 169270 h 496973"/>
                      <a:gd name="connsiteX6" fmla="*/ 390482 w 410391"/>
                      <a:gd name="connsiteY6" fmla="*/ 468762 h 496973"/>
                      <a:gd name="connsiteX7" fmla="*/ 21269 w 410391"/>
                      <a:gd name="connsiteY7" fmla="*/ 19726 h 496973"/>
                      <a:gd name="connsiteX8" fmla="*/ 734 w 410391"/>
                      <a:gd name="connsiteY8" fmla="*/ 5914 h 496973"/>
                      <a:gd name="connsiteX9" fmla="*/ 2718 w 410391"/>
                      <a:gd name="connsiteY9" fmla="*/ 2939 h 496973"/>
                      <a:gd name="connsiteX10" fmla="*/ 0 w 410391"/>
                      <a:gd name="connsiteY10" fmla="*/ 5179 h 496973"/>
                      <a:gd name="connsiteX11" fmla="*/ 404514 w 410391"/>
                      <a:gd name="connsiteY11" fmla="*/ 496974 h 496973"/>
                      <a:gd name="connsiteX12" fmla="*/ 410392 w 410391"/>
                      <a:gd name="connsiteY12" fmla="*/ 493080 h 496973"/>
                      <a:gd name="connsiteX13" fmla="*/ 248065 w 410391"/>
                      <a:gd name="connsiteY13" fmla="*/ 164311 h 496973"/>
                      <a:gd name="connsiteX14" fmla="*/ 4739 w 410391"/>
                      <a:gd name="connsiteY14" fmla="*/ 0 h 49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0391" h="496973">
                        <a:moveTo>
                          <a:pt x="4739" y="0"/>
                        </a:moveTo>
                        <a:lnTo>
                          <a:pt x="0" y="5179"/>
                        </a:lnTo>
                        <a:lnTo>
                          <a:pt x="2718" y="2939"/>
                        </a:lnTo>
                        <a:lnTo>
                          <a:pt x="5473" y="551"/>
                        </a:lnTo>
                        <a:lnTo>
                          <a:pt x="21269" y="19726"/>
                        </a:lnTo>
                        <a:lnTo>
                          <a:pt x="242628" y="169270"/>
                        </a:lnTo>
                        <a:lnTo>
                          <a:pt x="390482" y="468762"/>
                        </a:lnTo>
                        <a:lnTo>
                          <a:pt x="21269" y="19726"/>
                        </a:lnTo>
                        <a:lnTo>
                          <a:pt x="734" y="5914"/>
                        </a:lnTo>
                        <a:lnTo>
                          <a:pt x="2718" y="2939"/>
                        </a:lnTo>
                        <a:lnTo>
                          <a:pt x="0" y="5179"/>
                        </a:lnTo>
                        <a:lnTo>
                          <a:pt x="404514" y="496974"/>
                        </a:lnTo>
                        <a:lnTo>
                          <a:pt x="410392" y="493080"/>
                        </a:lnTo>
                        <a:lnTo>
                          <a:pt x="248065" y="164311"/>
                        </a:lnTo>
                        <a:lnTo>
                          <a:pt x="4739"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34" name="Freeform: Shape 3133">
                    <a:extLst>
                      <a:ext uri="{FF2B5EF4-FFF2-40B4-BE49-F238E27FC236}">
                        <a16:creationId xmlns:a16="http://schemas.microsoft.com/office/drawing/2014/main" id="{A7DB653F-2BCB-6695-5BD2-E8F7F919B8A7}"/>
                      </a:ext>
                    </a:extLst>
                  </p:cNvPr>
                  <p:cNvSpPr/>
                  <p:nvPr/>
                </p:nvSpPr>
                <p:spPr>
                  <a:xfrm>
                    <a:off x="3990923" y="2428183"/>
                    <a:ext cx="20534" cy="19175"/>
                  </a:xfrm>
                  <a:custGeom>
                    <a:avLst/>
                    <a:gdLst>
                      <a:gd name="connsiteX0" fmla="*/ 1984 w 20534"/>
                      <a:gd name="connsiteY0" fmla="*/ 2388 h 19175"/>
                      <a:gd name="connsiteX1" fmla="*/ 0 w 20534"/>
                      <a:gd name="connsiteY1" fmla="*/ 5363 h 19175"/>
                      <a:gd name="connsiteX2" fmla="*/ 20535 w 20534"/>
                      <a:gd name="connsiteY2" fmla="*/ 19175 h 19175"/>
                      <a:gd name="connsiteX3" fmla="*/ 4739 w 20534"/>
                      <a:gd name="connsiteY3" fmla="*/ 0 h 19175"/>
                      <a:gd name="connsiteX4" fmla="*/ 1984 w 20534"/>
                      <a:gd name="connsiteY4" fmla="*/ 2388 h 19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34" h="19175">
                        <a:moveTo>
                          <a:pt x="1984" y="2388"/>
                        </a:moveTo>
                        <a:lnTo>
                          <a:pt x="0" y="5363"/>
                        </a:lnTo>
                        <a:lnTo>
                          <a:pt x="20535" y="19175"/>
                        </a:lnTo>
                        <a:lnTo>
                          <a:pt x="4739" y="0"/>
                        </a:lnTo>
                        <a:lnTo>
                          <a:pt x="1984" y="238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35" name="Freeform: Shape 3134">
                    <a:extLst>
                      <a:ext uri="{FF2B5EF4-FFF2-40B4-BE49-F238E27FC236}">
                        <a16:creationId xmlns:a16="http://schemas.microsoft.com/office/drawing/2014/main" id="{BB0EE08A-56B4-0DDE-991E-9133BBB8FD8C}"/>
                      </a:ext>
                    </a:extLst>
                  </p:cNvPr>
                  <p:cNvSpPr/>
                  <p:nvPr/>
                </p:nvSpPr>
                <p:spPr>
                  <a:xfrm>
                    <a:off x="4233551" y="2590106"/>
                    <a:ext cx="4003" cy="4408"/>
                  </a:xfrm>
                  <a:custGeom>
                    <a:avLst/>
                    <a:gdLst>
                      <a:gd name="connsiteX0" fmla="*/ 0 w 4003"/>
                      <a:gd name="connsiteY0" fmla="*/ 1469 h 4408"/>
                      <a:gd name="connsiteX1" fmla="*/ 1947 w 4003"/>
                      <a:gd name="connsiteY1" fmla="*/ 4408 h 4408"/>
                      <a:gd name="connsiteX2" fmla="*/ 4004 w 4003"/>
                      <a:gd name="connsiteY2" fmla="*/ 1286 h 4408"/>
                      <a:gd name="connsiteX3" fmla="*/ 1947 w 4003"/>
                      <a:gd name="connsiteY3" fmla="*/ 0 h 4408"/>
                      <a:gd name="connsiteX4" fmla="*/ 0 w 4003"/>
                      <a:gd name="connsiteY4" fmla="*/ 1469 h 4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3" h="4408">
                        <a:moveTo>
                          <a:pt x="0" y="1469"/>
                        </a:moveTo>
                        <a:lnTo>
                          <a:pt x="1947" y="4408"/>
                        </a:lnTo>
                        <a:lnTo>
                          <a:pt x="4004" y="1286"/>
                        </a:lnTo>
                        <a:lnTo>
                          <a:pt x="1947" y="0"/>
                        </a:lnTo>
                        <a:lnTo>
                          <a:pt x="0" y="146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36" name="Freeform: Shape 3135">
                    <a:extLst>
                      <a:ext uri="{FF2B5EF4-FFF2-40B4-BE49-F238E27FC236}">
                        <a16:creationId xmlns:a16="http://schemas.microsoft.com/office/drawing/2014/main" id="{9B7B38E5-4AEB-FE10-5FFD-8A61B55F7B3A}"/>
                      </a:ext>
                    </a:extLst>
                  </p:cNvPr>
                  <p:cNvSpPr/>
                  <p:nvPr/>
                </p:nvSpPr>
                <p:spPr>
                  <a:xfrm>
                    <a:off x="0" y="2345017"/>
                    <a:ext cx="517544" cy="7199"/>
                  </a:xfrm>
                  <a:custGeom>
                    <a:avLst/>
                    <a:gdLst>
                      <a:gd name="connsiteX0" fmla="*/ 510822 w 517544"/>
                      <a:gd name="connsiteY0" fmla="*/ 2425 h 7199"/>
                      <a:gd name="connsiteX1" fmla="*/ 511631 w 517544"/>
                      <a:gd name="connsiteY1" fmla="*/ 0 h 7199"/>
                      <a:gd name="connsiteX2" fmla="*/ 0 w 517544"/>
                      <a:gd name="connsiteY2" fmla="*/ 0 h 7199"/>
                      <a:gd name="connsiteX3" fmla="*/ 0 w 517544"/>
                      <a:gd name="connsiteY3" fmla="*/ 7200 h 7199"/>
                      <a:gd name="connsiteX4" fmla="*/ 516847 w 517544"/>
                      <a:gd name="connsiteY4" fmla="*/ 7200 h 7199"/>
                      <a:gd name="connsiteX5" fmla="*/ 517545 w 517544"/>
                      <a:gd name="connsiteY5" fmla="*/ 4629 h 7199"/>
                      <a:gd name="connsiteX6" fmla="*/ 514275 w 517544"/>
                      <a:gd name="connsiteY6" fmla="*/ 3527 h 7199"/>
                      <a:gd name="connsiteX7" fmla="*/ 510822 w 517544"/>
                      <a:gd name="connsiteY7" fmla="*/ 2425 h 7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544" h="7199">
                        <a:moveTo>
                          <a:pt x="510822" y="2425"/>
                        </a:moveTo>
                        <a:lnTo>
                          <a:pt x="511631" y="0"/>
                        </a:lnTo>
                        <a:lnTo>
                          <a:pt x="0" y="0"/>
                        </a:lnTo>
                        <a:lnTo>
                          <a:pt x="0" y="7200"/>
                        </a:lnTo>
                        <a:lnTo>
                          <a:pt x="516847" y="7200"/>
                        </a:lnTo>
                        <a:lnTo>
                          <a:pt x="517545" y="4629"/>
                        </a:lnTo>
                        <a:lnTo>
                          <a:pt x="514275" y="3527"/>
                        </a:lnTo>
                        <a:lnTo>
                          <a:pt x="510822" y="242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37" name="Freeform: Shape 3136">
                    <a:extLst>
                      <a:ext uri="{FF2B5EF4-FFF2-40B4-BE49-F238E27FC236}">
                        <a16:creationId xmlns:a16="http://schemas.microsoft.com/office/drawing/2014/main" id="{C0C4E938-BBF2-F007-7CF4-5954B95111DB}"/>
                      </a:ext>
                    </a:extLst>
                  </p:cNvPr>
                  <p:cNvSpPr/>
                  <p:nvPr/>
                </p:nvSpPr>
                <p:spPr>
                  <a:xfrm>
                    <a:off x="510822" y="2345017"/>
                    <a:ext cx="3453" cy="3526"/>
                  </a:xfrm>
                  <a:custGeom>
                    <a:avLst/>
                    <a:gdLst>
                      <a:gd name="connsiteX0" fmla="*/ 0 w 3453"/>
                      <a:gd name="connsiteY0" fmla="*/ 2425 h 3526"/>
                      <a:gd name="connsiteX1" fmla="*/ 3453 w 3453"/>
                      <a:gd name="connsiteY1" fmla="*/ 3527 h 3526"/>
                      <a:gd name="connsiteX2" fmla="*/ 3453 w 3453"/>
                      <a:gd name="connsiteY2" fmla="*/ 0 h 3526"/>
                      <a:gd name="connsiteX3" fmla="*/ 808 w 3453"/>
                      <a:gd name="connsiteY3" fmla="*/ 0 h 3526"/>
                      <a:gd name="connsiteX4" fmla="*/ 0 w 3453"/>
                      <a:gd name="connsiteY4" fmla="*/ 2425 h 3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3" h="3526">
                        <a:moveTo>
                          <a:pt x="0" y="2425"/>
                        </a:moveTo>
                        <a:lnTo>
                          <a:pt x="3453" y="3527"/>
                        </a:lnTo>
                        <a:lnTo>
                          <a:pt x="3453" y="0"/>
                        </a:lnTo>
                        <a:lnTo>
                          <a:pt x="808" y="0"/>
                        </a:lnTo>
                        <a:lnTo>
                          <a:pt x="0" y="242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38" name="Freeform: Shape 3137">
                    <a:extLst>
                      <a:ext uri="{FF2B5EF4-FFF2-40B4-BE49-F238E27FC236}">
                        <a16:creationId xmlns:a16="http://schemas.microsoft.com/office/drawing/2014/main" id="{D6C6E1B4-268A-0459-CA55-951CAE76E47B}"/>
                      </a:ext>
                    </a:extLst>
                  </p:cNvPr>
                  <p:cNvSpPr/>
                  <p:nvPr/>
                </p:nvSpPr>
                <p:spPr>
                  <a:xfrm>
                    <a:off x="4394997" y="2916304"/>
                    <a:ext cx="5583" cy="6097"/>
                  </a:xfrm>
                  <a:custGeom>
                    <a:avLst/>
                    <a:gdLst>
                      <a:gd name="connsiteX0" fmla="*/ 0 w 5583"/>
                      <a:gd name="connsiteY0" fmla="*/ 3490 h 6097"/>
                      <a:gd name="connsiteX1" fmla="*/ 2461 w 5583"/>
                      <a:gd name="connsiteY1" fmla="*/ 6098 h 6097"/>
                      <a:gd name="connsiteX2" fmla="*/ 5584 w 5583"/>
                      <a:gd name="connsiteY2" fmla="*/ 4408 h 6097"/>
                      <a:gd name="connsiteX3" fmla="*/ 3416 w 5583"/>
                      <a:gd name="connsiteY3" fmla="*/ 0 h 6097"/>
                      <a:gd name="connsiteX4" fmla="*/ 0 w 5583"/>
                      <a:gd name="connsiteY4" fmla="*/ 3490 h 6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3" h="6097">
                        <a:moveTo>
                          <a:pt x="0" y="3490"/>
                        </a:moveTo>
                        <a:lnTo>
                          <a:pt x="2461" y="6098"/>
                        </a:lnTo>
                        <a:lnTo>
                          <a:pt x="5584" y="4408"/>
                        </a:lnTo>
                        <a:lnTo>
                          <a:pt x="3416" y="0"/>
                        </a:lnTo>
                        <a:lnTo>
                          <a:pt x="0" y="349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39" name="Freeform: Shape 3138">
                    <a:extLst>
                      <a:ext uri="{FF2B5EF4-FFF2-40B4-BE49-F238E27FC236}">
                        <a16:creationId xmlns:a16="http://schemas.microsoft.com/office/drawing/2014/main" id="{18483526-A0AE-B25A-9DF3-A5F9268E5182}"/>
                      </a:ext>
                    </a:extLst>
                  </p:cNvPr>
                  <p:cNvSpPr/>
                  <p:nvPr/>
                </p:nvSpPr>
                <p:spPr>
                  <a:xfrm>
                    <a:off x="4229180" y="2589555"/>
                    <a:ext cx="418068" cy="338723"/>
                  </a:xfrm>
                  <a:custGeom>
                    <a:avLst/>
                    <a:gdLst>
                      <a:gd name="connsiteX0" fmla="*/ 167249 w 418068"/>
                      <a:gd name="connsiteY0" fmla="*/ 338724 h 338723"/>
                      <a:gd name="connsiteX1" fmla="*/ 170703 w 418068"/>
                      <a:gd name="connsiteY1" fmla="*/ 335234 h 338723"/>
                      <a:gd name="connsiteX2" fmla="*/ 168278 w 418068"/>
                      <a:gd name="connsiteY2" fmla="*/ 332847 h 338723"/>
                      <a:gd name="connsiteX3" fmla="*/ 165817 w 418068"/>
                      <a:gd name="connsiteY3" fmla="*/ 330238 h 338723"/>
                      <a:gd name="connsiteX4" fmla="*/ 169233 w 418068"/>
                      <a:gd name="connsiteY4" fmla="*/ 326749 h 338723"/>
                      <a:gd name="connsiteX5" fmla="*/ 12710 w 418068"/>
                      <a:gd name="connsiteY5" fmla="*/ 9771 h 338723"/>
                      <a:gd name="connsiteX6" fmla="*/ 403633 w 418068"/>
                      <a:gd name="connsiteY6" fmla="*/ 89043 h 338723"/>
                      <a:gd name="connsiteX7" fmla="*/ 169233 w 418068"/>
                      <a:gd name="connsiteY7" fmla="*/ 326749 h 338723"/>
                      <a:gd name="connsiteX8" fmla="*/ 171400 w 418068"/>
                      <a:gd name="connsiteY8" fmla="*/ 331157 h 338723"/>
                      <a:gd name="connsiteX9" fmla="*/ 168278 w 418068"/>
                      <a:gd name="connsiteY9" fmla="*/ 332847 h 338723"/>
                      <a:gd name="connsiteX10" fmla="*/ 170703 w 418068"/>
                      <a:gd name="connsiteY10" fmla="*/ 335234 h 338723"/>
                      <a:gd name="connsiteX11" fmla="*/ 418069 w 418068"/>
                      <a:gd name="connsiteY11" fmla="*/ 84819 h 338723"/>
                      <a:gd name="connsiteX12" fmla="*/ 0 w 418068"/>
                      <a:gd name="connsiteY12" fmla="*/ 0 h 338723"/>
                      <a:gd name="connsiteX13" fmla="*/ 167249 w 418068"/>
                      <a:gd name="connsiteY13" fmla="*/ 338724 h 338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8068" h="338723">
                        <a:moveTo>
                          <a:pt x="167249" y="338724"/>
                        </a:moveTo>
                        <a:lnTo>
                          <a:pt x="170703" y="335234"/>
                        </a:lnTo>
                        <a:lnTo>
                          <a:pt x="168278" y="332847"/>
                        </a:lnTo>
                        <a:lnTo>
                          <a:pt x="165817" y="330238"/>
                        </a:lnTo>
                        <a:lnTo>
                          <a:pt x="169233" y="326749"/>
                        </a:lnTo>
                        <a:lnTo>
                          <a:pt x="12710" y="9771"/>
                        </a:lnTo>
                        <a:lnTo>
                          <a:pt x="403633" y="89043"/>
                        </a:lnTo>
                        <a:lnTo>
                          <a:pt x="169233" y="326749"/>
                        </a:lnTo>
                        <a:lnTo>
                          <a:pt x="171400" y="331157"/>
                        </a:lnTo>
                        <a:lnTo>
                          <a:pt x="168278" y="332847"/>
                        </a:lnTo>
                        <a:lnTo>
                          <a:pt x="170703" y="335234"/>
                        </a:lnTo>
                        <a:lnTo>
                          <a:pt x="418069" y="84819"/>
                        </a:lnTo>
                        <a:lnTo>
                          <a:pt x="0" y="0"/>
                        </a:lnTo>
                        <a:lnTo>
                          <a:pt x="167249" y="33872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40" name="Freeform: Shape 3139">
                    <a:extLst>
                      <a:ext uri="{FF2B5EF4-FFF2-40B4-BE49-F238E27FC236}">
                        <a16:creationId xmlns:a16="http://schemas.microsoft.com/office/drawing/2014/main" id="{F6099B2D-F5CF-E04F-55C6-C35CE37FDCF5}"/>
                      </a:ext>
                    </a:extLst>
                  </p:cNvPr>
                  <p:cNvSpPr/>
                  <p:nvPr/>
                </p:nvSpPr>
                <p:spPr>
                  <a:xfrm>
                    <a:off x="4636890" y="2672354"/>
                    <a:ext cx="3856" cy="4040"/>
                  </a:xfrm>
                  <a:custGeom>
                    <a:avLst/>
                    <a:gdLst>
                      <a:gd name="connsiteX0" fmla="*/ 0 w 3856"/>
                      <a:gd name="connsiteY0" fmla="*/ 2755 h 4040"/>
                      <a:gd name="connsiteX1" fmla="*/ 3306 w 3856"/>
                      <a:gd name="connsiteY1" fmla="*/ 4041 h 4040"/>
                      <a:gd name="connsiteX2" fmla="*/ 3857 w 3856"/>
                      <a:gd name="connsiteY2" fmla="*/ 551 h 4040"/>
                      <a:gd name="connsiteX3" fmla="*/ 1102 w 3856"/>
                      <a:gd name="connsiteY3" fmla="*/ 0 h 4040"/>
                      <a:gd name="connsiteX4" fmla="*/ 0 w 3856"/>
                      <a:gd name="connsiteY4" fmla="*/ 2755 h 4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6" h="4040">
                        <a:moveTo>
                          <a:pt x="0" y="2755"/>
                        </a:moveTo>
                        <a:lnTo>
                          <a:pt x="3306" y="4041"/>
                        </a:lnTo>
                        <a:lnTo>
                          <a:pt x="3857" y="551"/>
                        </a:lnTo>
                        <a:lnTo>
                          <a:pt x="1102" y="0"/>
                        </a:lnTo>
                        <a:lnTo>
                          <a:pt x="0" y="275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41" name="Freeform: Shape 3140">
                    <a:extLst>
                      <a:ext uri="{FF2B5EF4-FFF2-40B4-BE49-F238E27FC236}">
                        <a16:creationId xmlns:a16="http://schemas.microsoft.com/office/drawing/2014/main" id="{D7B4FC2C-AD2A-1302-3CF8-A2AFAA03CB6D}"/>
                      </a:ext>
                    </a:extLst>
                  </p:cNvPr>
                  <p:cNvSpPr/>
                  <p:nvPr/>
                </p:nvSpPr>
                <p:spPr>
                  <a:xfrm>
                    <a:off x="4397458" y="2919242"/>
                    <a:ext cx="5693" cy="5546"/>
                  </a:xfrm>
                  <a:custGeom>
                    <a:avLst/>
                    <a:gdLst>
                      <a:gd name="connsiteX0" fmla="*/ 0 w 5693"/>
                      <a:gd name="connsiteY0" fmla="*/ 3159 h 5546"/>
                      <a:gd name="connsiteX1" fmla="*/ 2425 w 5693"/>
                      <a:gd name="connsiteY1" fmla="*/ 5547 h 5546"/>
                      <a:gd name="connsiteX2" fmla="*/ 5694 w 5693"/>
                      <a:gd name="connsiteY2" fmla="*/ 2388 h 5546"/>
                      <a:gd name="connsiteX3" fmla="*/ 1837 w 5693"/>
                      <a:gd name="connsiteY3" fmla="*/ 0 h 5546"/>
                      <a:gd name="connsiteX4" fmla="*/ 0 w 5693"/>
                      <a:gd name="connsiteY4" fmla="*/ 3159 h 5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93" h="5546">
                        <a:moveTo>
                          <a:pt x="0" y="3159"/>
                        </a:moveTo>
                        <a:lnTo>
                          <a:pt x="2425" y="5547"/>
                        </a:lnTo>
                        <a:lnTo>
                          <a:pt x="5694" y="2388"/>
                        </a:lnTo>
                        <a:lnTo>
                          <a:pt x="1837" y="0"/>
                        </a:lnTo>
                        <a:lnTo>
                          <a:pt x="0" y="315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42" name="Freeform: Shape 3141">
                    <a:extLst>
                      <a:ext uri="{FF2B5EF4-FFF2-40B4-BE49-F238E27FC236}">
                        <a16:creationId xmlns:a16="http://schemas.microsoft.com/office/drawing/2014/main" id="{147998FA-7FE7-CBB2-2E05-19D7838FF31C}"/>
                      </a:ext>
                    </a:extLst>
                  </p:cNvPr>
                  <p:cNvSpPr/>
                  <p:nvPr/>
                </p:nvSpPr>
                <p:spPr>
                  <a:xfrm>
                    <a:off x="4391728" y="2671068"/>
                    <a:ext cx="817477" cy="746066"/>
                  </a:xfrm>
                  <a:custGeom>
                    <a:avLst/>
                    <a:gdLst>
                      <a:gd name="connsiteX0" fmla="*/ 0 w 817477"/>
                      <a:gd name="connsiteY0" fmla="*/ 251885 h 746066"/>
                      <a:gd name="connsiteX1" fmla="*/ 3930 w 817477"/>
                      <a:gd name="connsiteY1" fmla="*/ 254273 h 746066"/>
                      <a:gd name="connsiteX2" fmla="*/ 5730 w 817477"/>
                      <a:gd name="connsiteY2" fmla="*/ 251334 h 746066"/>
                      <a:gd name="connsiteX3" fmla="*/ 7567 w 817477"/>
                      <a:gd name="connsiteY3" fmla="*/ 248175 h 746066"/>
                      <a:gd name="connsiteX4" fmla="*/ 11424 w 817477"/>
                      <a:gd name="connsiteY4" fmla="*/ 250562 h 746066"/>
                      <a:gd name="connsiteX5" fmla="*/ 248101 w 817477"/>
                      <a:gd name="connsiteY5" fmla="*/ 10873 h 746066"/>
                      <a:gd name="connsiteX6" fmla="*/ 800323 w 817477"/>
                      <a:gd name="connsiteY6" fmla="*/ 730014 h 746066"/>
                      <a:gd name="connsiteX7" fmla="*/ 11424 w 817477"/>
                      <a:gd name="connsiteY7" fmla="*/ 250562 h 746066"/>
                      <a:gd name="connsiteX8" fmla="*/ 8155 w 817477"/>
                      <a:gd name="connsiteY8" fmla="*/ 253721 h 746066"/>
                      <a:gd name="connsiteX9" fmla="*/ 5730 w 817477"/>
                      <a:gd name="connsiteY9" fmla="*/ 251334 h 746066"/>
                      <a:gd name="connsiteX10" fmla="*/ 3930 w 817477"/>
                      <a:gd name="connsiteY10" fmla="*/ 254273 h 746066"/>
                      <a:gd name="connsiteX11" fmla="*/ 812885 w 817477"/>
                      <a:gd name="connsiteY11" fmla="*/ 746067 h 746066"/>
                      <a:gd name="connsiteX12" fmla="*/ 817477 w 817477"/>
                      <a:gd name="connsiteY12" fmla="*/ 740887 h 746066"/>
                      <a:gd name="connsiteX13" fmla="*/ 248689 w 817477"/>
                      <a:gd name="connsiteY13" fmla="*/ 0 h 746066"/>
                      <a:gd name="connsiteX14" fmla="*/ 0 w 817477"/>
                      <a:gd name="connsiteY14" fmla="*/ 251885 h 74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7477" h="746066">
                        <a:moveTo>
                          <a:pt x="0" y="251885"/>
                        </a:moveTo>
                        <a:lnTo>
                          <a:pt x="3930" y="254273"/>
                        </a:lnTo>
                        <a:lnTo>
                          <a:pt x="5730" y="251334"/>
                        </a:lnTo>
                        <a:lnTo>
                          <a:pt x="7567" y="248175"/>
                        </a:lnTo>
                        <a:lnTo>
                          <a:pt x="11424" y="250562"/>
                        </a:lnTo>
                        <a:lnTo>
                          <a:pt x="248101" y="10873"/>
                        </a:lnTo>
                        <a:lnTo>
                          <a:pt x="800323" y="730014"/>
                        </a:lnTo>
                        <a:lnTo>
                          <a:pt x="11424" y="250562"/>
                        </a:lnTo>
                        <a:lnTo>
                          <a:pt x="8155" y="253721"/>
                        </a:lnTo>
                        <a:lnTo>
                          <a:pt x="5730" y="251334"/>
                        </a:lnTo>
                        <a:lnTo>
                          <a:pt x="3930" y="254273"/>
                        </a:lnTo>
                        <a:lnTo>
                          <a:pt x="812885" y="746067"/>
                        </a:lnTo>
                        <a:lnTo>
                          <a:pt x="817477" y="740887"/>
                        </a:lnTo>
                        <a:lnTo>
                          <a:pt x="248689" y="0"/>
                        </a:lnTo>
                        <a:lnTo>
                          <a:pt x="0" y="25188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43" name="Freeform: Shape 3142">
                    <a:extLst>
                      <a:ext uri="{FF2B5EF4-FFF2-40B4-BE49-F238E27FC236}">
                        <a16:creationId xmlns:a16="http://schemas.microsoft.com/office/drawing/2014/main" id="{8A6C1AC7-5641-58AB-62FB-FBCA6849014A}"/>
                      </a:ext>
                    </a:extLst>
                  </p:cNvPr>
                  <p:cNvSpPr/>
                  <p:nvPr/>
                </p:nvSpPr>
                <p:spPr>
                  <a:xfrm>
                    <a:off x="5204834" y="3409567"/>
                    <a:ext cx="4371" cy="4407"/>
                  </a:xfrm>
                  <a:custGeom>
                    <a:avLst/>
                    <a:gdLst>
                      <a:gd name="connsiteX0" fmla="*/ 0 w 4371"/>
                      <a:gd name="connsiteY0" fmla="*/ 1286 h 4407"/>
                      <a:gd name="connsiteX1" fmla="*/ 1616 w 4371"/>
                      <a:gd name="connsiteY1" fmla="*/ 4408 h 4407"/>
                      <a:gd name="connsiteX2" fmla="*/ 4371 w 4371"/>
                      <a:gd name="connsiteY2" fmla="*/ 2388 h 4407"/>
                      <a:gd name="connsiteX3" fmla="*/ 2571 w 4371"/>
                      <a:gd name="connsiteY3" fmla="*/ 0 h 4407"/>
                      <a:gd name="connsiteX4" fmla="*/ 0 w 4371"/>
                      <a:gd name="connsiteY4" fmla="*/ 1286 h 4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1" h="4407">
                        <a:moveTo>
                          <a:pt x="0" y="1286"/>
                        </a:moveTo>
                        <a:lnTo>
                          <a:pt x="1616" y="4408"/>
                        </a:lnTo>
                        <a:lnTo>
                          <a:pt x="4371" y="2388"/>
                        </a:lnTo>
                        <a:lnTo>
                          <a:pt x="2571" y="0"/>
                        </a:lnTo>
                        <a:lnTo>
                          <a:pt x="0" y="128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44" name="Freeform: Shape 3143">
                    <a:extLst>
                      <a:ext uri="{FF2B5EF4-FFF2-40B4-BE49-F238E27FC236}">
                        <a16:creationId xmlns:a16="http://schemas.microsoft.com/office/drawing/2014/main" id="{270463BC-6F12-1A58-3C80-F150531D76B9}"/>
                      </a:ext>
                    </a:extLst>
                  </p:cNvPr>
                  <p:cNvSpPr/>
                  <p:nvPr/>
                </p:nvSpPr>
                <p:spPr>
                  <a:xfrm>
                    <a:off x="4637257" y="2673823"/>
                    <a:ext cx="737176" cy="744780"/>
                  </a:xfrm>
                  <a:custGeom>
                    <a:avLst/>
                    <a:gdLst>
                      <a:gd name="connsiteX0" fmla="*/ 0 w 737176"/>
                      <a:gd name="connsiteY0" fmla="*/ 4775 h 744780"/>
                      <a:gd name="connsiteX1" fmla="*/ 568091 w 737176"/>
                      <a:gd name="connsiteY1" fmla="*/ 744781 h 744780"/>
                      <a:gd name="connsiteX2" fmla="*/ 570809 w 737176"/>
                      <a:gd name="connsiteY2" fmla="*/ 743495 h 744780"/>
                      <a:gd name="connsiteX3" fmla="*/ 569193 w 737176"/>
                      <a:gd name="connsiteY3" fmla="*/ 740152 h 744780"/>
                      <a:gd name="connsiteX4" fmla="*/ 567576 w 737176"/>
                      <a:gd name="connsiteY4" fmla="*/ 737030 h 744780"/>
                      <a:gd name="connsiteX5" fmla="*/ 570148 w 737176"/>
                      <a:gd name="connsiteY5" fmla="*/ 735745 h 744780"/>
                      <a:gd name="connsiteX6" fmla="*/ 29203 w 737176"/>
                      <a:gd name="connsiteY6" fmla="*/ 31151 h 744780"/>
                      <a:gd name="connsiteX7" fmla="*/ 724688 w 737176"/>
                      <a:gd name="connsiteY7" fmla="*/ 657391 h 744780"/>
                      <a:gd name="connsiteX8" fmla="*/ 570148 w 737176"/>
                      <a:gd name="connsiteY8" fmla="*/ 735745 h 744780"/>
                      <a:gd name="connsiteX9" fmla="*/ 571948 w 737176"/>
                      <a:gd name="connsiteY9" fmla="*/ 738132 h 744780"/>
                      <a:gd name="connsiteX10" fmla="*/ 569193 w 737176"/>
                      <a:gd name="connsiteY10" fmla="*/ 740152 h 744780"/>
                      <a:gd name="connsiteX11" fmla="*/ 570809 w 737176"/>
                      <a:gd name="connsiteY11" fmla="*/ 743495 h 744780"/>
                      <a:gd name="connsiteX12" fmla="*/ 737177 w 737176"/>
                      <a:gd name="connsiteY12" fmla="*/ 659228 h 744780"/>
                      <a:gd name="connsiteX13" fmla="*/ 5180 w 737176"/>
                      <a:gd name="connsiteY13" fmla="*/ 0 h 744780"/>
                      <a:gd name="connsiteX14" fmla="*/ 0 w 737176"/>
                      <a:gd name="connsiteY14" fmla="*/ 4775 h 744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7176" h="744780">
                        <a:moveTo>
                          <a:pt x="0" y="4775"/>
                        </a:moveTo>
                        <a:lnTo>
                          <a:pt x="568091" y="744781"/>
                        </a:lnTo>
                        <a:lnTo>
                          <a:pt x="570809" y="743495"/>
                        </a:lnTo>
                        <a:lnTo>
                          <a:pt x="569193" y="740152"/>
                        </a:lnTo>
                        <a:lnTo>
                          <a:pt x="567576" y="737030"/>
                        </a:lnTo>
                        <a:lnTo>
                          <a:pt x="570148" y="735745"/>
                        </a:lnTo>
                        <a:lnTo>
                          <a:pt x="29203" y="31151"/>
                        </a:lnTo>
                        <a:lnTo>
                          <a:pt x="724688" y="657391"/>
                        </a:lnTo>
                        <a:lnTo>
                          <a:pt x="570148" y="735745"/>
                        </a:lnTo>
                        <a:lnTo>
                          <a:pt x="571948" y="738132"/>
                        </a:lnTo>
                        <a:lnTo>
                          <a:pt x="569193" y="740152"/>
                        </a:lnTo>
                        <a:lnTo>
                          <a:pt x="570809" y="743495"/>
                        </a:lnTo>
                        <a:lnTo>
                          <a:pt x="737177" y="659228"/>
                        </a:lnTo>
                        <a:lnTo>
                          <a:pt x="5180" y="0"/>
                        </a:lnTo>
                        <a:lnTo>
                          <a:pt x="0" y="477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45" name="Freeform: Shape 3144">
                    <a:extLst>
                      <a:ext uri="{FF2B5EF4-FFF2-40B4-BE49-F238E27FC236}">
                        <a16:creationId xmlns:a16="http://schemas.microsoft.com/office/drawing/2014/main" id="{6B8BC243-E523-2B2A-A738-5AEAEF9E6B4B}"/>
                      </a:ext>
                    </a:extLst>
                  </p:cNvPr>
                  <p:cNvSpPr/>
                  <p:nvPr/>
                </p:nvSpPr>
                <p:spPr>
                  <a:xfrm>
                    <a:off x="3182776" y="1768625"/>
                    <a:ext cx="7456" cy="7530"/>
                  </a:xfrm>
                  <a:custGeom>
                    <a:avLst/>
                    <a:gdLst>
                      <a:gd name="connsiteX0" fmla="*/ 1249 w 7456"/>
                      <a:gd name="connsiteY0" fmla="*/ 6245 h 7530"/>
                      <a:gd name="connsiteX1" fmla="*/ 4445 w 7456"/>
                      <a:gd name="connsiteY1" fmla="*/ 7530 h 7530"/>
                      <a:gd name="connsiteX2" fmla="*/ 7457 w 7456"/>
                      <a:gd name="connsiteY2" fmla="*/ 0 h 7530"/>
                      <a:gd name="connsiteX3" fmla="*/ 0 w 7456"/>
                      <a:gd name="connsiteY3" fmla="*/ 2939 h 7530"/>
                      <a:gd name="connsiteX4" fmla="*/ 1249 w 7456"/>
                      <a:gd name="connsiteY4" fmla="*/ 6245 h 7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56" h="7530">
                        <a:moveTo>
                          <a:pt x="1249" y="6245"/>
                        </a:moveTo>
                        <a:lnTo>
                          <a:pt x="4445" y="7530"/>
                        </a:lnTo>
                        <a:lnTo>
                          <a:pt x="7457" y="0"/>
                        </a:lnTo>
                        <a:lnTo>
                          <a:pt x="0" y="2939"/>
                        </a:lnTo>
                        <a:lnTo>
                          <a:pt x="1249" y="624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46" name="Freeform: Shape 3145">
                    <a:extLst>
                      <a:ext uri="{FF2B5EF4-FFF2-40B4-BE49-F238E27FC236}">
                        <a16:creationId xmlns:a16="http://schemas.microsoft.com/office/drawing/2014/main" id="{2186E86B-7085-D529-109A-F48A55B7931A}"/>
                      </a:ext>
                    </a:extLst>
                  </p:cNvPr>
                  <p:cNvSpPr/>
                  <p:nvPr/>
                </p:nvSpPr>
                <p:spPr>
                  <a:xfrm>
                    <a:off x="3174585" y="1523536"/>
                    <a:ext cx="661064" cy="502300"/>
                  </a:xfrm>
                  <a:custGeom>
                    <a:avLst/>
                    <a:gdLst>
                      <a:gd name="connsiteX0" fmla="*/ 578413 w 661064"/>
                      <a:gd name="connsiteY0" fmla="*/ 502300 h 502300"/>
                      <a:gd name="connsiteX1" fmla="*/ 579147 w 661064"/>
                      <a:gd name="connsiteY1" fmla="*/ 497892 h 502300"/>
                      <a:gd name="connsiteX2" fmla="*/ 575694 w 661064"/>
                      <a:gd name="connsiteY2" fmla="*/ 497341 h 502300"/>
                      <a:gd name="connsiteX3" fmla="*/ 572241 w 661064"/>
                      <a:gd name="connsiteY3" fmla="*/ 496606 h 502300"/>
                      <a:gd name="connsiteX4" fmla="*/ 572976 w 661064"/>
                      <a:gd name="connsiteY4" fmla="*/ 492162 h 502300"/>
                      <a:gd name="connsiteX5" fmla="*/ 18918 w 661064"/>
                      <a:gd name="connsiteY5" fmla="*/ 251517 h 502300"/>
                      <a:gd name="connsiteX6" fmla="*/ 652138 w 661064"/>
                      <a:gd name="connsiteY6" fmla="*/ 11057 h 502300"/>
                      <a:gd name="connsiteX7" fmla="*/ 572976 w 661064"/>
                      <a:gd name="connsiteY7" fmla="*/ 492162 h 502300"/>
                      <a:gd name="connsiteX8" fmla="*/ 577054 w 661064"/>
                      <a:gd name="connsiteY8" fmla="*/ 494035 h 502300"/>
                      <a:gd name="connsiteX9" fmla="*/ 575694 w 661064"/>
                      <a:gd name="connsiteY9" fmla="*/ 497341 h 502300"/>
                      <a:gd name="connsiteX10" fmla="*/ 579147 w 661064"/>
                      <a:gd name="connsiteY10" fmla="*/ 497892 h 502300"/>
                      <a:gd name="connsiteX11" fmla="*/ 661064 w 661064"/>
                      <a:gd name="connsiteY11" fmla="*/ 0 h 502300"/>
                      <a:gd name="connsiteX12" fmla="*/ 0 w 661064"/>
                      <a:gd name="connsiteY12" fmla="*/ 251150 h 502300"/>
                      <a:gd name="connsiteX13" fmla="*/ 578413 w 661064"/>
                      <a:gd name="connsiteY13" fmla="*/ 502300 h 502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1064" h="502300">
                        <a:moveTo>
                          <a:pt x="578413" y="502300"/>
                        </a:moveTo>
                        <a:lnTo>
                          <a:pt x="579147" y="497892"/>
                        </a:lnTo>
                        <a:lnTo>
                          <a:pt x="575694" y="497341"/>
                        </a:lnTo>
                        <a:lnTo>
                          <a:pt x="572241" y="496606"/>
                        </a:lnTo>
                        <a:lnTo>
                          <a:pt x="572976" y="492162"/>
                        </a:lnTo>
                        <a:lnTo>
                          <a:pt x="18918" y="251517"/>
                        </a:lnTo>
                        <a:lnTo>
                          <a:pt x="652138" y="11057"/>
                        </a:lnTo>
                        <a:lnTo>
                          <a:pt x="572976" y="492162"/>
                        </a:lnTo>
                        <a:lnTo>
                          <a:pt x="577054" y="494035"/>
                        </a:lnTo>
                        <a:lnTo>
                          <a:pt x="575694" y="497341"/>
                        </a:lnTo>
                        <a:lnTo>
                          <a:pt x="579147" y="497892"/>
                        </a:lnTo>
                        <a:lnTo>
                          <a:pt x="661064" y="0"/>
                        </a:lnTo>
                        <a:lnTo>
                          <a:pt x="0" y="251150"/>
                        </a:lnTo>
                        <a:lnTo>
                          <a:pt x="578413" y="50230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47" name="Freeform: Shape 3146">
                    <a:extLst>
                      <a:ext uri="{FF2B5EF4-FFF2-40B4-BE49-F238E27FC236}">
                        <a16:creationId xmlns:a16="http://schemas.microsoft.com/office/drawing/2014/main" id="{7E363722-3091-1CB8-22BB-4E78884E758D}"/>
                      </a:ext>
                    </a:extLst>
                  </p:cNvPr>
                  <p:cNvSpPr/>
                  <p:nvPr/>
                </p:nvSpPr>
                <p:spPr>
                  <a:xfrm>
                    <a:off x="3746826" y="2015697"/>
                    <a:ext cx="4812" cy="5179"/>
                  </a:xfrm>
                  <a:custGeom>
                    <a:avLst/>
                    <a:gdLst>
                      <a:gd name="connsiteX0" fmla="*/ 0 w 4812"/>
                      <a:gd name="connsiteY0" fmla="*/ 4445 h 5179"/>
                      <a:gd name="connsiteX1" fmla="*/ 3453 w 4812"/>
                      <a:gd name="connsiteY1" fmla="*/ 5180 h 5179"/>
                      <a:gd name="connsiteX2" fmla="*/ 4812 w 4812"/>
                      <a:gd name="connsiteY2" fmla="*/ 1873 h 5179"/>
                      <a:gd name="connsiteX3" fmla="*/ 735 w 4812"/>
                      <a:gd name="connsiteY3" fmla="*/ 0 h 5179"/>
                      <a:gd name="connsiteX4" fmla="*/ 0 w 4812"/>
                      <a:gd name="connsiteY4" fmla="*/ 4445 h 5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 h="5179">
                        <a:moveTo>
                          <a:pt x="0" y="4445"/>
                        </a:moveTo>
                        <a:lnTo>
                          <a:pt x="3453" y="5180"/>
                        </a:lnTo>
                        <a:lnTo>
                          <a:pt x="4812" y="1873"/>
                        </a:lnTo>
                        <a:lnTo>
                          <a:pt x="735" y="0"/>
                        </a:lnTo>
                        <a:lnTo>
                          <a:pt x="0" y="444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48" name="Freeform: Shape 3147">
                    <a:extLst>
                      <a:ext uri="{FF2B5EF4-FFF2-40B4-BE49-F238E27FC236}">
                        <a16:creationId xmlns:a16="http://schemas.microsoft.com/office/drawing/2014/main" id="{2758CB20-9DAE-4548-FB8A-AC3D62BB0026}"/>
                      </a:ext>
                    </a:extLst>
                  </p:cNvPr>
                  <p:cNvSpPr/>
                  <p:nvPr/>
                </p:nvSpPr>
                <p:spPr>
                  <a:xfrm>
                    <a:off x="3828375" y="1522801"/>
                    <a:ext cx="5804" cy="6281"/>
                  </a:xfrm>
                  <a:custGeom>
                    <a:avLst/>
                    <a:gdLst>
                      <a:gd name="connsiteX0" fmla="*/ 0 w 5804"/>
                      <a:gd name="connsiteY0" fmla="*/ 3894 h 6281"/>
                      <a:gd name="connsiteX1" fmla="*/ 2719 w 5804"/>
                      <a:gd name="connsiteY1" fmla="*/ 6282 h 6281"/>
                      <a:gd name="connsiteX2" fmla="*/ 5804 w 5804"/>
                      <a:gd name="connsiteY2" fmla="*/ 4445 h 6281"/>
                      <a:gd name="connsiteX3" fmla="*/ 3269 w 5804"/>
                      <a:gd name="connsiteY3" fmla="*/ 0 h 6281"/>
                      <a:gd name="connsiteX4" fmla="*/ 0 w 5804"/>
                      <a:gd name="connsiteY4" fmla="*/ 3894 h 6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04" h="6281">
                        <a:moveTo>
                          <a:pt x="0" y="3894"/>
                        </a:moveTo>
                        <a:lnTo>
                          <a:pt x="2719" y="6282"/>
                        </a:lnTo>
                        <a:lnTo>
                          <a:pt x="5804" y="4445"/>
                        </a:lnTo>
                        <a:lnTo>
                          <a:pt x="3269" y="0"/>
                        </a:lnTo>
                        <a:lnTo>
                          <a:pt x="0" y="389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49" name="Freeform: Shape 3148">
                    <a:extLst>
                      <a:ext uri="{FF2B5EF4-FFF2-40B4-BE49-F238E27FC236}">
                        <a16:creationId xmlns:a16="http://schemas.microsoft.com/office/drawing/2014/main" id="{BA2792EE-19FE-9B80-4267-232B4A7F3B16}"/>
                      </a:ext>
                    </a:extLst>
                  </p:cNvPr>
                  <p:cNvSpPr/>
                  <p:nvPr/>
                </p:nvSpPr>
                <p:spPr>
                  <a:xfrm>
                    <a:off x="3750279" y="2017203"/>
                    <a:ext cx="4114" cy="4224"/>
                  </a:xfrm>
                  <a:custGeom>
                    <a:avLst/>
                    <a:gdLst>
                      <a:gd name="connsiteX0" fmla="*/ 0 w 4114"/>
                      <a:gd name="connsiteY0" fmla="*/ 3673 h 4224"/>
                      <a:gd name="connsiteX1" fmla="*/ 3453 w 4114"/>
                      <a:gd name="connsiteY1" fmla="*/ 4224 h 4224"/>
                      <a:gd name="connsiteX2" fmla="*/ 4114 w 4114"/>
                      <a:gd name="connsiteY2" fmla="*/ 367 h 4224"/>
                      <a:gd name="connsiteX3" fmla="*/ 184 w 4114"/>
                      <a:gd name="connsiteY3" fmla="*/ 0 h 4224"/>
                      <a:gd name="connsiteX4" fmla="*/ 0 w 4114"/>
                      <a:gd name="connsiteY4" fmla="*/ 3673 h 4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4" h="4224">
                        <a:moveTo>
                          <a:pt x="0" y="3673"/>
                        </a:moveTo>
                        <a:lnTo>
                          <a:pt x="3453" y="4224"/>
                        </a:lnTo>
                        <a:lnTo>
                          <a:pt x="4114" y="367"/>
                        </a:lnTo>
                        <a:lnTo>
                          <a:pt x="184" y="0"/>
                        </a:lnTo>
                        <a:lnTo>
                          <a:pt x="0" y="367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50" name="Freeform: Shape 3149">
                    <a:extLst>
                      <a:ext uri="{FF2B5EF4-FFF2-40B4-BE49-F238E27FC236}">
                        <a16:creationId xmlns:a16="http://schemas.microsoft.com/office/drawing/2014/main" id="{6353F5BB-7DB3-FD6A-55F3-23C963B7DD44}"/>
                      </a:ext>
                    </a:extLst>
                  </p:cNvPr>
                  <p:cNvSpPr/>
                  <p:nvPr/>
                </p:nvSpPr>
                <p:spPr>
                  <a:xfrm>
                    <a:off x="3831094" y="1525960"/>
                    <a:ext cx="5473" cy="5326"/>
                  </a:xfrm>
                  <a:custGeom>
                    <a:avLst/>
                    <a:gdLst>
                      <a:gd name="connsiteX0" fmla="*/ 0 w 5473"/>
                      <a:gd name="connsiteY0" fmla="*/ 3122 h 5326"/>
                      <a:gd name="connsiteX1" fmla="*/ 2755 w 5473"/>
                      <a:gd name="connsiteY1" fmla="*/ 5326 h 5326"/>
                      <a:gd name="connsiteX2" fmla="*/ 5473 w 5473"/>
                      <a:gd name="connsiteY2" fmla="*/ 2020 h 5326"/>
                      <a:gd name="connsiteX3" fmla="*/ 1726 w 5473"/>
                      <a:gd name="connsiteY3" fmla="*/ 0 h 5326"/>
                      <a:gd name="connsiteX4" fmla="*/ 0 w 5473"/>
                      <a:gd name="connsiteY4" fmla="*/ 3122 h 5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73" h="5326">
                        <a:moveTo>
                          <a:pt x="0" y="3122"/>
                        </a:moveTo>
                        <a:lnTo>
                          <a:pt x="2755" y="5326"/>
                        </a:lnTo>
                        <a:lnTo>
                          <a:pt x="5473" y="2020"/>
                        </a:lnTo>
                        <a:lnTo>
                          <a:pt x="1726" y="0"/>
                        </a:lnTo>
                        <a:lnTo>
                          <a:pt x="0" y="312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51" name="Freeform: Shape 3150">
                    <a:extLst>
                      <a:ext uri="{FF2B5EF4-FFF2-40B4-BE49-F238E27FC236}">
                        <a16:creationId xmlns:a16="http://schemas.microsoft.com/office/drawing/2014/main" id="{C04FED30-5032-DA6B-EDA1-2772BCDDD785}"/>
                      </a:ext>
                    </a:extLst>
                  </p:cNvPr>
                  <p:cNvSpPr/>
                  <p:nvPr/>
                </p:nvSpPr>
                <p:spPr>
                  <a:xfrm>
                    <a:off x="0" y="3193094"/>
                    <a:ext cx="114830" cy="226795"/>
                  </a:xfrm>
                  <a:custGeom>
                    <a:avLst/>
                    <a:gdLst>
                      <a:gd name="connsiteX0" fmla="*/ 0 w 114830"/>
                      <a:gd name="connsiteY0" fmla="*/ 11057 h 226795"/>
                      <a:gd name="connsiteX1" fmla="*/ 104765 w 114830"/>
                      <a:gd name="connsiteY1" fmla="*/ 138487 h 226795"/>
                      <a:gd name="connsiteX2" fmla="*/ 0 w 114830"/>
                      <a:gd name="connsiteY2" fmla="*/ 217942 h 226795"/>
                      <a:gd name="connsiteX3" fmla="*/ 0 w 114830"/>
                      <a:gd name="connsiteY3" fmla="*/ 226795 h 226795"/>
                      <a:gd name="connsiteX4" fmla="*/ 114830 w 114830"/>
                      <a:gd name="connsiteY4" fmla="*/ 139589 h 226795"/>
                      <a:gd name="connsiteX5" fmla="*/ 0 w 114830"/>
                      <a:gd name="connsiteY5" fmla="*/ 0 h 226795"/>
                      <a:gd name="connsiteX6" fmla="*/ 0 w 114830"/>
                      <a:gd name="connsiteY6" fmla="*/ 11057 h 226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830" h="226795">
                        <a:moveTo>
                          <a:pt x="0" y="11057"/>
                        </a:moveTo>
                        <a:lnTo>
                          <a:pt x="104765" y="138487"/>
                        </a:lnTo>
                        <a:lnTo>
                          <a:pt x="0" y="217942"/>
                        </a:lnTo>
                        <a:lnTo>
                          <a:pt x="0" y="226795"/>
                        </a:lnTo>
                        <a:lnTo>
                          <a:pt x="114830" y="139589"/>
                        </a:lnTo>
                        <a:lnTo>
                          <a:pt x="0" y="0"/>
                        </a:lnTo>
                        <a:lnTo>
                          <a:pt x="0" y="1105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52" name="Freeform: Shape 3151">
                    <a:extLst>
                      <a:ext uri="{FF2B5EF4-FFF2-40B4-BE49-F238E27FC236}">
                        <a16:creationId xmlns:a16="http://schemas.microsoft.com/office/drawing/2014/main" id="{9316275E-7250-2AF2-A286-ECDE73E78F77}"/>
                      </a:ext>
                    </a:extLst>
                  </p:cNvPr>
                  <p:cNvSpPr/>
                  <p:nvPr/>
                </p:nvSpPr>
                <p:spPr>
                  <a:xfrm>
                    <a:off x="0" y="3323279"/>
                    <a:ext cx="115565" cy="468137"/>
                  </a:xfrm>
                  <a:custGeom>
                    <a:avLst/>
                    <a:gdLst>
                      <a:gd name="connsiteX0" fmla="*/ 0 w 115565"/>
                      <a:gd name="connsiteY0" fmla="*/ 96794 h 468137"/>
                      <a:gd name="connsiteX1" fmla="*/ 104031 w 115565"/>
                      <a:gd name="connsiteY1" fmla="*/ 17706 h 468137"/>
                      <a:gd name="connsiteX2" fmla="*/ 0 w 115565"/>
                      <a:gd name="connsiteY2" fmla="*/ 439191 h 468137"/>
                      <a:gd name="connsiteX3" fmla="*/ 0 w 115565"/>
                      <a:gd name="connsiteY3" fmla="*/ 468138 h 468137"/>
                      <a:gd name="connsiteX4" fmla="*/ 115565 w 115565"/>
                      <a:gd name="connsiteY4" fmla="*/ 0 h 468137"/>
                      <a:gd name="connsiteX5" fmla="*/ 0 w 115565"/>
                      <a:gd name="connsiteY5" fmla="*/ 87757 h 468137"/>
                      <a:gd name="connsiteX6" fmla="*/ 0 w 115565"/>
                      <a:gd name="connsiteY6" fmla="*/ 96794 h 46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565" h="468137">
                        <a:moveTo>
                          <a:pt x="0" y="96794"/>
                        </a:moveTo>
                        <a:lnTo>
                          <a:pt x="104031" y="17706"/>
                        </a:lnTo>
                        <a:lnTo>
                          <a:pt x="0" y="439191"/>
                        </a:lnTo>
                        <a:lnTo>
                          <a:pt x="0" y="468138"/>
                        </a:lnTo>
                        <a:lnTo>
                          <a:pt x="115565" y="0"/>
                        </a:lnTo>
                        <a:lnTo>
                          <a:pt x="0" y="87757"/>
                        </a:lnTo>
                        <a:lnTo>
                          <a:pt x="0" y="9679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53" name="Freeform: Shape 3152">
                    <a:extLst>
                      <a:ext uri="{FF2B5EF4-FFF2-40B4-BE49-F238E27FC236}">
                        <a16:creationId xmlns:a16="http://schemas.microsoft.com/office/drawing/2014/main" id="{CB133F52-7B58-4BE0-F924-12253C296CD3}"/>
                      </a:ext>
                    </a:extLst>
                  </p:cNvPr>
                  <p:cNvSpPr/>
                  <p:nvPr/>
                </p:nvSpPr>
                <p:spPr>
                  <a:xfrm>
                    <a:off x="511373" y="2346340"/>
                    <a:ext cx="657978" cy="743495"/>
                  </a:xfrm>
                  <a:custGeom>
                    <a:avLst/>
                    <a:gdLst>
                      <a:gd name="connsiteX0" fmla="*/ 0 w 657978"/>
                      <a:gd name="connsiteY0" fmla="*/ 4408 h 743495"/>
                      <a:gd name="connsiteX1" fmla="*/ 567503 w 657978"/>
                      <a:gd name="connsiteY1" fmla="*/ 743495 h 743495"/>
                      <a:gd name="connsiteX2" fmla="*/ 569119 w 657978"/>
                      <a:gd name="connsiteY2" fmla="*/ 743495 h 743495"/>
                      <a:gd name="connsiteX3" fmla="*/ 569119 w 657978"/>
                      <a:gd name="connsiteY3" fmla="*/ 739969 h 743495"/>
                      <a:gd name="connsiteX4" fmla="*/ 569119 w 657978"/>
                      <a:gd name="connsiteY4" fmla="*/ 736479 h 743495"/>
                      <a:gd name="connsiteX5" fmla="*/ 570882 w 657978"/>
                      <a:gd name="connsiteY5" fmla="*/ 736479 h 743495"/>
                      <a:gd name="connsiteX6" fmla="*/ 71521 w 657978"/>
                      <a:gd name="connsiteY6" fmla="*/ 85921 h 743495"/>
                      <a:gd name="connsiteX7" fmla="*/ 642220 w 657978"/>
                      <a:gd name="connsiteY7" fmla="*/ 736479 h 743495"/>
                      <a:gd name="connsiteX8" fmla="*/ 570882 w 657978"/>
                      <a:gd name="connsiteY8" fmla="*/ 736479 h 743495"/>
                      <a:gd name="connsiteX9" fmla="*/ 571948 w 657978"/>
                      <a:gd name="connsiteY9" fmla="*/ 737765 h 743495"/>
                      <a:gd name="connsiteX10" fmla="*/ 569119 w 657978"/>
                      <a:gd name="connsiteY10" fmla="*/ 739969 h 743495"/>
                      <a:gd name="connsiteX11" fmla="*/ 569119 w 657978"/>
                      <a:gd name="connsiteY11" fmla="*/ 743495 h 743495"/>
                      <a:gd name="connsiteX12" fmla="*/ 650118 w 657978"/>
                      <a:gd name="connsiteY12" fmla="*/ 743495 h 743495"/>
                      <a:gd name="connsiteX13" fmla="*/ 657979 w 657978"/>
                      <a:gd name="connsiteY13" fmla="*/ 743495 h 743495"/>
                      <a:gd name="connsiteX14" fmla="*/ 5473 w 657978"/>
                      <a:gd name="connsiteY14" fmla="*/ 0 h 743495"/>
                      <a:gd name="connsiteX15" fmla="*/ 0 w 657978"/>
                      <a:gd name="connsiteY15" fmla="*/ 4408 h 743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57978" h="743495">
                        <a:moveTo>
                          <a:pt x="0" y="4408"/>
                        </a:moveTo>
                        <a:lnTo>
                          <a:pt x="567503" y="743495"/>
                        </a:lnTo>
                        <a:lnTo>
                          <a:pt x="569119" y="743495"/>
                        </a:lnTo>
                        <a:lnTo>
                          <a:pt x="569119" y="739969"/>
                        </a:lnTo>
                        <a:lnTo>
                          <a:pt x="569119" y="736479"/>
                        </a:lnTo>
                        <a:lnTo>
                          <a:pt x="570882" y="736479"/>
                        </a:lnTo>
                        <a:lnTo>
                          <a:pt x="71521" y="85921"/>
                        </a:lnTo>
                        <a:lnTo>
                          <a:pt x="642220" y="736479"/>
                        </a:lnTo>
                        <a:lnTo>
                          <a:pt x="570882" y="736479"/>
                        </a:lnTo>
                        <a:lnTo>
                          <a:pt x="571948" y="737765"/>
                        </a:lnTo>
                        <a:lnTo>
                          <a:pt x="569119" y="739969"/>
                        </a:lnTo>
                        <a:lnTo>
                          <a:pt x="569119" y="743495"/>
                        </a:lnTo>
                        <a:lnTo>
                          <a:pt x="650118" y="743495"/>
                        </a:lnTo>
                        <a:lnTo>
                          <a:pt x="657979" y="743495"/>
                        </a:lnTo>
                        <a:lnTo>
                          <a:pt x="5473" y="0"/>
                        </a:lnTo>
                        <a:lnTo>
                          <a:pt x="0" y="440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54" name="Freeform: Shape 3153">
                    <a:extLst>
                      <a:ext uri="{FF2B5EF4-FFF2-40B4-BE49-F238E27FC236}">
                        <a16:creationId xmlns:a16="http://schemas.microsoft.com/office/drawing/2014/main" id="{4695A6F0-5D6A-B7FA-8858-61EF3F021C50}"/>
                      </a:ext>
                    </a:extLst>
                  </p:cNvPr>
                  <p:cNvSpPr/>
                  <p:nvPr/>
                </p:nvSpPr>
                <p:spPr>
                  <a:xfrm>
                    <a:off x="1080492" y="3082819"/>
                    <a:ext cx="2828" cy="3489"/>
                  </a:xfrm>
                  <a:custGeom>
                    <a:avLst/>
                    <a:gdLst>
                      <a:gd name="connsiteX0" fmla="*/ 0 w 2828"/>
                      <a:gd name="connsiteY0" fmla="*/ 0 h 3489"/>
                      <a:gd name="connsiteX1" fmla="*/ 0 w 2828"/>
                      <a:gd name="connsiteY1" fmla="*/ 3490 h 3489"/>
                      <a:gd name="connsiteX2" fmla="*/ 2828 w 2828"/>
                      <a:gd name="connsiteY2" fmla="*/ 1286 h 3489"/>
                      <a:gd name="connsiteX3" fmla="*/ 1763 w 2828"/>
                      <a:gd name="connsiteY3" fmla="*/ 0 h 3489"/>
                      <a:gd name="connsiteX4" fmla="*/ 0 w 2828"/>
                      <a:gd name="connsiteY4" fmla="*/ 0 h 3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8" h="3489">
                        <a:moveTo>
                          <a:pt x="0" y="0"/>
                        </a:moveTo>
                        <a:lnTo>
                          <a:pt x="0" y="3490"/>
                        </a:lnTo>
                        <a:lnTo>
                          <a:pt x="2828" y="1286"/>
                        </a:lnTo>
                        <a:lnTo>
                          <a:pt x="1763" y="0"/>
                        </a:lnTo>
                        <a:lnTo>
                          <a:pt x="0"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55" name="Freeform: Shape 3154">
                    <a:extLst>
                      <a:ext uri="{FF2B5EF4-FFF2-40B4-BE49-F238E27FC236}">
                        <a16:creationId xmlns:a16="http://schemas.microsoft.com/office/drawing/2014/main" id="{B4A85462-6026-2CC5-573A-588BF6588AA0}"/>
                      </a:ext>
                    </a:extLst>
                  </p:cNvPr>
                  <p:cNvSpPr/>
                  <p:nvPr/>
                </p:nvSpPr>
                <p:spPr>
                  <a:xfrm>
                    <a:off x="1150691" y="2917589"/>
                    <a:ext cx="825044" cy="501565"/>
                  </a:xfrm>
                  <a:custGeom>
                    <a:avLst/>
                    <a:gdLst>
                      <a:gd name="connsiteX0" fmla="*/ 660072 w 825044"/>
                      <a:gd name="connsiteY0" fmla="*/ 501565 h 501565"/>
                      <a:gd name="connsiteX1" fmla="*/ 661321 w 825044"/>
                      <a:gd name="connsiteY1" fmla="*/ 497524 h 501565"/>
                      <a:gd name="connsiteX2" fmla="*/ 658052 w 825044"/>
                      <a:gd name="connsiteY2" fmla="*/ 496386 h 501565"/>
                      <a:gd name="connsiteX3" fmla="*/ 654599 w 825044"/>
                      <a:gd name="connsiteY3" fmla="*/ 495284 h 501565"/>
                      <a:gd name="connsiteX4" fmla="*/ 655885 w 825044"/>
                      <a:gd name="connsiteY4" fmla="*/ 491427 h 501565"/>
                      <a:gd name="connsiteX5" fmla="*/ 21563 w 825044"/>
                      <a:gd name="connsiteY5" fmla="*/ 170188 h 501565"/>
                      <a:gd name="connsiteX6" fmla="*/ 814502 w 825044"/>
                      <a:gd name="connsiteY6" fmla="*/ 9404 h 501565"/>
                      <a:gd name="connsiteX7" fmla="*/ 655885 w 825044"/>
                      <a:gd name="connsiteY7" fmla="*/ 491427 h 501565"/>
                      <a:gd name="connsiteX8" fmla="*/ 659522 w 825044"/>
                      <a:gd name="connsiteY8" fmla="*/ 493263 h 501565"/>
                      <a:gd name="connsiteX9" fmla="*/ 658052 w 825044"/>
                      <a:gd name="connsiteY9" fmla="*/ 496386 h 501565"/>
                      <a:gd name="connsiteX10" fmla="*/ 661321 w 825044"/>
                      <a:gd name="connsiteY10" fmla="*/ 497524 h 501565"/>
                      <a:gd name="connsiteX11" fmla="*/ 825045 w 825044"/>
                      <a:gd name="connsiteY11" fmla="*/ 0 h 501565"/>
                      <a:gd name="connsiteX12" fmla="*/ 0 w 825044"/>
                      <a:gd name="connsiteY12" fmla="*/ 167250 h 501565"/>
                      <a:gd name="connsiteX13" fmla="*/ 660072 w 825044"/>
                      <a:gd name="connsiteY13" fmla="*/ 501565 h 501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25044" h="501565">
                        <a:moveTo>
                          <a:pt x="660072" y="501565"/>
                        </a:moveTo>
                        <a:lnTo>
                          <a:pt x="661321" y="497524"/>
                        </a:lnTo>
                        <a:lnTo>
                          <a:pt x="658052" y="496386"/>
                        </a:lnTo>
                        <a:lnTo>
                          <a:pt x="654599" y="495284"/>
                        </a:lnTo>
                        <a:lnTo>
                          <a:pt x="655885" y="491427"/>
                        </a:lnTo>
                        <a:lnTo>
                          <a:pt x="21563" y="170188"/>
                        </a:lnTo>
                        <a:lnTo>
                          <a:pt x="814502" y="9404"/>
                        </a:lnTo>
                        <a:lnTo>
                          <a:pt x="655885" y="491427"/>
                        </a:lnTo>
                        <a:lnTo>
                          <a:pt x="659522" y="493263"/>
                        </a:lnTo>
                        <a:lnTo>
                          <a:pt x="658052" y="496386"/>
                        </a:lnTo>
                        <a:lnTo>
                          <a:pt x="661321" y="497524"/>
                        </a:lnTo>
                        <a:lnTo>
                          <a:pt x="825045" y="0"/>
                        </a:lnTo>
                        <a:lnTo>
                          <a:pt x="0" y="167250"/>
                        </a:lnTo>
                        <a:lnTo>
                          <a:pt x="660072" y="50156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56" name="Freeform: Shape 3155">
                    <a:extLst>
                      <a:ext uri="{FF2B5EF4-FFF2-40B4-BE49-F238E27FC236}">
                        <a16:creationId xmlns:a16="http://schemas.microsoft.com/office/drawing/2014/main" id="{F49936CF-14F0-97D3-76B4-DF6F1C23EF8E}"/>
                      </a:ext>
                    </a:extLst>
                  </p:cNvPr>
                  <p:cNvSpPr/>
                  <p:nvPr/>
                </p:nvSpPr>
                <p:spPr>
                  <a:xfrm>
                    <a:off x="1805290" y="3409016"/>
                    <a:ext cx="4922" cy="4958"/>
                  </a:xfrm>
                  <a:custGeom>
                    <a:avLst/>
                    <a:gdLst>
                      <a:gd name="connsiteX0" fmla="*/ 0 w 4922"/>
                      <a:gd name="connsiteY0" fmla="*/ 3857 h 4958"/>
                      <a:gd name="connsiteX1" fmla="*/ 3453 w 4922"/>
                      <a:gd name="connsiteY1" fmla="*/ 4959 h 4958"/>
                      <a:gd name="connsiteX2" fmla="*/ 4922 w 4922"/>
                      <a:gd name="connsiteY2" fmla="*/ 1837 h 4958"/>
                      <a:gd name="connsiteX3" fmla="*/ 1286 w 4922"/>
                      <a:gd name="connsiteY3" fmla="*/ 0 h 4958"/>
                      <a:gd name="connsiteX4" fmla="*/ 0 w 4922"/>
                      <a:gd name="connsiteY4" fmla="*/ 3857 h 4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22" h="4958">
                        <a:moveTo>
                          <a:pt x="0" y="3857"/>
                        </a:moveTo>
                        <a:lnTo>
                          <a:pt x="3453" y="4959"/>
                        </a:lnTo>
                        <a:lnTo>
                          <a:pt x="4922" y="1837"/>
                        </a:lnTo>
                        <a:lnTo>
                          <a:pt x="1286" y="0"/>
                        </a:lnTo>
                        <a:lnTo>
                          <a:pt x="0" y="385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57" name="Freeform: Shape 3156">
                    <a:extLst>
                      <a:ext uri="{FF2B5EF4-FFF2-40B4-BE49-F238E27FC236}">
                        <a16:creationId xmlns:a16="http://schemas.microsoft.com/office/drawing/2014/main" id="{4E03A248-2BFE-A5BE-3FCF-064FD74715C5}"/>
                      </a:ext>
                    </a:extLst>
                  </p:cNvPr>
                  <p:cNvSpPr/>
                  <p:nvPr/>
                </p:nvSpPr>
                <p:spPr>
                  <a:xfrm>
                    <a:off x="3180756" y="1769727"/>
                    <a:ext cx="4922" cy="5142"/>
                  </a:xfrm>
                  <a:custGeom>
                    <a:avLst/>
                    <a:gdLst>
                      <a:gd name="connsiteX0" fmla="*/ 0 w 4922"/>
                      <a:gd name="connsiteY0" fmla="*/ 3857 h 5142"/>
                      <a:gd name="connsiteX1" fmla="*/ 3269 w 4922"/>
                      <a:gd name="connsiteY1" fmla="*/ 5143 h 5142"/>
                      <a:gd name="connsiteX2" fmla="*/ 4922 w 4922"/>
                      <a:gd name="connsiteY2" fmla="*/ 2020 h 5142"/>
                      <a:gd name="connsiteX3" fmla="*/ 1469 w 4922"/>
                      <a:gd name="connsiteY3" fmla="*/ 0 h 5142"/>
                      <a:gd name="connsiteX4" fmla="*/ 0 w 4922"/>
                      <a:gd name="connsiteY4" fmla="*/ 3857 h 5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22" h="5142">
                        <a:moveTo>
                          <a:pt x="0" y="3857"/>
                        </a:moveTo>
                        <a:lnTo>
                          <a:pt x="3269" y="5143"/>
                        </a:lnTo>
                        <a:lnTo>
                          <a:pt x="4922" y="2020"/>
                        </a:lnTo>
                        <a:lnTo>
                          <a:pt x="1469" y="0"/>
                        </a:lnTo>
                        <a:lnTo>
                          <a:pt x="0" y="385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58" name="Freeform: Shape 3157">
                    <a:extLst>
                      <a:ext uri="{FF2B5EF4-FFF2-40B4-BE49-F238E27FC236}">
                        <a16:creationId xmlns:a16="http://schemas.microsoft.com/office/drawing/2014/main" id="{D28216F1-C262-895B-5899-78B592654CDB}"/>
                      </a:ext>
                    </a:extLst>
                  </p:cNvPr>
                  <p:cNvSpPr/>
                  <p:nvPr/>
                </p:nvSpPr>
                <p:spPr>
                  <a:xfrm>
                    <a:off x="2132002" y="4229800"/>
                    <a:ext cx="4665" cy="4591"/>
                  </a:xfrm>
                  <a:custGeom>
                    <a:avLst/>
                    <a:gdLst>
                      <a:gd name="connsiteX0" fmla="*/ 184 w 4665"/>
                      <a:gd name="connsiteY0" fmla="*/ 3857 h 4591"/>
                      <a:gd name="connsiteX1" fmla="*/ 3637 w 4665"/>
                      <a:gd name="connsiteY1" fmla="*/ 4592 h 4591"/>
                      <a:gd name="connsiteX2" fmla="*/ 4665 w 4665"/>
                      <a:gd name="connsiteY2" fmla="*/ 0 h 4591"/>
                      <a:gd name="connsiteX3" fmla="*/ 0 w 4665"/>
                      <a:gd name="connsiteY3" fmla="*/ 367 h 4591"/>
                      <a:gd name="connsiteX4" fmla="*/ 184 w 4665"/>
                      <a:gd name="connsiteY4" fmla="*/ 3857 h 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5" h="4591">
                        <a:moveTo>
                          <a:pt x="184" y="3857"/>
                        </a:moveTo>
                        <a:lnTo>
                          <a:pt x="3637" y="4592"/>
                        </a:lnTo>
                        <a:lnTo>
                          <a:pt x="4665" y="0"/>
                        </a:lnTo>
                        <a:lnTo>
                          <a:pt x="0" y="367"/>
                        </a:lnTo>
                        <a:lnTo>
                          <a:pt x="184" y="385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59" name="Freeform: Shape 3158">
                    <a:extLst>
                      <a:ext uri="{FF2B5EF4-FFF2-40B4-BE49-F238E27FC236}">
                        <a16:creationId xmlns:a16="http://schemas.microsoft.com/office/drawing/2014/main" id="{F0BB6B47-7EA4-7A90-7905-CB086D0A2E91}"/>
                      </a:ext>
                    </a:extLst>
                  </p:cNvPr>
                  <p:cNvSpPr/>
                  <p:nvPr/>
                </p:nvSpPr>
                <p:spPr>
                  <a:xfrm>
                    <a:off x="2127814" y="3079145"/>
                    <a:ext cx="1306847" cy="1158368"/>
                  </a:xfrm>
                  <a:custGeom>
                    <a:avLst/>
                    <a:gdLst>
                      <a:gd name="connsiteX0" fmla="*/ 0 w 1306847"/>
                      <a:gd name="connsiteY0" fmla="*/ 1158368 h 1158368"/>
                      <a:gd name="connsiteX1" fmla="*/ 4665 w 1306847"/>
                      <a:gd name="connsiteY1" fmla="*/ 1158001 h 1158368"/>
                      <a:gd name="connsiteX2" fmla="*/ 4371 w 1306847"/>
                      <a:gd name="connsiteY2" fmla="*/ 1154512 h 1158368"/>
                      <a:gd name="connsiteX3" fmla="*/ 4188 w 1306847"/>
                      <a:gd name="connsiteY3" fmla="*/ 1151022 h 1158368"/>
                      <a:gd name="connsiteX4" fmla="*/ 8853 w 1306847"/>
                      <a:gd name="connsiteY4" fmla="*/ 1150654 h 1158368"/>
                      <a:gd name="connsiteX5" fmla="*/ 249277 w 1306847"/>
                      <a:gd name="connsiteY5" fmla="*/ 14363 h 1158368"/>
                      <a:gd name="connsiteX6" fmla="*/ 1290831 w 1306847"/>
                      <a:gd name="connsiteY6" fmla="*/ 1069472 h 1158368"/>
                      <a:gd name="connsiteX7" fmla="*/ 8853 w 1306847"/>
                      <a:gd name="connsiteY7" fmla="*/ 1150654 h 1158368"/>
                      <a:gd name="connsiteX8" fmla="*/ 7824 w 1306847"/>
                      <a:gd name="connsiteY8" fmla="*/ 1155246 h 1158368"/>
                      <a:gd name="connsiteX9" fmla="*/ 4371 w 1306847"/>
                      <a:gd name="connsiteY9" fmla="*/ 1154512 h 1158368"/>
                      <a:gd name="connsiteX10" fmla="*/ 4665 w 1306847"/>
                      <a:gd name="connsiteY10" fmla="*/ 1158001 h 1158368"/>
                      <a:gd name="connsiteX11" fmla="*/ 1306847 w 1306847"/>
                      <a:gd name="connsiteY11" fmla="*/ 1075570 h 1158368"/>
                      <a:gd name="connsiteX12" fmla="*/ 245016 w 1306847"/>
                      <a:gd name="connsiteY12" fmla="*/ 0 h 1158368"/>
                      <a:gd name="connsiteX13" fmla="*/ 0 w 1306847"/>
                      <a:gd name="connsiteY13" fmla="*/ 1158368 h 1158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6847" h="1158368">
                        <a:moveTo>
                          <a:pt x="0" y="1158368"/>
                        </a:moveTo>
                        <a:lnTo>
                          <a:pt x="4665" y="1158001"/>
                        </a:lnTo>
                        <a:lnTo>
                          <a:pt x="4371" y="1154512"/>
                        </a:lnTo>
                        <a:lnTo>
                          <a:pt x="4188" y="1151022"/>
                        </a:lnTo>
                        <a:lnTo>
                          <a:pt x="8853" y="1150654"/>
                        </a:lnTo>
                        <a:lnTo>
                          <a:pt x="249277" y="14363"/>
                        </a:lnTo>
                        <a:lnTo>
                          <a:pt x="1290831" y="1069472"/>
                        </a:lnTo>
                        <a:lnTo>
                          <a:pt x="8853" y="1150654"/>
                        </a:lnTo>
                        <a:lnTo>
                          <a:pt x="7824" y="1155246"/>
                        </a:lnTo>
                        <a:lnTo>
                          <a:pt x="4371" y="1154512"/>
                        </a:lnTo>
                        <a:lnTo>
                          <a:pt x="4665" y="1158001"/>
                        </a:lnTo>
                        <a:lnTo>
                          <a:pt x="1306847" y="1075570"/>
                        </a:lnTo>
                        <a:lnTo>
                          <a:pt x="245016" y="0"/>
                        </a:lnTo>
                        <a:lnTo>
                          <a:pt x="0" y="115836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60" name="Freeform: Shape 3159">
                    <a:extLst>
                      <a:ext uri="{FF2B5EF4-FFF2-40B4-BE49-F238E27FC236}">
                        <a16:creationId xmlns:a16="http://schemas.microsoft.com/office/drawing/2014/main" id="{923F5DCF-961E-41FE-7BB2-726F29637675}"/>
                      </a:ext>
                    </a:extLst>
                  </p:cNvPr>
                  <p:cNvSpPr/>
                  <p:nvPr/>
                </p:nvSpPr>
                <p:spPr>
                  <a:xfrm>
                    <a:off x="2368715" y="2424326"/>
                    <a:ext cx="1630032" cy="1734063"/>
                  </a:xfrm>
                  <a:custGeom>
                    <a:avLst/>
                    <a:gdLst>
                      <a:gd name="connsiteX0" fmla="*/ 1059407 w 1630032"/>
                      <a:gd name="connsiteY0" fmla="*/ 1734063 h 1734063"/>
                      <a:gd name="connsiteX1" fmla="*/ 1061244 w 1630032"/>
                      <a:gd name="connsiteY1" fmla="*/ 1728553 h 1734063"/>
                      <a:gd name="connsiteX2" fmla="*/ 1057938 w 1630032"/>
                      <a:gd name="connsiteY2" fmla="*/ 1727451 h 1734063"/>
                      <a:gd name="connsiteX3" fmla="*/ 1054595 w 1630032"/>
                      <a:gd name="connsiteY3" fmla="*/ 1726312 h 1734063"/>
                      <a:gd name="connsiteX4" fmla="*/ 1056395 w 1630032"/>
                      <a:gd name="connsiteY4" fmla="*/ 1720802 h 1734063"/>
                      <a:gd name="connsiteX5" fmla="*/ 12489 w 1630032"/>
                      <a:gd name="connsiteY5" fmla="*/ 663268 h 1734063"/>
                      <a:gd name="connsiteX6" fmla="*/ 1618462 w 1630032"/>
                      <a:gd name="connsiteY6" fmla="*/ 12379 h 1734063"/>
                      <a:gd name="connsiteX7" fmla="*/ 1056395 w 1630032"/>
                      <a:gd name="connsiteY7" fmla="*/ 1720802 h 1734063"/>
                      <a:gd name="connsiteX8" fmla="*/ 1060399 w 1630032"/>
                      <a:gd name="connsiteY8" fmla="*/ 1724843 h 1734063"/>
                      <a:gd name="connsiteX9" fmla="*/ 1057938 w 1630032"/>
                      <a:gd name="connsiteY9" fmla="*/ 1727451 h 1734063"/>
                      <a:gd name="connsiteX10" fmla="*/ 1061244 w 1630032"/>
                      <a:gd name="connsiteY10" fmla="*/ 1728553 h 1734063"/>
                      <a:gd name="connsiteX11" fmla="*/ 1630032 w 1630032"/>
                      <a:gd name="connsiteY11" fmla="*/ 0 h 1734063"/>
                      <a:gd name="connsiteX12" fmla="*/ 0 w 1630032"/>
                      <a:gd name="connsiteY12" fmla="*/ 660697 h 1734063"/>
                      <a:gd name="connsiteX13" fmla="*/ 1059407 w 1630032"/>
                      <a:gd name="connsiteY13" fmla="*/ 1734063 h 1734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0032" h="1734063">
                        <a:moveTo>
                          <a:pt x="1059407" y="1734063"/>
                        </a:moveTo>
                        <a:lnTo>
                          <a:pt x="1061244" y="1728553"/>
                        </a:lnTo>
                        <a:lnTo>
                          <a:pt x="1057938" y="1727451"/>
                        </a:lnTo>
                        <a:lnTo>
                          <a:pt x="1054595" y="1726312"/>
                        </a:lnTo>
                        <a:lnTo>
                          <a:pt x="1056395" y="1720802"/>
                        </a:lnTo>
                        <a:lnTo>
                          <a:pt x="12489" y="663268"/>
                        </a:lnTo>
                        <a:lnTo>
                          <a:pt x="1618462" y="12379"/>
                        </a:lnTo>
                        <a:lnTo>
                          <a:pt x="1056395" y="1720802"/>
                        </a:lnTo>
                        <a:lnTo>
                          <a:pt x="1060399" y="1724843"/>
                        </a:lnTo>
                        <a:lnTo>
                          <a:pt x="1057938" y="1727451"/>
                        </a:lnTo>
                        <a:lnTo>
                          <a:pt x="1061244" y="1728553"/>
                        </a:lnTo>
                        <a:lnTo>
                          <a:pt x="1630032" y="0"/>
                        </a:lnTo>
                        <a:lnTo>
                          <a:pt x="0" y="660697"/>
                        </a:lnTo>
                        <a:lnTo>
                          <a:pt x="1059407" y="173406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61" name="Freeform: Shape 3160">
                    <a:extLst>
                      <a:ext uri="{FF2B5EF4-FFF2-40B4-BE49-F238E27FC236}">
                        <a16:creationId xmlns:a16="http://schemas.microsoft.com/office/drawing/2014/main" id="{3819A18F-805A-0001-E98A-63B2379D11B4}"/>
                      </a:ext>
                    </a:extLst>
                  </p:cNvPr>
                  <p:cNvSpPr/>
                  <p:nvPr/>
                </p:nvSpPr>
                <p:spPr>
                  <a:xfrm>
                    <a:off x="3423310" y="4145128"/>
                    <a:ext cx="5804" cy="6648"/>
                  </a:xfrm>
                  <a:custGeom>
                    <a:avLst/>
                    <a:gdLst>
                      <a:gd name="connsiteX0" fmla="*/ 0 w 5804"/>
                      <a:gd name="connsiteY0" fmla="*/ 5510 h 6648"/>
                      <a:gd name="connsiteX1" fmla="*/ 3343 w 5804"/>
                      <a:gd name="connsiteY1" fmla="*/ 6649 h 6648"/>
                      <a:gd name="connsiteX2" fmla="*/ 5804 w 5804"/>
                      <a:gd name="connsiteY2" fmla="*/ 4041 h 6648"/>
                      <a:gd name="connsiteX3" fmla="*/ 1800 w 5804"/>
                      <a:gd name="connsiteY3" fmla="*/ 0 h 6648"/>
                      <a:gd name="connsiteX4" fmla="*/ 0 w 5804"/>
                      <a:gd name="connsiteY4" fmla="*/ 5510 h 66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04" h="6648">
                        <a:moveTo>
                          <a:pt x="0" y="5510"/>
                        </a:moveTo>
                        <a:lnTo>
                          <a:pt x="3343" y="6649"/>
                        </a:lnTo>
                        <a:lnTo>
                          <a:pt x="5804" y="4041"/>
                        </a:lnTo>
                        <a:lnTo>
                          <a:pt x="1800" y="0"/>
                        </a:lnTo>
                        <a:lnTo>
                          <a:pt x="0" y="551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62" name="Freeform: Shape 3161">
                    <a:extLst>
                      <a:ext uri="{FF2B5EF4-FFF2-40B4-BE49-F238E27FC236}">
                        <a16:creationId xmlns:a16="http://schemas.microsoft.com/office/drawing/2014/main" id="{23BF0C0B-E872-C2E8-ADC5-77560BF9C568}"/>
                      </a:ext>
                    </a:extLst>
                  </p:cNvPr>
                  <p:cNvSpPr/>
                  <p:nvPr/>
                </p:nvSpPr>
                <p:spPr>
                  <a:xfrm>
                    <a:off x="3420482" y="4147148"/>
                    <a:ext cx="1543818" cy="336152"/>
                  </a:xfrm>
                  <a:custGeom>
                    <a:avLst/>
                    <a:gdLst>
                      <a:gd name="connsiteX0" fmla="*/ 165890 w 1543818"/>
                      <a:gd name="connsiteY0" fmla="*/ 336152 h 336152"/>
                      <a:gd name="connsiteX1" fmla="*/ 168168 w 1543818"/>
                      <a:gd name="connsiteY1" fmla="*/ 335969 h 336152"/>
                      <a:gd name="connsiteX2" fmla="*/ 167984 w 1543818"/>
                      <a:gd name="connsiteY2" fmla="*/ 332479 h 336152"/>
                      <a:gd name="connsiteX3" fmla="*/ 167801 w 1543818"/>
                      <a:gd name="connsiteY3" fmla="*/ 328990 h 336152"/>
                      <a:gd name="connsiteX4" fmla="*/ 170151 w 1543818"/>
                      <a:gd name="connsiteY4" fmla="*/ 328806 h 336152"/>
                      <a:gd name="connsiteX5" fmla="*/ 12379 w 1543818"/>
                      <a:gd name="connsiteY5" fmla="*/ 9220 h 336152"/>
                      <a:gd name="connsiteX6" fmla="*/ 1510500 w 1543818"/>
                      <a:gd name="connsiteY6" fmla="*/ 248762 h 336152"/>
                      <a:gd name="connsiteX7" fmla="*/ 170151 w 1543818"/>
                      <a:gd name="connsiteY7" fmla="*/ 328806 h 336152"/>
                      <a:gd name="connsiteX8" fmla="*/ 171180 w 1543818"/>
                      <a:gd name="connsiteY8" fmla="*/ 330826 h 336152"/>
                      <a:gd name="connsiteX9" fmla="*/ 167984 w 1543818"/>
                      <a:gd name="connsiteY9" fmla="*/ 332479 h 336152"/>
                      <a:gd name="connsiteX10" fmla="*/ 168168 w 1543818"/>
                      <a:gd name="connsiteY10" fmla="*/ 335969 h 336152"/>
                      <a:gd name="connsiteX11" fmla="*/ 1543450 w 1543818"/>
                      <a:gd name="connsiteY11" fmla="*/ 253942 h 336152"/>
                      <a:gd name="connsiteX12" fmla="*/ 1543818 w 1543818"/>
                      <a:gd name="connsiteY12" fmla="*/ 246926 h 336152"/>
                      <a:gd name="connsiteX13" fmla="*/ 0 w 1543818"/>
                      <a:gd name="connsiteY13" fmla="*/ 0 h 336152"/>
                      <a:gd name="connsiteX14" fmla="*/ 165890 w 1543818"/>
                      <a:gd name="connsiteY14" fmla="*/ 336152 h 336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43818" h="336152">
                        <a:moveTo>
                          <a:pt x="165890" y="336152"/>
                        </a:moveTo>
                        <a:lnTo>
                          <a:pt x="168168" y="335969"/>
                        </a:lnTo>
                        <a:lnTo>
                          <a:pt x="167984" y="332479"/>
                        </a:lnTo>
                        <a:lnTo>
                          <a:pt x="167801" y="328990"/>
                        </a:lnTo>
                        <a:lnTo>
                          <a:pt x="170151" y="328806"/>
                        </a:lnTo>
                        <a:lnTo>
                          <a:pt x="12379" y="9220"/>
                        </a:lnTo>
                        <a:lnTo>
                          <a:pt x="1510500" y="248762"/>
                        </a:lnTo>
                        <a:lnTo>
                          <a:pt x="170151" y="328806"/>
                        </a:lnTo>
                        <a:lnTo>
                          <a:pt x="171180" y="330826"/>
                        </a:lnTo>
                        <a:lnTo>
                          <a:pt x="167984" y="332479"/>
                        </a:lnTo>
                        <a:lnTo>
                          <a:pt x="168168" y="335969"/>
                        </a:lnTo>
                        <a:lnTo>
                          <a:pt x="1543450" y="253942"/>
                        </a:lnTo>
                        <a:lnTo>
                          <a:pt x="1543818" y="246926"/>
                        </a:lnTo>
                        <a:lnTo>
                          <a:pt x="0" y="0"/>
                        </a:lnTo>
                        <a:lnTo>
                          <a:pt x="165890" y="33615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63" name="Freeform: Shape 3162">
                    <a:extLst>
                      <a:ext uri="{FF2B5EF4-FFF2-40B4-BE49-F238E27FC236}">
                        <a16:creationId xmlns:a16="http://schemas.microsoft.com/office/drawing/2014/main" id="{9E3AC538-CC99-8A30-8721-0B766DE5BDBC}"/>
                      </a:ext>
                    </a:extLst>
                  </p:cNvPr>
                  <p:cNvSpPr/>
                  <p:nvPr/>
                </p:nvSpPr>
                <p:spPr>
                  <a:xfrm>
                    <a:off x="3588283" y="4475954"/>
                    <a:ext cx="3379" cy="3673"/>
                  </a:xfrm>
                  <a:custGeom>
                    <a:avLst/>
                    <a:gdLst>
                      <a:gd name="connsiteX0" fmla="*/ 0 w 3379"/>
                      <a:gd name="connsiteY0" fmla="*/ 184 h 3673"/>
                      <a:gd name="connsiteX1" fmla="*/ 184 w 3379"/>
                      <a:gd name="connsiteY1" fmla="*/ 3673 h 3673"/>
                      <a:gd name="connsiteX2" fmla="*/ 3379 w 3379"/>
                      <a:gd name="connsiteY2" fmla="*/ 2021 h 3673"/>
                      <a:gd name="connsiteX3" fmla="*/ 2351 w 3379"/>
                      <a:gd name="connsiteY3" fmla="*/ 0 h 3673"/>
                      <a:gd name="connsiteX4" fmla="*/ 0 w 3379"/>
                      <a:gd name="connsiteY4" fmla="*/ 184 h 3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9" h="3673">
                        <a:moveTo>
                          <a:pt x="0" y="184"/>
                        </a:moveTo>
                        <a:lnTo>
                          <a:pt x="184" y="3673"/>
                        </a:lnTo>
                        <a:lnTo>
                          <a:pt x="3379" y="2021"/>
                        </a:lnTo>
                        <a:lnTo>
                          <a:pt x="2351" y="0"/>
                        </a:lnTo>
                        <a:lnTo>
                          <a:pt x="0" y="18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64" name="Freeform: Shape 3163">
                    <a:extLst>
                      <a:ext uri="{FF2B5EF4-FFF2-40B4-BE49-F238E27FC236}">
                        <a16:creationId xmlns:a16="http://schemas.microsoft.com/office/drawing/2014/main" id="{5E98EB06-4C1B-2B8C-9BDC-A1324B3661B9}"/>
                      </a:ext>
                    </a:extLst>
                  </p:cNvPr>
                  <p:cNvSpPr/>
                  <p:nvPr/>
                </p:nvSpPr>
                <p:spPr>
                  <a:xfrm>
                    <a:off x="3423310" y="2423407"/>
                    <a:ext cx="978665" cy="1730573"/>
                  </a:xfrm>
                  <a:custGeom>
                    <a:avLst/>
                    <a:gdLst>
                      <a:gd name="connsiteX0" fmla="*/ 0 w 978665"/>
                      <a:gd name="connsiteY0" fmla="*/ 1727231 h 1730573"/>
                      <a:gd name="connsiteX1" fmla="*/ 6098 w 978665"/>
                      <a:gd name="connsiteY1" fmla="*/ 1730573 h 1730573"/>
                      <a:gd name="connsiteX2" fmla="*/ 3343 w 978665"/>
                      <a:gd name="connsiteY2" fmla="*/ 1728369 h 1730573"/>
                      <a:gd name="connsiteX3" fmla="*/ 625 w 978665"/>
                      <a:gd name="connsiteY3" fmla="*/ 1726129 h 1730573"/>
                      <a:gd name="connsiteX4" fmla="*/ 12820 w 978665"/>
                      <a:gd name="connsiteY4" fmla="*/ 1710664 h 1730573"/>
                      <a:gd name="connsiteX5" fmla="*/ 570956 w 978665"/>
                      <a:gd name="connsiteY5" fmla="*/ 14400 h 1730573"/>
                      <a:gd name="connsiteX6" fmla="*/ 969556 w 978665"/>
                      <a:gd name="connsiteY6" fmla="*/ 498994 h 1730573"/>
                      <a:gd name="connsiteX7" fmla="*/ 12820 w 978665"/>
                      <a:gd name="connsiteY7" fmla="*/ 1710664 h 1730573"/>
                      <a:gd name="connsiteX8" fmla="*/ 6649 w 978665"/>
                      <a:gd name="connsiteY8" fmla="*/ 1729471 h 1730573"/>
                      <a:gd name="connsiteX9" fmla="*/ 3343 w 978665"/>
                      <a:gd name="connsiteY9" fmla="*/ 1728369 h 1730573"/>
                      <a:gd name="connsiteX10" fmla="*/ 6098 w 978665"/>
                      <a:gd name="connsiteY10" fmla="*/ 1730573 h 1730573"/>
                      <a:gd name="connsiteX11" fmla="*/ 978666 w 978665"/>
                      <a:gd name="connsiteY11" fmla="*/ 498810 h 1730573"/>
                      <a:gd name="connsiteX12" fmla="*/ 568348 w 978665"/>
                      <a:gd name="connsiteY12" fmla="*/ 0 h 1730573"/>
                      <a:gd name="connsiteX13" fmla="*/ 0 w 978665"/>
                      <a:gd name="connsiteY13" fmla="*/ 1727231 h 173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665" h="1730573">
                        <a:moveTo>
                          <a:pt x="0" y="1727231"/>
                        </a:moveTo>
                        <a:lnTo>
                          <a:pt x="6098" y="1730573"/>
                        </a:lnTo>
                        <a:lnTo>
                          <a:pt x="3343" y="1728369"/>
                        </a:lnTo>
                        <a:lnTo>
                          <a:pt x="625" y="1726129"/>
                        </a:lnTo>
                        <a:lnTo>
                          <a:pt x="12820" y="1710664"/>
                        </a:lnTo>
                        <a:lnTo>
                          <a:pt x="570956" y="14400"/>
                        </a:lnTo>
                        <a:lnTo>
                          <a:pt x="969556" y="498994"/>
                        </a:lnTo>
                        <a:lnTo>
                          <a:pt x="12820" y="1710664"/>
                        </a:lnTo>
                        <a:lnTo>
                          <a:pt x="6649" y="1729471"/>
                        </a:lnTo>
                        <a:lnTo>
                          <a:pt x="3343" y="1728369"/>
                        </a:lnTo>
                        <a:lnTo>
                          <a:pt x="6098" y="1730573"/>
                        </a:lnTo>
                        <a:lnTo>
                          <a:pt x="978666" y="498810"/>
                        </a:lnTo>
                        <a:lnTo>
                          <a:pt x="568348" y="0"/>
                        </a:lnTo>
                        <a:lnTo>
                          <a:pt x="0" y="172723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65" name="Freeform: Shape 3164">
                    <a:extLst>
                      <a:ext uri="{FF2B5EF4-FFF2-40B4-BE49-F238E27FC236}">
                        <a16:creationId xmlns:a16="http://schemas.microsoft.com/office/drawing/2014/main" id="{1573FE5E-163C-4B91-9540-F820D198B958}"/>
                      </a:ext>
                    </a:extLst>
                  </p:cNvPr>
                  <p:cNvSpPr/>
                  <p:nvPr/>
                </p:nvSpPr>
                <p:spPr>
                  <a:xfrm>
                    <a:off x="3423935" y="4134071"/>
                    <a:ext cx="12195" cy="18807"/>
                  </a:xfrm>
                  <a:custGeom>
                    <a:avLst/>
                    <a:gdLst>
                      <a:gd name="connsiteX0" fmla="*/ 2718 w 12195"/>
                      <a:gd name="connsiteY0" fmla="*/ 17706 h 18807"/>
                      <a:gd name="connsiteX1" fmla="*/ 6024 w 12195"/>
                      <a:gd name="connsiteY1" fmla="*/ 18808 h 18807"/>
                      <a:gd name="connsiteX2" fmla="*/ 12195 w 12195"/>
                      <a:gd name="connsiteY2" fmla="*/ 0 h 18807"/>
                      <a:gd name="connsiteX3" fmla="*/ 0 w 12195"/>
                      <a:gd name="connsiteY3" fmla="*/ 15465 h 18807"/>
                      <a:gd name="connsiteX4" fmla="*/ 2718 w 12195"/>
                      <a:gd name="connsiteY4" fmla="*/ 17706 h 18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 h="18807">
                        <a:moveTo>
                          <a:pt x="2718" y="17706"/>
                        </a:moveTo>
                        <a:lnTo>
                          <a:pt x="6024" y="18808"/>
                        </a:lnTo>
                        <a:lnTo>
                          <a:pt x="12195" y="0"/>
                        </a:lnTo>
                        <a:lnTo>
                          <a:pt x="0" y="15465"/>
                        </a:lnTo>
                        <a:lnTo>
                          <a:pt x="2718" y="1770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66" name="Freeform: Shape 3165">
                    <a:extLst>
                      <a:ext uri="{FF2B5EF4-FFF2-40B4-BE49-F238E27FC236}">
                        <a16:creationId xmlns:a16="http://schemas.microsoft.com/office/drawing/2014/main" id="{7E39D14E-53D3-1EC8-D084-F77FC41F71D8}"/>
                      </a:ext>
                    </a:extLst>
                  </p:cNvPr>
                  <p:cNvSpPr/>
                  <p:nvPr/>
                </p:nvSpPr>
                <p:spPr>
                  <a:xfrm>
                    <a:off x="3426653" y="4148250"/>
                    <a:ext cx="6465" cy="5730"/>
                  </a:xfrm>
                  <a:custGeom>
                    <a:avLst/>
                    <a:gdLst>
                      <a:gd name="connsiteX0" fmla="*/ 0 w 6465"/>
                      <a:gd name="connsiteY0" fmla="*/ 3527 h 5730"/>
                      <a:gd name="connsiteX1" fmla="*/ 2755 w 6465"/>
                      <a:gd name="connsiteY1" fmla="*/ 5730 h 5730"/>
                      <a:gd name="connsiteX2" fmla="*/ 6465 w 6465"/>
                      <a:gd name="connsiteY2" fmla="*/ 918 h 5730"/>
                      <a:gd name="connsiteX3" fmla="*/ 551 w 6465"/>
                      <a:gd name="connsiteY3" fmla="*/ 0 h 5730"/>
                      <a:gd name="connsiteX4" fmla="*/ 0 w 6465"/>
                      <a:gd name="connsiteY4" fmla="*/ 3527 h 5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5" h="5730">
                        <a:moveTo>
                          <a:pt x="0" y="3527"/>
                        </a:moveTo>
                        <a:lnTo>
                          <a:pt x="2755" y="5730"/>
                        </a:lnTo>
                        <a:lnTo>
                          <a:pt x="6465" y="918"/>
                        </a:lnTo>
                        <a:lnTo>
                          <a:pt x="551" y="0"/>
                        </a:lnTo>
                        <a:lnTo>
                          <a:pt x="0" y="352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67" name="Freeform: Shape 3166">
                    <a:extLst>
                      <a:ext uri="{FF2B5EF4-FFF2-40B4-BE49-F238E27FC236}">
                        <a16:creationId xmlns:a16="http://schemas.microsoft.com/office/drawing/2014/main" id="{B8BD7730-C94C-629F-B67A-D1F389CD76BE}"/>
                      </a:ext>
                    </a:extLst>
                  </p:cNvPr>
                  <p:cNvSpPr/>
                  <p:nvPr/>
                </p:nvSpPr>
                <p:spPr>
                  <a:xfrm>
                    <a:off x="0" y="3327320"/>
                    <a:ext cx="1010808" cy="647986"/>
                  </a:xfrm>
                  <a:custGeom>
                    <a:avLst/>
                    <a:gdLst>
                      <a:gd name="connsiteX0" fmla="*/ 0 w 1010808"/>
                      <a:gd name="connsiteY0" fmla="*/ 434783 h 647986"/>
                      <a:gd name="connsiteX1" fmla="*/ 0 w 1010808"/>
                      <a:gd name="connsiteY1" fmla="*/ 464097 h 647986"/>
                      <a:gd name="connsiteX2" fmla="*/ 112222 w 1010808"/>
                      <a:gd name="connsiteY2" fmla="*/ 9588 h 647986"/>
                      <a:gd name="connsiteX3" fmla="*/ 988621 w 1010808"/>
                      <a:gd name="connsiteY3" fmla="*/ 332295 h 647986"/>
                      <a:gd name="connsiteX4" fmla="*/ 0 w 1010808"/>
                      <a:gd name="connsiteY4" fmla="*/ 640604 h 647986"/>
                      <a:gd name="connsiteX5" fmla="*/ 0 w 1010808"/>
                      <a:gd name="connsiteY5" fmla="*/ 647987 h 647986"/>
                      <a:gd name="connsiteX6" fmla="*/ 1010808 w 1010808"/>
                      <a:gd name="connsiteY6" fmla="*/ 333030 h 647986"/>
                      <a:gd name="connsiteX7" fmla="*/ 107300 w 1010808"/>
                      <a:gd name="connsiteY7" fmla="*/ 0 h 647986"/>
                      <a:gd name="connsiteX8" fmla="*/ 0 w 1010808"/>
                      <a:gd name="connsiteY8" fmla="*/ 434783 h 647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10808" h="647986">
                        <a:moveTo>
                          <a:pt x="0" y="434783"/>
                        </a:moveTo>
                        <a:lnTo>
                          <a:pt x="0" y="464097"/>
                        </a:lnTo>
                        <a:lnTo>
                          <a:pt x="112222" y="9588"/>
                        </a:lnTo>
                        <a:lnTo>
                          <a:pt x="988621" y="332295"/>
                        </a:lnTo>
                        <a:lnTo>
                          <a:pt x="0" y="640604"/>
                        </a:lnTo>
                        <a:lnTo>
                          <a:pt x="0" y="647987"/>
                        </a:lnTo>
                        <a:lnTo>
                          <a:pt x="1010808" y="333030"/>
                        </a:lnTo>
                        <a:lnTo>
                          <a:pt x="107300" y="0"/>
                        </a:lnTo>
                        <a:lnTo>
                          <a:pt x="0" y="43478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68" name="Freeform: Shape 3167">
                    <a:extLst>
                      <a:ext uri="{FF2B5EF4-FFF2-40B4-BE49-F238E27FC236}">
                        <a16:creationId xmlns:a16="http://schemas.microsoft.com/office/drawing/2014/main" id="{DCB7101E-D40F-0FAB-A72F-9B8CAABFB180}"/>
                      </a:ext>
                    </a:extLst>
                  </p:cNvPr>
                  <p:cNvSpPr/>
                  <p:nvPr/>
                </p:nvSpPr>
                <p:spPr>
                  <a:xfrm>
                    <a:off x="0" y="3653885"/>
                    <a:ext cx="1006804" cy="1073219"/>
                  </a:xfrm>
                  <a:custGeom>
                    <a:avLst/>
                    <a:gdLst>
                      <a:gd name="connsiteX0" fmla="*/ 0 w 1006804"/>
                      <a:gd name="connsiteY0" fmla="*/ 321422 h 1073219"/>
                      <a:gd name="connsiteX1" fmla="*/ 992441 w 1006804"/>
                      <a:gd name="connsiteY1" fmla="*/ 12196 h 1073219"/>
                      <a:gd name="connsiteX2" fmla="*/ 433093 w 1006804"/>
                      <a:gd name="connsiteY2" fmla="*/ 1064513 h 1073219"/>
                      <a:gd name="connsiteX3" fmla="*/ 436363 w 1006804"/>
                      <a:gd name="connsiteY3" fmla="*/ 1069509 h 1073219"/>
                      <a:gd name="connsiteX4" fmla="*/ 433461 w 1006804"/>
                      <a:gd name="connsiteY4" fmla="*/ 1071567 h 1073219"/>
                      <a:gd name="connsiteX5" fmla="*/ 436546 w 1006804"/>
                      <a:gd name="connsiteY5" fmla="*/ 1073219 h 1073219"/>
                      <a:gd name="connsiteX6" fmla="*/ 1006804 w 1006804"/>
                      <a:gd name="connsiteY6" fmla="*/ 0 h 1073219"/>
                      <a:gd name="connsiteX7" fmla="*/ 0 w 1006804"/>
                      <a:gd name="connsiteY7" fmla="*/ 313855 h 1073219"/>
                      <a:gd name="connsiteX8" fmla="*/ 0 w 1006804"/>
                      <a:gd name="connsiteY8" fmla="*/ 321422 h 107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6804" h="1073219">
                        <a:moveTo>
                          <a:pt x="0" y="321422"/>
                        </a:moveTo>
                        <a:lnTo>
                          <a:pt x="992441" y="12196"/>
                        </a:lnTo>
                        <a:lnTo>
                          <a:pt x="433093" y="1064513"/>
                        </a:lnTo>
                        <a:lnTo>
                          <a:pt x="436363" y="1069509"/>
                        </a:lnTo>
                        <a:lnTo>
                          <a:pt x="433461" y="1071567"/>
                        </a:lnTo>
                        <a:lnTo>
                          <a:pt x="436546" y="1073219"/>
                        </a:lnTo>
                        <a:lnTo>
                          <a:pt x="1006804" y="0"/>
                        </a:lnTo>
                        <a:lnTo>
                          <a:pt x="0" y="313855"/>
                        </a:lnTo>
                        <a:lnTo>
                          <a:pt x="0" y="32142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69" name="Freeform: Shape 3168">
                    <a:extLst>
                      <a:ext uri="{FF2B5EF4-FFF2-40B4-BE49-F238E27FC236}">
                        <a16:creationId xmlns:a16="http://schemas.microsoft.com/office/drawing/2014/main" id="{EBA16D31-7531-6806-07AB-65EFD9DBB0C9}"/>
                      </a:ext>
                    </a:extLst>
                  </p:cNvPr>
                  <p:cNvSpPr/>
                  <p:nvPr/>
                </p:nvSpPr>
                <p:spPr>
                  <a:xfrm>
                    <a:off x="430264" y="4718398"/>
                    <a:ext cx="6097" cy="7053"/>
                  </a:xfrm>
                  <a:custGeom>
                    <a:avLst/>
                    <a:gdLst>
                      <a:gd name="connsiteX0" fmla="*/ 0 w 6097"/>
                      <a:gd name="connsiteY0" fmla="*/ 5363 h 7053"/>
                      <a:gd name="connsiteX1" fmla="*/ 3196 w 6097"/>
                      <a:gd name="connsiteY1" fmla="*/ 7053 h 7053"/>
                      <a:gd name="connsiteX2" fmla="*/ 6098 w 6097"/>
                      <a:gd name="connsiteY2" fmla="*/ 4996 h 7053"/>
                      <a:gd name="connsiteX3" fmla="*/ 2829 w 6097"/>
                      <a:gd name="connsiteY3" fmla="*/ 0 h 7053"/>
                      <a:gd name="connsiteX4" fmla="*/ 0 w 6097"/>
                      <a:gd name="connsiteY4" fmla="*/ 5363 h 70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7" h="7053">
                        <a:moveTo>
                          <a:pt x="0" y="5363"/>
                        </a:moveTo>
                        <a:lnTo>
                          <a:pt x="3196" y="7053"/>
                        </a:lnTo>
                        <a:lnTo>
                          <a:pt x="6098" y="4996"/>
                        </a:lnTo>
                        <a:lnTo>
                          <a:pt x="2829" y="0"/>
                        </a:lnTo>
                        <a:lnTo>
                          <a:pt x="0" y="536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70" name="Freeform: Shape 3169">
                    <a:extLst>
                      <a:ext uri="{FF2B5EF4-FFF2-40B4-BE49-F238E27FC236}">
                        <a16:creationId xmlns:a16="http://schemas.microsoft.com/office/drawing/2014/main" id="{C73A630B-8844-107F-18CF-9BB7626D08C3}"/>
                      </a:ext>
                    </a:extLst>
                  </p:cNvPr>
                  <p:cNvSpPr/>
                  <p:nvPr/>
                </p:nvSpPr>
                <p:spPr>
                  <a:xfrm>
                    <a:off x="0" y="4060530"/>
                    <a:ext cx="436546" cy="671754"/>
                  </a:xfrm>
                  <a:custGeom>
                    <a:avLst/>
                    <a:gdLst>
                      <a:gd name="connsiteX0" fmla="*/ 430265 w 436546"/>
                      <a:gd name="connsiteY0" fmla="*/ 663232 h 671754"/>
                      <a:gd name="connsiteX1" fmla="*/ 433093 w 436546"/>
                      <a:gd name="connsiteY1" fmla="*/ 657869 h 671754"/>
                      <a:gd name="connsiteX2" fmla="*/ 0 w 436546"/>
                      <a:gd name="connsiteY2" fmla="*/ 0 h 671754"/>
                      <a:gd name="connsiteX3" fmla="*/ 0 w 436546"/>
                      <a:gd name="connsiteY3" fmla="*/ 12894 h 671754"/>
                      <a:gd name="connsiteX4" fmla="*/ 433644 w 436546"/>
                      <a:gd name="connsiteY4" fmla="*/ 671754 h 671754"/>
                      <a:gd name="connsiteX5" fmla="*/ 436546 w 436546"/>
                      <a:gd name="connsiteY5" fmla="*/ 666574 h 671754"/>
                      <a:gd name="connsiteX6" fmla="*/ 433461 w 436546"/>
                      <a:gd name="connsiteY6" fmla="*/ 664922 h 671754"/>
                      <a:gd name="connsiteX7" fmla="*/ 430265 w 436546"/>
                      <a:gd name="connsiteY7" fmla="*/ 663232 h 6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6546" h="671754">
                        <a:moveTo>
                          <a:pt x="430265" y="663232"/>
                        </a:moveTo>
                        <a:lnTo>
                          <a:pt x="433093" y="657869"/>
                        </a:lnTo>
                        <a:lnTo>
                          <a:pt x="0" y="0"/>
                        </a:lnTo>
                        <a:lnTo>
                          <a:pt x="0" y="12894"/>
                        </a:lnTo>
                        <a:lnTo>
                          <a:pt x="433644" y="671754"/>
                        </a:lnTo>
                        <a:lnTo>
                          <a:pt x="436546" y="666574"/>
                        </a:lnTo>
                        <a:lnTo>
                          <a:pt x="433461" y="664922"/>
                        </a:lnTo>
                        <a:lnTo>
                          <a:pt x="430265" y="66323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71" name="Freeform: Shape 3170">
                    <a:extLst>
                      <a:ext uri="{FF2B5EF4-FFF2-40B4-BE49-F238E27FC236}">
                        <a16:creationId xmlns:a16="http://schemas.microsoft.com/office/drawing/2014/main" id="{B7D11D54-1512-6710-5278-C31E7B636FB4}"/>
                      </a:ext>
                    </a:extLst>
                  </p:cNvPr>
                  <p:cNvSpPr/>
                  <p:nvPr/>
                </p:nvSpPr>
                <p:spPr>
                  <a:xfrm>
                    <a:off x="996224" y="3655170"/>
                    <a:ext cx="4665" cy="4812"/>
                  </a:xfrm>
                  <a:custGeom>
                    <a:avLst/>
                    <a:gdLst>
                      <a:gd name="connsiteX0" fmla="*/ 0 w 4665"/>
                      <a:gd name="connsiteY0" fmla="*/ 4261 h 4812"/>
                      <a:gd name="connsiteX1" fmla="*/ 3453 w 4665"/>
                      <a:gd name="connsiteY1" fmla="*/ 4812 h 4812"/>
                      <a:gd name="connsiteX2" fmla="*/ 4665 w 4665"/>
                      <a:gd name="connsiteY2" fmla="*/ 1506 h 4812"/>
                      <a:gd name="connsiteX3" fmla="*/ 661 w 4665"/>
                      <a:gd name="connsiteY3" fmla="*/ 0 h 4812"/>
                      <a:gd name="connsiteX4" fmla="*/ 0 w 4665"/>
                      <a:gd name="connsiteY4" fmla="*/ 4261 h 4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5" h="4812">
                        <a:moveTo>
                          <a:pt x="0" y="4261"/>
                        </a:moveTo>
                        <a:lnTo>
                          <a:pt x="3453" y="4812"/>
                        </a:lnTo>
                        <a:lnTo>
                          <a:pt x="4665" y="1506"/>
                        </a:lnTo>
                        <a:lnTo>
                          <a:pt x="661" y="0"/>
                        </a:lnTo>
                        <a:lnTo>
                          <a:pt x="0" y="426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72" name="Freeform: Shape 3171">
                    <a:extLst>
                      <a:ext uri="{FF2B5EF4-FFF2-40B4-BE49-F238E27FC236}">
                        <a16:creationId xmlns:a16="http://schemas.microsoft.com/office/drawing/2014/main" id="{052B59D4-094E-3514-2FFD-6B5DA9DEEC2F}"/>
                      </a:ext>
                    </a:extLst>
                  </p:cNvPr>
                  <p:cNvSpPr/>
                  <p:nvPr/>
                </p:nvSpPr>
                <p:spPr>
                  <a:xfrm>
                    <a:off x="97822" y="3081533"/>
                    <a:ext cx="986967" cy="583225"/>
                  </a:xfrm>
                  <a:custGeom>
                    <a:avLst/>
                    <a:gdLst>
                      <a:gd name="connsiteX0" fmla="*/ 904794 w 986967"/>
                      <a:gd name="connsiteY0" fmla="*/ 583225 h 583225"/>
                      <a:gd name="connsiteX1" fmla="*/ 905345 w 986967"/>
                      <a:gd name="connsiteY1" fmla="*/ 579001 h 583225"/>
                      <a:gd name="connsiteX2" fmla="*/ 901855 w 986967"/>
                      <a:gd name="connsiteY2" fmla="*/ 578450 h 583225"/>
                      <a:gd name="connsiteX3" fmla="*/ 898402 w 986967"/>
                      <a:gd name="connsiteY3" fmla="*/ 577899 h 583225"/>
                      <a:gd name="connsiteX4" fmla="*/ 899064 w 986967"/>
                      <a:gd name="connsiteY4" fmla="*/ 573638 h 583225"/>
                      <a:gd name="connsiteX5" fmla="*/ 24024 w 986967"/>
                      <a:gd name="connsiteY5" fmla="*/ 251150 h 583225"/>
                      <a:gd name="connsiteX6" fmla="*/ 978519 w 986967"/>
                      <a:gd name="connsiteY6" fmla="*/ 9588 h 583225"/>
                      <a:gd name="connsiteX7" fmla="*/ 899064 w 986967"/>
                      <a:gd name="connsiteY7" fmla="*/ 573638 h 583225"/>
                      <a:gd name="connsiteX8" fmla="*/ 903068 w 986967"/>
                      <a:gd name="connsiteY8" fmla="*/ 575144 h 583225"/>
                      <a:gd name="connsiteX9" fmla="*/ 901855 w 986967"/>
                      <a:gd name="connsiteY9" fmla="*/ 578450 h 583225"/>
                      <a:gd name="connsiteX10" fmla="*/ 905345 w 986967"/>
                      <a:gd name="connsiteY10" fmla="*/ 579001 h 583225"/>
                      <a:gd name="connsiteX11" fmla="*/ 986968 w 986967"/>
                      <a:gd name="connsiteY11" fmla="*/ 0 h 583225"/>
                      <a:gd name="connsiteX12" fmla="*/ 0 w 986967"/>
                      <a:gd name="connsiteY12" fmla="*/ 250048 h 583225"/>
                      <a:gd name="connsiteX13" fmla="*/ 904794 w 986967"/>
                      <a:gd name="connsiteY13" fmla="*/ 583225 h 583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6967" h="583225">
                        <a:moveTo>
                          <a:pt x="904794" y="583225"/>
                        </a:moveTo>
                        <a:lnTo>
                          <a:pt x="905345" y="579001"/>
                        </a:lnTo>
                        <a:lnTo>
                          <a:pt x="901855" y="578450"/>
                        </a:lnTo>
                        <a:lnTo>
                          <a:pt x="898402" y="577899"/>
                        </a:lnTo>
                        <a:lnTo>
                          <a:pt x="899064" y="573638"/>
                        </a:lnTo>
                        <a:lnTo>
                          <a:pt x="24024" y="251150"/>
                        </a:lnTo>
                        <a:lnTo>
                          <a:pt x="978519" y="9588"/>
                        </a:lnTo>
                        <a:lnTo>
                          <a:pt x="899064" y="573638"/>
                        </a:lnTo>
                        <a:lnTo>
                          <a:pt x="903068" y="575144"/>
                        </a:lnTo>
                        <a:lnTo>
                          <a:pt x="901855" y="578450"/>
                        </a:lnTo>
                        <a:lnTo>
                          <a:pt x="905345" y="579001"/>
                        </a:lnTo>
                        <a:lnTo>
                          <a:pt x="986968" y="0"/>
                        </a:lnTo>
                        <a:lnTo>
                          <a:pt x="0" y="250048"/>
                        </a:lnTo>
                        <a:lnTo>
                          <a:pt x="904794" y="58322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73" name="Freeform: Shape 3172">
                    <a:extLst>
                      <a:ext uri="{FF2B5EF4-FFF2-40B4-BE49-F238E27FC236}">
                        <a16:creationId xmlns:a16="http://schemas.microsoft.com/office/drawing/2014/main" id="{2E6E0C00-8998-3BFE-BAE7-6C8D0AB1E732}"/>
                      </a:ext>
                    </a:extLst>
                  </p:cNvPr>
                  <p:cNvSpPr/>
                  <p:nvPr/>
                </p:nvSpPr>
                <p:spPr>
                  <a:xfrm>
                    <a:off x="432909" y="4720823"/>
                    <a:ext cx="7016" cy="6281"/>
                  </a:xfrm>
                  <a:custGeom>
                    <a:avLst/>
                    <a:gdLst>
                      <a:gd name="connsiteX0" fmla="*/ 551 w 7016"/>
                      <a:gd name="connsiteY0" fmla="*/ 4629 h 6281"/>
                      <a:gd name="connsiteX1" fmla="*/ 3637 w 7016"/>
                      <a:gd name="connsiteY1" fmla="*/ 6281 h 6281"/>
                      <a:gd name="connsiteX2" fmla="*/ 7016 w 7016"/>
                      <a:gd name="connsiteY2" fmla="*/ 0 h 6281"/>
                      <a:gd name="connsiteX3" fmla="*/ 0 w 7016"/>
                      <a:gd name="connsiteY3" fmla="*/ 1102 h 6281"/>
                      <a:gd name="connsiteX4" fmla="*/ 551 w 7016"/>
                      <a:gd name="connsiteY4" fmla="*/ 4629 h 6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6" h="6281">
                        <a:moveTo>
                          <a:pt x="551" y="4629"/>
                        </a:moveTo>
                        <a:lnTo>
                          <a:pt x="3637" y="6281"/>
                        </a:lnTo>
                        <a:lnTo>
                          <a:pt x="7016" y="0"/>
                        </a:lnTo>
                        <a:lnTo>
                          <a:pt x="0" y="1102"/>
                        </a:lnTo>
                        <a:lnTo>
                          <a:pt x="551" y="462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74" name="Freeform: Shape 3173">
                    <a:extLst>
                      <a:ext uri="{FF2B5EF4-FFF2-40B4-BE49-F238E27FC236}">
                        <a16:creationId xmlns:a16="http://schemas.microsoft.com/office/drawing/2014/main" id="{45FD713D-EA13-CDDE-D416-483569027D62}"/>
                      </a:ext>
                    </a:extLst>
                  </p:cNvPr>
                  <p:cNvSpPr/>
                  <p:nvPr/>
                </p:nvSpPr>
                <p:spPr>
                  <a:xfrm>
                    <a:off x="996224" y="3658513"/>
                    <a:ext cx="110" cy="551"/>
                  </a:xfrm>
                  <a:custGeom>
                    <a:avLst/>
                    <a:gdLst>
                      <a:gd name="connsiteX0" fmla="*/ 110 w 110"/>
                      <a:gd name="connsiteY0" fmla="*/ 551 h 551"/>
                      <a:gd name="connsiteX1" fmla="*/ 110 w 110"/>
                      <a:gd name="connsiteY1" fmla="*/ 0 h 551"/>
                      <a:gd name="connsiteX2" fmla="*/ 0 w 110"/>
                      <a:gd name="connsiteY2" fmla="*/ 551 h 551"/>
                      <a:gd name="connsiteX3" fmla="*/ 110 w 110"/>
                      <a:gd name="connsiteY3" fmla="*/ 551 h 551"/>
                    </a:gdLst>
                    <a:ahLst/>
                    <a:cxnLst>
                      <a:cxn ang="0">
                        <a:pos x="connsiteX0" y="connsiteY0"/>
                      </a:cxn>
                      <a:cxn ang="0">
                        <a:pos x="connsiteX1" y="connsiteY1"/>
                      </a:cxn>
                      <a:cxn ang="0">
                        <a:pos x="connsiteX2" y="connsiteY2"/>
                      </a:cxn>
                      <a:cxn ang="0">
                        <a:pos x="connsiteX3" y="connsiteY3"/>
                      </a:cxn>
                    </a:cxnLst>
                    <a:rect l="l" t="t" r="r" b="b"/>
                    <a:pathLst>
                      <a:path w="110" h="551">
                        <a:moveTo>
                          <a:pt x="110" y="551"/>
                        </a:moveTo>
                        <a:lnTo>
                          <a:pt x="110" y="0"/>
                        </a:lnTo>
                        <a:lnTo>
                          <a:pt x="0" y="551"/>
                        </a:lnTo>
                        <a:lnTo>
                          <a:pt x="110" y="55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75" name="Freeform: Shape 3174">
                    <a:extLst>
                      <a:ext uri="{FF2B5EF4-FFF2-40B4-BE49-F238E27FC236}">
                        <a16:creationId xmlns:a16="http://schemas.microsoft.com/office/drawing/2014/main" id="{0B267D2C-FEE7-8446-7257-5EB211409BF4}"/>
                      </a:ext>
                    </a:extLst>
                  </p:cNvPr>
                  <p:cNvSpPr/>
                  <p:nvPr/>
                </p:nvSpPr>
                <p:spPr>
                  <a:xfrm>
                    <a:off x="1003094" y="3660166"/>
                    <a:ext cx="146" cy="367"/>
                  </a:xfrm>
                  <a:custGeom>
                    <a:avLst/>
                    <a:gdLst>
                      <a:gd name="connsiteX0" fmla="*/ 73 w 146"/>
                      <a:gd name="connsiteY0" fmla="*/ 367 h 367"/>
                      <a:gd name="connsiteX1" fmla="*/ 147 w 146"/>
                      <a:gd name="connsiteY1" fmla="*/ 0 h 367"/>
                      <a:gd name="connsiteX2" fmla="*/ 0 w 146"/>
                      <a:gd name="connsiteY2" fmla="*/ 367 h 367"/>
                      <a:gd name="connsiteX3" fmla="*/ 73 w 146"/>
                      <a:gd name="connsiteY3" fmla="*/ 367 h 367"/>
                    </a:gdLst>
                    <a:ahLst/>
                    <a:cxnLst>
                      <a:cxn ang="0">
                        <a:pos x="connsiteX0" y="connsiteY0"/>
                      </a:cxn>
                      <a:cxn ang="0">
                        <a:pos x="connsiteX1" y="connsiteY1"/>
                      </a:cxn>
                      <a:cxn ang="0">
                        <a:pos x="connsiteX2" y="connsiteY2"/>
                      </a:cxn>
                      <a:cxn ang="0">
                        <a:pos x="connsiteX3" y="connsiteY3"/>
                      </a:cxn>
                    </a:cxnLst>
                    <a:rect l="l" t="t" r="r" b="b"/>
                    <a:pathLst>
                      <a:path w="146" h="367">
                        <a:moveTo>
                          <a:pt x="73" y="367"/>
                        </a:moveTo>
                        <a:lnTo>
                          <a:pt x="147" y="0"/>
                        </a:lnTo>
                        <a:lnTo>
                          <a:pt x="0" y="367"/>
                        </a:lnTo>
                        <a:lnTo>
                          <a:pt x="73" y="36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76" name="Freeform: Shape 3175">
                    <a:extLst>
                      <a:ext uri="{FF2B5EF4-FFF2-40B4-BE49-F238E27FC236}">
                        <a16:creationId xmlns:a16="http://schemas.microsoft.com/office/drawing/2014/main" id="{2A0C057B-D1E9-2342-FA77-D28921CD4A63}"/>
                      </a:ext>
                    </a:extLst>
                  </p:cNvPr>
                  <p:cNvSpPr/>
                  <p:nvPr/>
                </p:nvSpPr>
                <p:spPr>
                  <a:xfrm>
                    <a:off x="996224" y="3659064"/>
                    <a:ext cx="6759" cy="1836"/>
                  </a:xfrm>
                  <a:custGeom>
                    <a:avLst/>
                    <a:gdLst>
                      <a:gd name="connsiteX0" fmla="*/ 110 w 6759"/>
                      <a:gd name="connsiteY0" fmla="*/ 0 h 1836"/>
                      <a:gd name="connsiteX1" fmla="*/ 0 w 6759"/>
                      <a:gd name="connsiteY1" fmla="*/ 367 h 1836"/>
                      <a:gd name="connsiteX2" fmla="*/ 6759 w 6759"/>
                      <a:gd name="connsiteY2" fmla="*/ 1837 h 1836"/>
                      <a:gd name="connsiteX3" fmla="*/ 3453 w 6759"/>
                      <a:gd name="connsiteY3" fmla="*/ 918 h 1836"/>
                      <a:gd name="connsiteX4" fmla="*/ 110 w 6759"/>
                      <a:gd name="connsiteY4" fmla="*/ 0 h 18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9" h="1836">
                        <a:moveTo>
                          <a:pt x="110" y="0"/>
                        </a:moveTo>
                        <a:lnTo>
                          <a:pt x="0" y="367"/>
                        </a:lnTo>
                        <a:lnTo>
                          <a:pt x="6759" y="1837"/>
                        </a:lnTo>
                        <a:lnTo>
                          <a:pt x="3453" y="918"/>
                        </a:lnTo>
                        <a:lnTo>
                          <a:pt x="110"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77" name="Freeform: Shape 3176">
                    <a:extLst>
                      <a:ext uri="{FF2B5EF4-FFF2-40B4-BE49-F238E27FC236}">
                        <a16:creationId xmlns:a16="http://schemas.microsoft.com/office/drawing/2014/main" id="{48A6CBA4-D841-E975-6771-448394FA3698}"/>
                      </a:ext>
                    </a:extLst>
                  </p:cNvPr>
                  <p:cNvSpPr/>
                  <p:nvPr/>
                </p:nvSpPr>
                <p:spPr>
                  <a:xfrm>
                    <a:off x="999677" y="3659983"/>
                    <a:ext cx="3416" cy="918"/>
                  </a:xfrm>
                  <a:custGeom>
                    <a:avLst/>
                    <a:gdLst>
                      <a:gd name="connsiteX0" fmla="*/ 3306 w 3416"/>
                      <a:gd name="connsiteY0" fmla="*/ 918 h 918"/>
                      <a:gd name="connsiteX1" fmla="*/ 3416 w 3416"/>
                      <a:gd name="connsiteY1" fmla="*/ 551 h 918"/>
                      <a:gd name="connsiteX2" fmla="*/ 0 w 3416"/>
                      <a:gd name="connsiteY2" fmla="*/ 0 h 918"/>
                      <a:gd name="connsiteX3" fmla="*/ 3306 w 3416"/>
                      <a:gd name="connsiteY3" fmla="*/ 918 h 918"/>
                    </a:gdLst>
                    <a:ahLst/>
                    <a:cxnLst>
                      <a:cxn ang="0">
                        <a:pos x="connsiteX0" y="connsiteY0"/>
                      </a:cxn>
                      <a:cxn ang="0">
                        <a:pos x="connsiteX1" y="connsiteY1"/>
                      </a:cxn>
                      <a:cxn ang="0">
                        <a:pos x="connsiteX2" y="connsiteY2"/>
                      </a:cxn>
                      <a:cxn ang="0">
                        <a:pos x="connsiteX3" y="connsiteY3"/>
                      </a:cxn>
                    </a:cxnLst>
                    <a:rect l="l" t="t" r="r" b="b"/>
                    <a:pathLst>
                      <a:path w="3416" h="918">
                        <a:moveTo>
                          <a:pt x="3306" y="918"/>
                        </a:moveTo>
                        <a:lnTo>
                          <a:pt x="3416" y="551"/>
                        </a:lnTo>
                        <a:lnTo>
                          <a:pt x="0" y="0"/>
                        </a:lnTo>
                        <a:lnTo>
                          <a:pt x="3306" y="91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78" name="Freeform: Shape 3177">
                    <a:extLst>
                      <a:ext uri="{FF2B5EF4-FFF2-40B4-BE49-F238E27FC236}">
                        <a16:creationId xmlns:a16="http://schemas.microsoft.com/office/drawing/2014/main" id="{F646002D-01EB-DB29-6C9B-C1D237ADEE27}"/>
                      </a:ext>
                    </a:extLst>
                  </p:cNvPr>
                  <p:cNvSpPr/>
                  <p:nvPr/>
                </p:nvSpPr>
                <p:spPr>
                  <a:xfrm>
                    <a:off x="996335" y="3082819"/>
                    <a:ext cx="169710" cy="577347"/>
                  </a:xfrm>
                  <a:custGeom>
                    <a:avLst/>
                    <a:gdLst>
                      <a:gd name="connsiteX0" fmla="*/ 81182 w 169710"/>
                      <a:gd name="connsiteY0" fmla="*/ 0 h 577347"/>
                      <a:gd name="connsiteX1" fmla="*/ 0 w 169710"/>
                      <a:gd name="connsiteY1" fmla="*/ 575694 h 577347"/>
                      <a:gd name="connsiteX2" fmla="*/ 14106 w 169710"/>
                      <a:gd name="connsiteY2" fmla="*/ 525700 h 577347"/>
                      <a:gd name="connsiteX3" fmla="*/ 87280 w 169710"/>
                      <a:gd name="connsiteY3" fmla="*/ 7016 h 577347"/>
                      <a:gd name="connsiteX4" fmla="*/ 160454 w 169710"/>
                      <a:gd name="connsiteY4" fmla="*/ 7016 h 577347"/>
                      <a:gd name="connsiteX5" fmla="*/ 14106 w 169710"/>
                      <a:gd name="connsiteY5" fmla="*/ 525700 h 577347"/>
                      <a:gd name="connsiteX6" fmla="*/ 6906 w 169710"/>
                      <a:gd name="connsiteY6" fmla="*/ 577348 h 577347"/>
                      <a:gd name="connsiteX7" fmla="*/ 169711 w 169710"/>
                      <a:gd name="connsiteY7" fmla="*/ 0 h 577347"/>
                      <a:gd name="connsiteX8" fmla="*/ 84158 w 169710"/>
                      <a:gd name="connsiteY8" fmla="*/ 0 h 577347"/>
                      <a:gd name="connsiteX9" fmla="*/ 81182 w 169710"/>
                      <a:gd name="connsiteY9" fmla="*/ 0 h 577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9710" h="577347">
                        <a:moveTo>
                          <a:pt x="81182" y="0"/>
                        </a:moveTo>
                        <a:lnTo>
                          <a:pt x="0" y="575694"/>
                        </a:lnTo>
                        <a:lnTo>
                          <a:pt x="14106" y="525700"/>
                        </a:lnTo>
                        <a:lnTo>
                          <a:pt x="87280" y="7016"/>
                        </a:lnTo>
                        <a:lnTo>
                          <a:pt x="160454" y="7016"/>
                        </a:lnTo>
                        <a:lnTo>
                          <a:pt x="14106" y="525700"/>
                        </a:lnTo>
                        <a:lnTo>
                          <a:pt x="6906" y="577348"/>
                        </a:lnTo>
                        <a:lnTo>
                          <a:pt x="169711" y="0"/>
                        </a:lnTo>
                        <a:lnTo>
                          <a:pt x="84158" y="0"/>
                        </a:lnTo>
                        <a:lnTo>
                          <a:pt x="81182"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79" name="Freeform: Shape 3178">
                    <a:extLst>
                      <a:ext uri="{FF2B5EF4-FFF2-40B4-BE49-F238E27FC236}">
                        <a16:creationId xmlns:a16="http://schemas.microsoft.com/office/drawing/2014/main" id="{60B22AE7-6957-BFD2-CB45-00DD5FB35053}"/>
                      </a:ext>
                    </a:extLst>
                  </p:cNvPr>
                  <p:cNvSpPr/>
                  <p:nvPr/>
                </p:nvSpPr>
                <p:spPr>
                  <a:xfrm>
                    <a:off x="996335" y="3608518"/>
                    <a:ext cx="14105" cy="52015"/>
                  </a:xfrm>
                  <a:custGeom>
                    <a:avLst/>
                    <a:gdLst>
                      <a:gd name="connsiteX0" fmla="*/ 0 w 14105"/>
                      <a:gd name="connsiteY0" fmla="*/ 50546 h 52015"/>
                      <a:gd name="connsiteX1" fmla="*/ 3343 w 14105"/>
                      <a:gd name="connsiteY1" fmla="*/ 51464 h 52015"/>
                      <a:gd name="connsiteX2" fmla="*/ 6759 w 14105"/>
                      <a:gd name="connsiteY2" fmla="*/ 52015 h 52015"/>
                      <a:gd name="connsiteX3" fmla="*/ 6906 w 14105"/>
                      <a:gd name="connsiteY3" fmla="*/ 51648 h 52015"/>
                      <a:gd name="connsiteX4" fmla="*/ 14106 w 14105"/>
                      <a:gd name="connsiteY4" fmla="*/ 0 h 52015"/>
                      <a:gd name="connsiteX5" fmla="*/ 0 w 14105"/>
                      <a:gd name="connsiteY5" fmla="*/ 49995 h 52015"/>
                      <a:gd name="connsiteX6" fmla="*/ 0 w 14105"/>
                      <a:gd name="connsiteY6" fmla="*/ 50546 h 52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05" h="52015">
                        <a:moveTo>
                          <a:pt x="0" y="50546"/>
                        </a:moveTo>
                        <a:lnTo>
                          <a:pt x="3343" y="51464"/>
                        </a:lnTo>
                        <a:lnTo>
                          <a:pt x="6759" y="52015"/>
                        </a:lnTo>
                        <a:lnTo>
                          <a:pt x="6906" y="51648"/>
                        </a:lnTo>
                        <a:lnTo>
                          <a:pt x="14106" y="0"/>
                        </a:lnTo>
                        <a:lnTo>
                          <a:pt x="0" y="49995"/>
                        </a:lnTo>
                        <a:lnTo>
                          <a:pt x="0" y="5054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80" name="Freeform: Shape 3179">
                    <a:extLst>
                      <a:ext uri="{FF2B5EF4-FFF2-40B4-BE49-F238E27FC236}">
                        <a16:creationId xmlns:a16="http://schemas.microsoft.com/office/drawing/2014/main" id="{AD848C9A-60E6-4D7F-2575-39B012A3A7B9}"/>
                      </a:ext>
                    </a:extLst>
                  </p:cNvPr>
                  <p:cNvSpPr/>
                  <p:nvPr/>
                </p:nvSpPr>
                <p:spPr>
                  <a:xfrm>
                    <a:off x="998612" y="3654619"/>
                    <a:ext cx="6208" cy="6281"/>
                  </a:xfrm>
                  <a:custGeom>
                    <a:avLst/>
                    <a:gdLst>
                      <a:gd name="connsiteX0" fmla="*/ 1065 w 6208"/>
                      <a:gd name="connsiteY0" fmla="*/ 5363 h 6281"/>
                      <a:gd name="connsiteX1" fmla="*/ 4371 w 6208"/>
                      <a:gd name="connsiteY1" fmla="*/ 6282 h 6281"/>
                      <a:gd name="connsiteX2" fmla="*/ 6208 w 6208"/>
                      <a:gd name="connsiteY2" fmla="*/ 0 h 6281"/>
                      <a:gd name="connsiteX3" fmla="*/ 0 w 6208"/>
                      <a:gd name="connsiteY3" fmla="*/ 1873 h 6281"/>
                      <a:gd name="connsiteX4" fmla="*/ 1065 w 6208"/>
                      <a:gd name="connsiteY4" fmla="*/ 5363 h 6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8" h="6281">
                        <a:moveTo>
                          <a:pt x="1065" y="5363"/>
                        </a:moveTo>
                        <a:lnTo>
                          <a:pt x="4371" y="6282"/>
                        </a:lnTo>
                        <a:lnTo>
                          <a:pt x="6208" y="0"/>
                        </a:lnTo>
                        <a:lnTo>
                          <a:pt x="0" y="1873"/>
                        </a:lnTo>
                        <a:lnTo>
                          <a:pt x="1065" y="536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81" name="Freeform: Shape 3180">
                    <a:extLst>
                      <a:ext uri="{FF2B5EF4-FFF2-40B4-BE49-F238E27FC236}">
                        <a16:creationId xmlns:a16="http://schemas.microsoft.com/office/drawing/2014/main" id="{A6EC652D-31D2-188D-FD2A-5B19E508CC8B}"/>
                      </a:ext>
                    </a:extLst>
                  </p:cNvPr>
                  <p:cNvSpPr/>
                  <p:nvPr/>
                </p:nvSpPr>
                <p:spPr>
                  <a:xfrm>
                    <a:off x="994535" y="3081166"/>
                    <a:ext cx="823685" cy="584180"/>
                  </a:xfrm>
                  <a:custGeom>
                    <a:avLst/>
                    <a:gdLst>
                      <a:gd name="connsiteX0" fmla="*/ 0 w 823685"/>
                      <a:gd name="connsiteY0" fmla="*/ 584180 h 584180"/>
                      <a:gd name="connsiteX1" fmla="*/ 6061 w 823685"/>
                      <a:gd name="connsiteY1" fmla="*/ 582307 h 584180"/>
                      <a:gd name="connsiteX2" fmla="*/ 5143 w 823685"/>
                      <a:gd name="connsiteY2" fmla="*/ 578817 h 584180"/>
                      <a:gd name="connsiteX3" fmla="*/ 4078 w 823685"/>
                      <a:gd name="connsiteY3" fmla="*/ 575327 h 584180"/>
                      <a:gd name="connsiteX4" fmla="*/ 10286 w 823685"/>
                      <a:gd name="connsiteY4" fmla="*/ 573454 h 584180"/>
                      <a:gd name="connsiteX5" fmla="*/ 169160 w 823685"/>
                      <a:gd name="connsiteY5" fmla="*/ 10139 h 584180"/>
                      <a:gd name="connsiteX6" fmla="*/ 804584 w 823685"/>
                      <a:gd name="connsiteY6" fmla="*/ 332112 h 584180"/>
                      <a:gd name="connsiteX7" fmla="*/ 10286 w 823685"/>
                      <a:gd name="connsiteY7" fmla="*/ 573454 h 584180"/>
                      <a:gd name="connsiteX8" fmla="*/ 8449 w 823685"/>
                      <a:gd name="connsiteY8" fmla="*/ 579735 h 584180"/>
                      <a:gd name="connsiteX9" fmla="*/ 5143 w 823685"/>
                      <a:gd name="connsiteY9" fmla="*/ 578817 h 584180"/>
                      <a:gd name="connsiteX10" fmla="*/ 6061 w 823685"/>
                      <a:gd name="connsiteY10" fmla="*/ 582307 h 584180"/>
                      <a:gd name="connsiteX11" fmla="*/ 823686 w 823685"/>
                      <a:gd name="connsiteY11" fmla="*/ 333765 h 584180"/>
                      <a:gd name="connsiteX12" fmla="*/ 164605 w 823685"/>
                      <a:gd name="connsiteY12" fmla="*/ 0 h 584180"/>
                      <a:gd name="connsiteX13" fmla="*/ 0 w 823685"/>
                      <a:gd name="connsiteY13" fmla="*/ 584180 h 58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23685" h="584180">
                        <a:moveTo>
                          <a:pt x="0" y="584180"/>
                        </a:moveTo>
                        <a:lnTo>
                          <a:pt x="6061" y="582307"/>
                        </a:lnTo>
                        <a:lnTo>
                          <a:pt x="5143" y="578817"/>
                        </a:lnTo>
                        <a:lnTo>
                          <a:pt x="4078" y="575327"/>
                        </a:lnTo>
                        <a:lnTo>
                          <a:pt x="10286" y="573454"/>
                        </a:lnTo>
                        <a:lnTo>
                          <a:pt x="169160" y="10139"/>
                        </a:lnTo>
                        <a:lnTo>
                          <a:pt x="804584" y="332112"/>
                        </a:lnTo>
                        <a:lnTo>
                          <a:pt x="10286" y="573454"/>
                        </a:lnTo>
                        <a:lnTo>
                          <a:pt x="8449" y="579735"/>
                        </a:lnTo>
                        <a:lnTo>
                          <a:pt x="5143" y="578817"/>
                        </a:lnTo>
                        <a:lnTo>
                          <a:pt x="6061" y="582307"/>
                        </a:lnTo>
                        <a:lnTo>
                          <a:pt x="823686" y="333765"/>
                        </a:lnTo>
                        <a:lnTo>
                          <a:pt x="164605" y="0"/>
                        </a:lnTo>
                        <a:lnTo>
                          <a:pt x="0" y="58418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82" name="Freeform: Shape 3181">
                    <a:extLst>
                      <a:ext uri="{FF2B5EF4-FFF2-40B4-BE49-F238E27FC236}">
                        <a16:creationId xmlns:a16="http://schemas.microsoft.com/office/drawing/2014/main" id="{ABE7B4BD-8679-8794-126A-EF36A0F87BE9}"/>
                      </a:ext>
                    </a:extLst>
                  </p:cNvPr>
                  <p:cNvSpPr/>
                  <p:nvPr/>
                </p:nvSpPr>
                <p:spPr>
                  <a:xfrm>
                    <a:off x="999677" y="3656860"/>
                    <a:ext cx="9514" cy="6612"/>
                  </a:xfrm>
                  <a:custGeom>
                    <a:avLst/>
                    <a:gdLst>
                      <a:gd name="connsiteX0" fmla="*/ 0 w 9514"/>
                      <a:gd name="connsiteY0" fmla="*/ 3122 h 6612"/>
                      <a:gd name="connsiteX1" fmla="*/ 918 w 9514"/>
                      <a:gd name="connsiteY1" fmla="*/ 6612 h 6612"/>
                      <a:gd name="connsiteX2" fmla="*/ 9514 w 9514"/>
                      <a:gd name="connsiteY2" fmla="*/ 4041 h 6612"/>
                      <a:gd name="connsiteX3" fmla="*/ 1580 w 9514"/>
                      <a:gd name="connsiteY3" fmla="*/ 0 h 6612"/>
                      <a:gd name="connsiteX4" fmla="*/ 0 w 9514"/>
                      <a:gd name="connsiteY4" fmla="*/ 3122 h 6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4" h="6612">
                        <a:moveTo>
                          <a:pt x="0" y="3122"/>
                        </a:moveTo>
                        <a:lnTo>
                          <a:pt x="918" y="6612"/>
                        </a:lnTo>
                        <a:lnTo>
                          <a:pt x="9514" y="4041"/>
                        </a:lnTo>
                        <a:lnTo>
                          <a:pt x="1580" y="0"/>
                        </a:lnTo>
                        <a:lnTo>
                          <a:pt x="0" y="312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83" name="Freeform: Shape 3182">
                    <a:extLst>
                      <a:ext uri="{FF2B5EF4-FFF2-40B4-BE49-F238E27FC236}">
                        <a16:creationId xmlns:a16="http://schemas.microsoft.com/office/drawing/2014/main" id="{78F6B525-E487-E443-924F-03CFCF3CD87B}"/>
                      </a:ext>
                    </a:extLst>
                  </p:cNvPr>
                  <p:cNvSpPr/>
                  <p:nvPr/>
                </p:nvSpPr>
                <p:spPr>
                  <a:xfrm>
                    <a:off x="990127" y="3409751"/>
                    <a:ext cx="1148781" cy="831289"/>
                  </a:xfrm>
                  <a:custGeom>
                    <a:avLst/>
                    <a:gdLst>
                      <a:gd name="connsiteX0" fmla="*/ 0 w 1148781"/>
                      <a:gd name="connsiteY0" fmla="*/ 249313 h 831289"/>
                      <a:gd name="connsiteX1" fmla="*/ 7935 w 1148781"/>
                      <a:gd name="connsiteY1" fmla="*/ 253354 h 831289"/>
                      <a:gd name="connsiteX2" fmla="*/ 9551 w 1148781"/>
                      <a:gd name="connsiteY2" fmla="*/ 250232 h 831289"/>
                      <a:gd name="connsiteX3" fmla="*/ 11130 w 1148781"/>
                      <a:gd name="connsiteY3" fmla="*/ 247109 h 831289"/>
                      <a:gd name="connsiteX4" fmla="*/ 19065 w 1148781"/>
                      <a:gd name="connsiteY4" fmla="*/ 251150 h 831289"/>
                      <a:gd name="connsiteX5" fmla="*/ 816449 w 1148781"/>
                      <a:gd name="connsiteY5" fmla="*/ 8669 h 831289"/>
                      <a:gd name="connsiteX6" fmla="*/ 1135410 w 1148781"/>
                      <a:gd name="connsiteY6" fmla="*/ 816522 h 831289"/>
                      <a:gd name="connsiteX7" fmla="*/ 19065 w 1148781"/>
                      <a:gd name="connsiteY7" fmla="*/ 251150 h 831289"/>
                      <a:gd name="connsiteX8" fmla="*/ 10469 w 1148781"/>
                      <a:gd name="connsiteY8" fmla="*/ 253721 h 831289"/>
                      <a:gd name="connsiteX9" fmla="*/ 9551 w 1148781"/>
                      <a:gd name="connsiteY9" fmla="*/ 250232 h 831289"/>
                      <a:gd name="connsiteX10" fmla="*/ 7935 w 1148781"/>
                      <a:gd name="connsiteY10" fmla="*/ 253354 h 831289"/>
                      <a:gd name="connsiteX11" fmla="*/ 1148781 w 1148781"/>
                      <a:gd name="connsiteY11" fmla="*/ 831290 h 831289"/>
                      <a:gd name="connsiteX12" fmla="*/ 820637 w 1148781"/>
                      <a:gd name="connsiteY12" fmla="*/ 0 h 831289"/>
                      <a:gd name="connsiteX13" fmla="*/ 0 w 1148781"/>
                      <a:gd name="connsiteY13" fmla="*/ 249313 h 831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8781" h="831289">
                        <a:moveTo>
                          <a:pt x="0" y="249313"/>
                        </a:moveTo>
                        <a:lnTo>
                          <a:pt x="7935" y="253354"/>
                        </a:lnTo>
                        <a:lnTo>
                          <a:pt x="9551" y="250232"/>
                        </a:lnTo>
                        <a:lnTo>
                          <a:pt x="11130" y="247109"/>
                        </a:lnTo>
                        <a:lnTo>
                          <a:pt x="19065" y="251150"/>
                        </a:lnTo>
                        <a:lnTo>
                          <a:pt x="816449" y="8669"/>
                        </a:lnTo>
                        <a:lnTo>
                          <a:pt x="1135410" y="816522"/>
                        </a:lnTo>
                        <a:lnTo>
                          <a:pt x="19065" y="251150"/>
                        </a:lnTo>
                        <a:lnTo>
                          <a:pt x="10469" y="253721"/>
                        </a:lnTo>
                        <a:lnTo>
                          <a:pt x="9551" y="250232"/>
                        </a:lnTo>
                        <a:lnTo>
                          <a:pt x="7935" y="253354"/>
                        </a:lnTo>
                        <a:lnTo>
                          <a:pt x="1148781" y="831290"/>
                        </a:lnTo>
                        <a:lnTo>
                          <a:pt x="820637" y="0"/>
                        </a:lnTo>
                        <a:lnTo>
                          <a:pt x="0" y="24931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84" name="Freeform: Shape 3183">
                    <a:extLst>
                      <a:ext uri="{FF2B5EF4-FFF2-40B4-BE49-F238E27FC236}">
                        <a16:creationId xmlns:a16="http://schemas.microsoft.com/office/drawing/2014/main" id="{25CE48E7-5E0D-1476-FF0F-87E38D858B90}"/>
                      </a:ext>
                    </a:extLst>
                  </p:cNvPr>
                  <p:cNvSpPr/>
                  <p:nvPr/>
                </p:nvSpPr>
                <p:spPr>
                  <a:xfrm>
                    <a:off x="0" y="2345017"/>
                    <a:ext cx="514826" cy="94075"/>
                  </a:xfrm>
                  <a:custGeom>
                    <a:avLst/>
                    <a:gdLst>
                      <a:gd name="connsiteX0" fmla="*/ 0 w 514826"/>
                      <a:gd name="connsiteY0" fmla="*/ 0 h 94075"/>
                      <a:gd name="connsiteX1" fmla="*/ 0 w 514826"/>
                      <a:gd name="connsiteY1" fmla="*/ 7200 h 94075"/>
                      <a:gd name="connsiteX2" fmla="*/ 471664 w 514826"/>
                      <a:gd name="connsiteY2" fmla="*/ 7200 h 94075"/>
                      <a:gd name="connsiteX3" fmla="*/ 0 w 514826"/>
                      <a:gd name="connsiteY3" fmla="*/ 86876 h 94075"/>
                      <a:gd name="connsiteX4" fmla="*/ 0 w 514826"/>
                      <a:gd name="connsiteY4" fmla="*/ 94076 h 94075"/>
                      <a:gd name="connsiteX5" fmla="*/ 514826 w 514826"/>
                      <a:gd name="connsiteY5" fmla="*/ 7200 h 94075"/>
                      <a:gd name="connsiteX6" fmla="*/ 514275 w 514826"/>
                      <a:gd name="connsiteY6" fmla="*/ 0 h 94075"/>
                      <a:gd name="connsiteX7" fmla="*/ 0 w 514826"/>
                      <a:gd name="connsiteY7" fmla="*/ 0 h 94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4826" h="94075">
                        <a:moveTo>
                          <a:pt x="0" y="0"/>
                        </a:moveTo>
                        <a:lnTo>
                          <a:pt x="0" y="7200"/>
                        </a:lnTo>
                        <a:lnTo>
                          <a:pt x="471664" y="7200"/>
                        </a:lnTo>
                        <a:lnTo>
                          <a:pt x="0" y="86876"/>
                        </a:lnTo>
                        <a:lnTo>
                          <a:pt x="0" y="94076"/>
                        </a:lnTo>
                        <a:lnTo>
                          <a:pt x="514826" y="7200"/>
                        </a:lnTo>
                        <a:lnTo>
                          <a:pt x="514275" y="0"/>
                        </a:lnTo>
                        <a:lnTo>
                          <a:pt x="0"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85" name="Freeform: Shape 3184">
                    <a:extLst>
                      <a:ext uri="{FF2B5EF4-FFF2-40B4-BE49-F238E27FC236}">
                        <a16:creationId xmlns:a16="http://schemas.microsoft.com/office/drawing/2014/main" id="{57864A9A-2B34-F078-2CE8-A2F50F5F0DBF}"/>
                      </a:ext>
                    </a:extLst>
                  </p:cNvPr>
                  <p:cNvSpPr/>
                  <p:nvPr/>
                </p:nvSpPr>
                <p:spPr>
                  <a:xfrm>
                    <a:off x="4640196" y="2673272"/>
                    <a:ext cx="4481" cy="4591"/>
                  </a:xfrm>
                  <a:custGeom>
                    <a:avLst/>
                    <a:gdLst>
                      <a:gd name="connsiteX0" fmla="*/ 0 w 4481"/>
                      <a:gd name="connsiteY0" fmla="*/ 3122 h 4591"/>
                      <a:gd name="connsiteX1" fmla="*/ 3123 w 4481"/>
                      <a:gd name="connsiteY1" fmla="*/ 4592 h 4591"/>
                      <a:gd name="connsiteX2" fmla="*/ 4482 w 4481"/>
                      <a:gd name="connsiteY2" fmla="*/ 1286 h 4591"/>
                      <a:gd name="connsiteX3" fmla="*/ 1213 w 4481"/>
                      <a:gd name="connsiteY3" fmla="*/ 0 h 4591"/>
                      <a:gd name="connsiteX4" fmla="*/ 0 w 4481"/>
                      <a:gd name="connsiteY4" fmla="*/ 3122 h 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1" h="4591">
                        <a:moveTo>
                          <a:pt x="0" y="3122"/>
                        </a:moveTo>
                        <a:lnTo>
                          <a:pt x="3123" y="4592"/>
                        </a:lnTo>
                        <a:lnTo>
                          <a:pt x="4482" y="1286"/>
                        </a:lnTo>
                        <a:lnTo>
                          <a:pt x="1213" y="0"/>
                        </a:lnTo>
                        <a:lnTo>
                          <a:pt x="0" y="312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86" name="Freeform: Shape 3185">
                    <a:extLst>
                      <a:ext uri="{FF2B5EF4-FFF2-40B4-BE49-F238E27FC236}">
                        <a16:creationId xmlns:a16="http://schemas.microsoft.com/office/drawing/2014/main" id="{9224A181-76CC-3AFA-CF7C-2C0FD9AE7FC5}"/>
                      </a:ext>
                    </a:extLst>
                  </p:cNvPr>
                  <p:cNvSpPr/>
                  <p:nvPr/>
                </p:nvSpPr>
                <p:spPr>
                  <a:xfrm>
                    <a:off x="4637772" y="2673272"/>
                    <a:ext cx="979327" cy="663635"/>
                  </a:xfrm>
                  <a:custGeom>
                    <a:avLst/>
                    <a:gdLst>
                      <a:gd name="connsiteX0" fmla="*/ 0 w 979327"/>
                      <a:gd name="connsiteY0" fmla="*/ 5877 h 663635"/>
                      <a:gd name="connsiteX1" fmla="*/ 730639 w 979327"/>
                      <a:gd name="connsiteY1" fmla="*/ 663636 h 663635"/>
                      <a:gd name="connsiteX2" fmla="*/ 732879 w 979327"/>
                      <a:gd name="connsiteY2" fmla="*/ 661432 h 663635"/>
                      <a:gd name="connsiteX3" fmla="*/ 730418 w 979327"/>
                      <a:gd name="connsiteY3" fmla="*/ 658860 h 663635"/>
                      <a:gd name="connsiteX4" fmla="*/ 727957 w 979327"/>
                      <a:gd name="connsiteY4" fmla="*/ 656289 h 663635"/>
                      <a:gd name="connsiteX5" fmla="*/ 730271 w 979327"/>
                      <a:gd name="connsiteY5" fmla="*/ 654048 h 663635"/>
                      <a:gd name="connsiteX6" fmla="*/ 20387 w 979327"/>
                      <a:gd name="connsiteY6" fmla="*/ 14767 h 663635"/>
                      <a:gd name="connsiteX7" fmla="*/ 966874 w 979327"/>
                      <a:gd name="connsiteY7" fmla="*/ 414322 h 663635"/>
                      <a:gd name="connsiteX8" fmla="*/ 730271 w 979327"/>
                      <a:gd name="connsiteY8" fmla="*/ 654048 h 663635"/>
                      <a:gd name="connsiteX9" fmla="*/ 732806 w 979327"/>
                      <a:gd name="connsiteY9" fmla="*/ 656289 h 663635"/>
                      <a:gd name="connsiteX10" fmla="*/ 730418 w 979327"/>
                      <a:gd name="connsiteY10" fmla="*/ 658860 h 663635"/>
                      <a:gd name="connsiteX11" fmla="*/ 732879 w 979327"/>
                      <a:gd name="connsiteY11" fmla="*/ 661432 h 663635"/>
                      <a:gd name="connsiteX12" fmla="*/ 979327 w 979327"/>
                      <a:gd name="connsiteY12" fmla="*/ 411751 h 663635"/>
                      <a:gd name="connsiteX13" fmla="*/ 3637 w 979327"/>
                      <a:gd name="connsiteY13" fmla="*/ 0 h 663635"/>
                      <a:gd name="connsiteX14" fmla="*/ 0 w 979327"/>
                      <a:gd name="connsiteY14" fmla="*/ 5877 h 66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9327" h="663635">
                        <a:moveTo>
                          <a:pt x="0" y="5877"/>
                        </a:moveTo>
                        <a:lnTo>
                          <a:pt x="730639" y="663636"/>
                        </a:lnTo>
                        <a:lnTo>
                          <a:pt x="732879" y="661432"/>
                        </a:lnTo>
                        <a:lnTo>
                          <a:pt x="730418" y="658860"/>
                        </a:lnTo>
                        <a:lnTo>
                          <a:pt x="727957" y="656289"/>
                        </a:lnTo>
                        <a:lnTo>
                          <a:pt x="730271" y="654048"/>
                        </a:lnTo>
                        <a:lnTo>
                          <a:pt x="20387" y="14767"/>
                        </a:lnTo>
                        <a:lnTo>
                          <a:pt x="966874" y="414322"/>
                        </a:lnTo>
                        <a:lnTo>
                          <a:pt x="730271" y="654048"/>
                        </a:lnTo>
                        <a:lnTo>
                          <a:pt x="732806" y="656289"/>
                        </a:lnTo>
                        <a:lnTo>
                          <a:pt x="730418" y="658860"/>
                        </a:lnTo>
                        <a:lnTo>
                          <a:pt x="732879" y="661432"/>
                        </a:lnTo>
                        <a:lnTo>
                          <a:pt x="979327" y="411751"/>
                        </a:lnTo>
                        <a:lnTo>
                          <a:pt x="3637" y="0"/>
                        </a:lnTo>
                        <a:lnTo>
                          <a:pt x="0" y="587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87" name="Freeform: Shape 3186">
                    <a:extLst>
                      <a:ext uri="{FF2B5EF4-FFF2-40B4-BE49-F238E27FC236}">
                        <a16:creationId xmlns:a16="http://schemas.microsoft.com/office/drawing/2014/main" id="{889705D3-156B-4646-BF0B-38DD8FB648AB}"/>
                      </a:ext>
                    </a:extLst>
                  </p:cNvPr>
                  <p:cNvSpPr/>
                  <p:nvPr/>
                </p:nvSpPr>
                <p:spPr>
                  <a:xfrm>
                    <a:off x="5365728" y="3327320"/>
                    <a:ext cx="4849" cy="4812"/>
                  </a:xfrm>
                  <a:custGeom>
                    <a:avLst/>
                    <a:gdLst>
                      <a:gd name="connsiteX0" fmla="*/ 0 w 4849"/>
                      <a:gd name="connsiteY0" fmla="*/ 2241 h 4812"/>
                      <a:gd name="connsiteX1" fmla="*/ 2461 w 4849"/>
                      <a:gd name="connsiteY1" fmla="*/ 4812 h 4812"/>
                      <a:gd name="connsiteX2" fmla="*/ 4849 w 4849"/>
                      <a:gd name="connsiteY2" fmla="*/ 2241 h 4812"/>
                      <a:gd name="connsiteX3" fmla="*/ 2314 w 4849"/>
                      <a:gd name="connsiteY3" fmla="*/ 0 h 4812"/>
                      <a:gd name="connsiteX4" fmla="*/ 0 w 4849"/>
                      <a:gd name="connsiteY4" fmla="*/ 2241 h 4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9" h="4812">
                        <a:moveTo>
                          <a:pt x="0" y="2241"/>
                        </a:moveTo>
                        <a:lnTo>
                          <a:pt x="2461" y="4812"/>
                        </a:lnTo>
                        <a:lnTo>
                          <a:pt x="4849" y="2241"/>
                        </a:lnTo>
                        <a:lnTo>
                          <a:pt x="2314" y="0"/>
                        </a:lnTo>
                        <a:lnTo>
                          <a:pt x="0" y="224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88" name="Freeform: Shape 3187">
                    <a:extLst>
                      <a:ext uri="{FF2B5EF4-FFF2-40B4-BE49-F238E27FC236}">
                        <a16:creationId xmlns:a16="http://schemas.microsoft.com/office/drawing/2014/main" id="{EFAEF6C4-42DE-EBD3-A86F-66FF0B568529}"/>
                      </a:ext>
                    </a:extLst>
                  </p:cNvPr>
                  <p:cNvSpPr/>
                  <p:nvPr/>
                </p:nvSpPr>
                <p:spPr>
                  <a:xfrm>
                    <a:off x="5609164" y="3081717"/>
                    <a:ext cx="4554" cy="4591"/>
                  </a:xfrm>
                  <a:custGeom>
                    <a:avLst/>
                    <a:gdLst>
                      <a:gd name="connsiteX0" fmla="*/ 0 w 4554"/>
                      <a:gd name="connsiteY0" fmla="*/ 1469 h 4591"/>
                      <a:gd name="connsiteX1" fmla="*/ 1726 w 4554"/>
                      <a:gd name="connsiteY1" fmla="*/ 4592 h 4591"/>
                      <a:gd name="connsiteX2" fmla="*/ 4555 w 4554"/>
                      <a:gd name="connsiteY2" fmla="*/ 2388 h 4591"/>
                      <a:gd name="connsiteX3" fmla="*/ 2755 w 4554"/>
                      <a:gd name="connsiteY3" fmla="*/ 0 h 4591"/>
                      <a:gd name="connsiteX4" fmla="*/ 0 w 4554"/>
                      <a:gd name="connsiteY4" fmla="*/ 1469 h 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4" h="4591">
                        <a:moveTo>
                          <a:pt x="0" y="1469"/>
                        </a:moveTo>
                        <a:lnTo>
                          <a:pt x="1726" y="4592"/>
                        </a:lnTo>
                        <a:lnTo>
                          <a:pt x="4555" y="2388"/>
                        </a:lnTo>
                        <a:lnTo>
                          <a:pt x="2755" y="0"/>
                        </a:lnTo>
                        <a:lnTo>
                          <a:pt x="0" y="146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89" name="Freeform: Shape 3188">
                    <a:extLst>
                      <a:ext uri="{FF2B5EF4-FFF2-40B4-BE49-F238E27FC236}">
                        <a16:creationId xmlns:a16="http://schemas.microsoft.com/office/drawing/2014/main" id="{40E91255-FD07-06CD-3BAD-4649065FB930}"/>
                      </a:ext>
                    </a:extLst>
                  </p:cNvPr>
                  <p:cNvSpPr/>
                  <p:nvPr/>
                </p:nvSpPr>
                <p:spPr>
                  <a:xfrm>
                    <a:off x="5359668" y="3083737"/>
                    <a:ext cx="254566" cy="251884"/>
                  </a:xfrm>
                  <a:custGeom>
                    <a:avLst/>
                    <a:gdLst>
                      <a:gd name="connsiteX0" fmla="*/ 0 w 254566"/>
                      <a:gd name="connsiteY0" fmla="*/ 251885 h 251884"/>
                      <a:gd name="connsiteX1" fmla="*/ 172943 w 254566"/>
                      <a:gd name="connsiteY1" fmla="*/ 251885 h 251884"/>
                      <a:gd name="connsiteX2" fmla="*/ 173825 w 254566"/>
                      <a:gd name="connsiteY2" fmla="*/ 249497 h 251884"/>
                      <a:gd name="connsiteX3" fmla="*/ 170408 w 254566"/>
                      <a:gd name="connsiteY3" fmla="*/ 248395 h 251884"/>
                      <a:gd name="connsiteX4" fmla="*/ 166992 w 254566"/>
                      <a:gd name="connsiteY4" fmla="*/ 247293 h 251884"/>
                      <a:gd name="connsiteX5" fmla="*/ 167764 w 254566"/>
                      <a:gd name="connsiteY5" fmla="*/ 244868 h 251884"/>
                      <a:gd name="connsiteX6" fmla="*/ 17081 w 254566"/>
                      <a:gd name="connsiteY6" fmla="*/ 244868 h 251884"/>
                      <a:gd name="connsiteX7" fmla="*/ 243142 w 254566"/>
                      <a:gd name="connsiteY7" fmla="*/ 15649 h 251884"/>
                      <a:gd name="connsiteX8" fmla="*/ 167764 w 254566"/>
                      <a:gd name="connsiteY8" fmla="*/ 244868 h 251884"/>
                      <a:gd name="connsiteX9" fmla="*/ 170408 w 254566"/>
                      <a:gd name="connsiteY9" fmla="*/ 244868 h 251884"/>
                      <a:gd name="connsiteX10" fmla="*/ 170408 w 254566"/>
                      <a:gd name="connsiteY10" fmla="*/ 248395 h 251884"/>
                      <a:gd name="connsiteX11" fmla="*/ 173825 w 254566"/>
                      <a:gd name="connsiteY11" fmla="*/ 249497 h 251884"/>
                      <a:gd name="connsiteX12" fmla="*/ 254566 w 254566"/>
                      <a:gd name="connsiteY12" fmla="*/ 3673 h 251884"/>
                      <a:gd name="connsiteX13" fmla="*/ 248689 w 254566"/>
                      <a:gd name="connsiteY13" fmla="*/ 0 h 251884"/>
                      <a:gd name="connsiteX14" fmla="*/ 0 w 254566"/>
                      <a:gd name="connsiteY14" fmla="*/ 251885 h 25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566" h="251884">
                        <a:moveTo>
                          <a:pt x="0" y="251885"/>
                        </a:moveTo>
                        <a:lnTo>
                          <a:pt x="172943" y="251885"/>
                        </a:lnTo>
                        <a:lnTo>
                          <a:pt x="173825" y="249497"/>
                        </a:lnTo>
                        <a:lnTo>
                          <a:pt x="170408" y="248395"/>
                        </a:lnTo>
                        <a:lnTo>
                          <a:pt x="166992" y="247293"/>
                        </a:lnTo>
                        <a:lnTo>
                          <a:pt x="167764" y="244868"/>
                        </a:lnTo>
                        <a:lnTo>
                          <a:pt x="17081" y="244868"/>
                        </a:lnTo>
                        <a:lnTo>
                          <a:pt x="243142" y="15649"/>
                        </a:lnTo>
                        <a:lnTo>
                          <a:pt x="167764" y="244868"/>
                        </a:lnTo>
                        <a:lnTo>
                          <a:pt x="170408" y="244868"/>
                        </a:lnTo>
                        <a:lnTo>
                          <a:pt x="170408" y="248395"/>
                        </a:lnTo>
                        <a:lnTo>
                          <a:pt x="173825" y="249497"/>
                        </a:lnTo>
                        <a:lnTo>
                          <a:pt x="254566" y="3673"/>
                        </a:lnTo>
                        <a:lnTo>
                          <a:pt x="248689" y="0"/>
                        </a:lnTo>
                        <a:lnTo>
                          <a:pt x="0" y="25188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90" name="Freeform: Shape 3189">
                    <a:extLst>
                      <a:ext uri="{FF2B5EF4-FFF2-40B4-BE49-F238E27FC236}">
                        <a16:creationId xmlns:a16="http://schemas.microsoft.com/office/drawing/2014/main" id="{AEF215AD-475D-AD50-9AF3-B8612B379555}"/>
                      </a:ext>
                    </a:extLst>
                  </p:cNvPr>
                  <p:cNvSpPr/>
                  <p:nvPr/>
                </p:nvSpPr>
                <p:spPr>
                  <a:xfrm>
                    <a:off x="5526660" y="3328606"/>
                    <a:ext cx="3416" cy="3526"/>
                  </a:xfrm>
                  <a:custGeom>
                    <a:avLst/>
                    <a:gdLst>
                      <a:gd name="connsiteX0" fmla="*/ 0 w 3416"/>
                      <a:gd name="connsiteY0" fmla="*/ 2425 h 3526"/>
                      <a:gd name="connsiteX1" fmla="*/ 3416 w 3416"/>
                      <a:gd name="connsiteY1" fmla="*/ 3527 h 3526"/>
                      <a:gd name="connsiteX2" fmla="*/ 3416 w 3416"/>
                      <a:gd name="connsiteY2" fmla="*/ 0 h 3526"/>
                      <a:gd name="connsiteX3" fmla="*/ 771 w 3416"/>
                      <a:gd name="connsiteY3" fmla="*/ 0 h 3526"/>
                      <a:gd name="connsiteX4" fmla="*/ 0 w 3416"/>
                      <a:gd name="connsiteY4" fmla="*/ 2425 h 3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6" h="3526">
                        <a:moveTo>
                          <a:pt x="0" y="2425"/>
                        </a:moveTo>
                        <a:lnTo>
                          <a:pt x="3416" y="3527"/>
                        </a:lnTo>
                        <a:lnTo>
                          <a:pt x="3416" y="0"/>
                        </a:lnTo>
                        <a:lnTo>
                          <a:pt x="771" y="0"/>
                        </a:lnTo>
                        <a:lnTo>
                          <a:pt x="0" y="242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91" name="Freeform: Shape 3190">
                    <a:extLst>
                      <a:ext uri="{FF2B5EF4-FFF2-40B4-BE49-F238E27FC236}">
                        <a16:creationId xmlns:a16="http://schemas.microsoft.com/office/drawing/2014/main" id="{0B9207C6-CDA7-9B78-CEBF-92D1C6C34A92}"/>
                      </a:ext>
                    </a:extLst>
                  </p:cNvPr>
                  <p:cNvSpPr/>
                  <p:nvPr/>
                </p:nvSpPr>
                <p:spPr>
                  <a:xfrm>
                    <a:off x="5530076" y="3328973"/>
                    <a:ext cx="4334" cy="4261"/>
                  </a:xfrm>
                  <a:custGeom>
                    <a:avLst/>
                    <a:gdLst>
                      <a:gd name="connsiteX0" fmla="*/ 0 w 4334"/>
                      <a:gd name="connsiteY0" fmla="*/ 3159 h 4261"/>
                      <a:gd name="connsiteX1" fmla="*/ 3416 w 4334"/>
                      <a:gd name="connsiteY1" fmla="*/ 4261 h 4261"/>
                      <a:gd name="connsiteX2" fmla="*/ 4335 w 4334"/>
                      <a:gd name="connsiteY2" fmla="*/ 1322 h 4261"/>
                      <a:gd name="connsiteX3" fmla="*/ 1580 w 4334"/>
                      <a:gd name="connsiteY3" fmla="*/ 0 h 4261"/>
                      <a:gd name="connsiteX4" fmla="*/ 0 w 4334"/>
                      <a:gd name="connsiteY4" fmla="*/ 3159 h 4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4" h="4261">
                        <a:moveTo>
                          <a:pt x="0" y="3159"/>
                        </a:moveTo>
                        <a:lnTo>
                          <a:pt x="3416" y="4261"/>
                        </a:lnTo>
                        <a:lnTo>
                          <a:pt x="4335" y="1322"/>
                        </a:lnTo>
                        <a:lnTo>
                          <a:pt x="1580" y="0"/>
                        </a:lnTo>
                        <a:lnTo>
                          <a:pt x="0" y="315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92" name="Freeform: Shape 3191">
                    <a:extLst>
                      <a:ext uri="{FF2B5EF4-FFF2-40B4-BE49-F238E27FC236}">
                        <a16:creationId xmlns:a16="http://schemas.microsoft.com/office/drawing/2014/main" id="{9BFEAA20-BFA2-BEF8-AB47-0C128F148FFE}"/>
                      </a:ext>
                    </a:extLst>
                  </p:cNvPr>
                  <p:cNvSpPr/>
                  <p:nvPr/>
                </p:nvSpPr>
                <p:spPr>
                  <a:xfrm>
                    <a:off x="5525705" y="3079696"/>
                    <a:ext cx="654011" cy="583408"/>
                  </a:xfrm>
                  <a:custGeom>
                    <a:avLst/>
                    <a:gdLst>
                      <a:gd name="connsiteX0" fmla="*/ 0 w 654011"/>
                      <a:gd name="connsiteY0" fmla="*/ 254273 h 583408"/>
                      <a:gd name="connsiteX1" fmla="*/ 2755 w 654011"/>
                      <a:gd name="connsiteY1" fmla="*/ 255558 h 583408"/>
                      <a:gd name="connsiteX2" fmla="*/ 4371 w 654011"/>
                      <a:gd name="connsiteY2" fmla="*/ 252436 h 583408"/>
                      <a:gd name="connsiteX3" fmla="*/ 5951 w 654011"/>
                      <a:gd name="connsiteY3" fmla="*/ 249277 h 583408"/>
                      <a:gd name="connsiteX4" fmla="*/ 8706 w 654011"/>
                      <a:gd name="connsiteY4" fmla="*/ 250599 h 583408"/>
                      <a:gd name="connsiteX5" fmla="*/ 86655 w 654011"/>
                      <a:gd name="connsiteY5" fmla="*/ 13261 h 583408"/>
                      <a:gd name="connsiteX6" fmla="*/ 633698 w 654011"/>
                      <a:gd name="connsiteY6" fmla="*/ 567172 h 583408"/>
                      <a:gd name="connsiteX7" fmla="*/ 8706 w 654011"/>
                      <a:gd name="connsiteY7" fmla="*/ 250599 h 583408"/>
                      <a:gd name="connsiteX8" fmla="*/ 7788 w 654011"/>
                      <a:gd name="connsiteY8" fmla="*/ 253538 h 583408"/>
                      <a:gd name="connsiteX9" fmla="*/ 4371 w 654011"/>
                      <a:gd name="connsiteY9" fmla="*/ 252436 h 583408"/>
                      <a:gd name="connsiteX10" fmla="*/ 2755 w 654011"/>
                      <a:gd name="connsiteY10" fmla="*/ 255558 h 583408"/>
                      <a:gd name="connsiteX11" fmla="*/ 649934 w 654011"/>
                      <a:gd name="connsiteY11" fmla="*/ 583409 h 583408"/>
                      <a:gd name="connsiteX12" fmla="*/ 654012 w 654011"/>
                      <a:gd name="connsiteY12" fmla="*/ 577715 h 583408"/>
                      <a:gd name="connsiteX13" fmla="*/ 83680 w 654011"/>
                      <a:gd name="connsiteY13" fmla="*/ 0 h 583408"/>
                      <a:gd name="connsiteX14" fmla="*/ 0 w 654011"/>
                      <a:gd name="connsiteY14" fmla="*/ 254273 h 583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11" h="583408">
                        <a:moveTo>
                          <a:pt x="0" y="254273"/>
                        </a:moveTo>
                        <a:lnTo>
                          <a:pt x="2755" y="255558"/>
                        </a:lnTo>
                        <a:lnTo>
                          <a:pt x="4371" y="252436"/>
                        </a:lnTo>
                        <a:lnTo>
                          <a:pt x="5951" y="249277"/>
                        </a:lnTo>
                        <a:lnTo>
                          <a:pt x="8706" y="250599"/>
                        </a:lnTo>
                        <a:lnTo>
                          <a:pt x="86655" y="13261"/>
                        </a:lnTo>
                        <a:lnTo>
                          <a:pt x="633698" y="567172"/>
                        </a:lnTo>
                        <a:lnTo>
                          <a:pt x="8706" y="250599"/>
                        </a:lnTo>
                        <a:lnTo>
                          <a:pt x="7788" y="253538"/>
                        </a:lnTo>
                        <a:lnTo>
                          <a:pt x="4371" y="252436"/>
                        </a:lnTo>
                        <a:lnTo>
                          <a:pt x="2755" y="255558"/>
                        </a:lnTo>
                        <a:lnTo>
                          <a:pt x="649934" y="583409"/>
                        </a:lnTo>
                        <a:lnTo>
                          <a:pt x="654012" y="577715"/>
                        </a:lnTo>
                        <a:lnTo>
                          <a:pt x="83680" y="0"/>
                        </a:lnTo>
                        <a:lnTo>
                          <a:pt x="0" y="25427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93" name="Freeform: Shape 3192">
                    <a:extLst>
                      <a:ext uri="{FF2B5EF4-FFF2-40B4-BE49-F238E27FC236}">
                        <a16:creationId xmlns:a16="http://schemas.microsoft.com/office/drawing/2014/main" id="{E4D88C98-4EAD-4B26-2192-7E6387FD6BDE}"/>
                      </a:ext>
                    </a:extLst>
                  </p:cNvPr>
                  <p:cNvSpPr/>
                  <p:nvPr/>
                </p:nvSpPr>
                <p:spPr>
                  <a:xfrm>
                    <a:off x="6174610" y="3654803"/>
                    <a:ext cx="5106" cy="5179"/>
                  </a:xfrm>
                  <a:custGeom>
                    <a:avLst/>
                    <a:gdLst>
                      <a:gd name="connsiteX0" fmla="*/ 0 w 5106"/>
                      <a:gd name="connsiteY0" fmla="*/ 2792 h 5179"/>
                      <a:gd name="connsiteX1" fmla="*/ 2645 w 5106"/>
                      <a:gd name="connsiteY1" fmla="*/ 5180 h 5179"/>
                      <a:gd name="connsiteX2" fmla="*/ 5106 w 5106"/>
                      <a:gd name="connsiteY2" fmla="*/ 2608 h 5179"/>
                      <a:gd name="connsiteX3" fmla="*/ 2571 w 5106"/>
                      <a:gd name="connsiteY3" fmla="*/ 0 h 5179"/>
                      <a:gd name="connsiteX4" fmla="*/ 0 w 5106"/>
                      <a:gd name="connsiteY4" fmla="*/ 2792 h 5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6" h="5179">
                        <a:moveTo>
                          <a:pt x="0" y="2792"/>
                        </a:moveTo>
                        <a:lnTo>
                          <a:pt x="2645" y="5180"/>
                        </a:lnTo>
                        <a:lnTo>
                          <a:pt x="5106" y="2608"/>
                        </a:lnTo>
                        <a:lnTo>
                          <a:pt x="2571" y="0"/>
                        </a:lnTo>
                        <a:lnTo>
                          <a:pt x="0" y="279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94" name="Freeform: Shape 3193">
                    <a:extLst>
                      <a:ext uri="{FF2B5EF4-FFF2-40B4-BE49-F238E27FC236}">
                        <a16:creationId xmlns:a16="http://schemas.microsoft.com/office/drawing/2014/main" id="{92D3A8E0-90E4-A363-B1FC-E84AA0E7EA87}"/>
                      </a:ext>
                    </a:extLst>
                  </p:cNvPr>
                  <p:cNvSpPr/>
                  <p:nvPr/>
                </p:nvSpPr>
                <p:spPr>
                  <a:xfrm>
                    <a:off x="5610119" y="3076537"/>
                    <a:ext cx="26411" cy="12893"/>
                  </a:xfrm>
                  <a:custGeom>
                    <a:avLst/>
                    <a:gdLst>
                      <a:gd name="connsiteX0" fmla="*/ 771 w 26411"/>
                      <a:gd name="connsiteY0" fmla="*/ 9771 h 12893"/>
                      <a:gd name="connsiteX1" fmla="*/ 2461 w 26411"/>
                      <a:gd name="connsiteY1" fmla="*/ 12894 h 12893"/>
                      <a:gd name="connsiteX2" fmla="*/ 26412 w 26411"/>
                      <a:gd name="connsiteY2" fmla="*/ 0 h 12893"/>
                      <a:gd name="connsiteX3" fmla="*/ 0 w 26411"/>
                      <a:gd name="connsiteY3" fmla="*/ 6282 h 12893"/>
                      <a:gd name="connsiteX4" fmla="*/ 771 w 26411"/>
                      <a:gd name="connsiteY4" fmla="*/ 9771 h 128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1" h="12893">
                        <a:moveTo>
                          <a:pt x="771" y="9771"/>
                        </a:moveTo>
                        <a:lnTo>
                          <a:pt x="2461" y="12894"/>
                        </a:lnTo>
                        <a:lnTo>
                          <a:pt x="26412" y="0"/>
                        </a:lnTo>
                        <a:lnTo>
                          <a:pt x="0" y="6282"/>
                        </a:lnTo>
                        <a:lnTo>
                          <a:pt x="771" y="977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95" name="Freeform: Shape 3194">
                    <a:extLst>
                      <a:ext uri="{FF2B5EF4-FFF2-40B4-BE49-F238E27FC236}">
                        <a16:creationId xmlns:a16="http://schemas.microsoft.com/office/drawing/2014/main" id="{717F40E6-36F7-AC36-CC16-65C263F76E5A}"/>
                      </a:ext>
                    </a:extLst>
                  </p:cNvPr>
                  <p:cNvSpPr/>
                  <p:nvPr/>
                </p:nvSpPr>
                <p:spPr>
                  <a:xfrm>
                    <a:off x="0" y="2647631"/>
                    <a:ext cx="353380" cy="158947"/>
                  </a:xfrm>
                  <a:custGeom>
                    <a:avLst/>
                    <a:gdLst>
                      <a:gd name="connsiteX0" fmla="*/ 0 w 353380"/>
                      <a:gd name="connsiteY0" fmla="*/ 7384 h 158947"/>
                      <a:gd name="connsiteX1" fmla="*/ 335455 w 353380"/>
                      <a:gd name="connsiteY1" fmla="*/ 109357 h 158947"/>
                      <a:gd name="connsiteX2" fmla="*/ 0 w 353380"/>
                      <a:gd name="connsiteY2" fmla="*/ 151785 h 158947"/>
                      <a:gd name="connsiteX3" fmla="*/ 0 w 353380"/>
                      <a:gd name="connsiteY3" fmla="*/ 158948 h 158947"/>
                      <a:gd name="connsiteX4" fmla="*/ 352830 w 353380"/>
                      <a:gd name="connsiteY4" fmla="*/ 114316 h 158947"/>
                      <a:gd name="connsiteX5" fmla="*/ 353381 w 353380"/>
                      <a:gd name="connsiteY5" fmla="*/ 107337 h 158947"/>
                      <a:gd name="connsiteX6" fmla="*/ 0 w 353380"/>
                      <a:gd name="connsiteY6" fmla="*/ 0 h 158947"/>
                      <a:gd name="connsiteX7" fmla="*/ 0 w 353380"/>
                      <a:gd name="connsiteY7" fmla="*/ 7384 h 15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380" h="158947">
                        <a:moveTo>
                          <a:pt x="0" y="7384"/>
                        </a:moveTo>
                        <a:lnTo>
                          <a:pt x="335455" y="109357"/>
                        </a:lnTo>
                        <a:lnTo>
                          <a:pt x="0" y="151785"/>
                        </a:lnTo>
                        <a:lnTo>
                          <a:pt x="0" y="158948"/>
                        </a:lnTo>
                        <a:lnTo>
                          <a:pt x="352830" y="114316"/>
                        </a:lnTo>
                        <a:lnTo>
                          <a:pt x="353381" y="107337"/>
                        </a:lnTo>
                        <a:lnTo>
                          <a:pt x="0" y="0"/>
                        </a:lnTo>
                        <a:lnTo>
                          <a:pt x="0" y="738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96" name="Freeform: Shape 3195">
                    <a:extLst>
                      <a:ext uri="{FF2B5EF4-FFF2-40B4-BE49-F238E27FC236}">
                        <a16:creationId xmlns:a16="http://schemas.microsoft.com/office/drawing/2014/main" id="{8B4EE8A8-EACB-16A5-A002-EA84E462453F}"/>
                      </a:ext>
                    </a:extLst>
                  </p:cNvPr>
                  <p:cNvSpPr/>
                  <p:nvPr/>
                </p:nvSpPr>
                <p:spPr>
                  <a:xfrm>
                    <a:off x="0" y="2647631"/>
                    <a:ext cx="355731" cy="115050"/>
                  </a:xfrm>
                  <a:custGeom>
                    <a:avLst/>
                    <a:gdLst>
                      <a:gd name="connsiteX0" fmla="*/ 349193 w 355731"/>
                      <a:gd name="connsiteY0" fmla="*/ 109541 h 115050"/>
                      <a:gd name="connsiteX1" fmla="*/ 350368 w 355731"/>
                      <a:gd name="connsiteY1" fmla="*/ 106382 h 115050"/>
                      <a:gd name="connsiteX2" fmla="*/ 0 w 355731"/>
                      <a:gd name="connsiteY2" fmla="*/ 0 h 115050"/>
                      <a:gd name="connsiteX3" fmla="*/ 0 w 355731"/>
                      <a:gd name="connsiteY3" fmla="*/ 7384 h 115050"/>
                      <a:gd name="connsiteX4" fmla="*/ 354483 w 355731"/>
                      <a:gd name="connsiteY4" fmla="*/ 115051 h 115050"/>
                      <a:gd name="connsiteX5" fmla="*/ 355732 w 355731"/>
                      <a:gd name="connsiteY5" fmla="*/ 112112 h 115050"/>
                      <a:gd name="connsiteX6" fmla="*/ 352462 w 355731"/>
                      <a:gd name="connsiteY6" fmla="*/ 110827 h 115050"/>
                      <a:gd name="connsiteX7" fmla="*/ 349193 w 355731"/>
                      <a:gd name="connsiteY7" fmla="*/ 109541 h 115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5731" h="115050">
                        <a:moveTo>
                          <a:pt x="349193" y="109541"/>
                        </a:moveTo>
                        <a:lnTo>
                          <a:pt x="350368" y="106382"/>
                        </a:lnTo>
                        <a:lnTo>
                          <a:pt x="0" y="0"/>
                        </a:lnTo>
                        <a:lnTo>
                          <a:pt x="0" y="7384"/>
                        </a:lnTo>
                        <a:lnTo>
                          <a:pt x="354483" y="115051"/>
                        </a:lnTo>
                        <a:lnTo>
                          <a:pt x="355732" y="112112"/>
                        </a:lnTo>
                        <a:lnTo>
                          <a:pt x="352462" y="110827"/>
                        </a:lnTo>
                        <a:lnTo>
                          <a:pt x="349193" y="10954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97" name="Freeform: Shape 3196">
                    <a:extLst>
                      <a:ext uri="{FF2B5EF4-FFF2-40B4-BE49-F238E27FC236}">
                        <a16:creationId xmlns:a16="http://schemas.microsoft.com/office/drawing/2014/main" id="{3D061FF7-3257-A79E-7C0F-ECB8BB49863F}"/>
                      </a:ext>
                    </a:extLst>
                  </p:cNvPr>
                  <p:cNvSpPr/>
                  <p:nvPr/>
                </p:nvSpPr>
                <p:spPr>
                  <a:xfrm>
                    <a:off x="0" y="2344099"/>
                    <a:ext cx="519822" cy="415644"/>
                  </a:xfrm>
                  <a:custGeom>
                    <a:avLst/>
                    <a:gdLst>
                      <a:gd name="connsiteX0" fmla="*/ 0 w 519822"/>
                      <a:gd name="connsiteY0" fmla="*/ 94994 h 415644"/>
                      <a:gd name="connsiteX1" fmla="*/ 508655 w 519822"/>
                      <a:gd name="connsiteY1" fmla="*/ 9073 h 415644"/>
                      <a:gd name="connsiteX2" fmla="*/ 350368 w 519822"/>
                      <a:gd name="connsiteY2" fmla="*/ 409914 h 415644"/>
                      <a:gd name="connsiteX3" fmla="*/ 353381 w 519822"/>
                      <a:gd name="connsiteY3" fmla="*/ 410869 h 415644"/>
                      <a:gd name="connsiteX4" fmla="*/ 352462 w 519822"/>
                      <a:gd name="connsiteY4" fmla="*/ 414359 h 415644"/>
                      <a:gd name="connsiteX5" fmla="*/ 355732 w 519822"/>
                      <a:gd name="connsiteY5" fmla="*/ 415645 h 415644"/>
                      <a:gd name="connsiteX6" fmla="*/ 519822 w 519822"/>
                      <a:gd name="connsiteY6" fmla="*/ 0 h 415644"/>
                      <a:gd name="connsiteX7" fmla="*/ 0 w 519822"/>
                      <a:gd name="connsiteY7" fmla="*/ 87794 h 415644"/>
                      <a:gd name="connsiteX8" fmla="*/ 0 w 519822"/>
                      <a:gd name="connsiteY8" fmla="*/ 94994 h 415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9822" h="415644">
                        <a:moveTo>
                          <a:pt x="0" y="94994"/>
                        </a:moveTo>
                        <a:lnTo>
                          <a:pt x="508655" y="9073"/>
                        </a:lnTo>
                        <a:lnTo>
                          <a:pt x="350368" y="409914"/>
                        </a:lnTo>
                        <a:lnTo>
                          <a:pt x="353381" y="410869"/>
                        </a:lnTo>
                        <a:lnTo>
                          <a:pt x="352462" y="414359"/>
                        </a:lnTo>
                        <a:lnTo>
                          <a:pt x="355732" y="415645"/>
                        </a:lnTo>
                        <a:lnTo>
                          <a:pt x="519822" y="0"/>
                        </a:lnTo>
                        <a:lnTo>
                          <a:pt x="0" y="87794"/>
                        </a:lnTo>
                        <a:lnTo>
                          <a:pt x="0" y="9499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98" name="Freeform: Shape 3197">
                    <a:extLst>
                      <a:ext uri="{FF2B5EF4-FFF2-40B4-BE49-F238E27FC236}">
                        <a16:creationId xmlns:a16="http://schemas.microsoft.com/office/drawing/2014/main" id="{7C3BAA9C-59B2-452F-0029-3F557FB25FE6}"/>
                      </a:ext>
                    </a:extLst>
                  </p:cNvPr>
                  <p:cNvSpPr/>
                  <p:nvPr/>
                </p:nvSpPr>
                <p:spPr>
                  <a:xfrm>
                    <a:off x="349192" y="2754013"/>
                    <a:ext cx="4187" cy="4444"/>
                  </a:xfrm>
                  <a:custGeom>
                    <a:avLst/>
                    <a:gdLst>
                      <a:gd name="connsiteX0" fmla="*/ 0 w 4187"/>
                      <a:gd name="connsiteY0" fmla="*/ 3159 h 4444"/>
                      <a:gd name="connsiteX1" fmla="*/ 3269 w 4187"/>
                      <a:gd name="connsiteY1" fmla="*/ 4445 h 4444"/>
                      <a:gd name="connsiteX2" fmla="*/ 4188 w 4187"/>
                      <a:gd name="connsiteY2" fmla="*/ 955 h 4444"/>
                      <a:gd name="connsiteX3" fmla="*/ 1175 w 4187"/>
                      <a:gd name="connsiteY3" fmla="*/ 0 h 4444"/>
                      <a:gd name="connsiteX4" fmla="*/ 0 w 4187"/>
                      <a:gd name="connsiteY4" fmla="*/ 3159 h 4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87" h="4444">
                        <a:moveTo>
                          <a:pt x="0" y="3159"/>
                        </a:moveTo>
                        <a:lnTo>
                          <a:pt x="3269" y="4445"/>
                        </a:lnTo>
                        <a:lnTo>
                          <a:pt x="4188" y="955"/>
                        </a:lnTo>
                        <a:lnTo>
                          <a:pt x="1175" y="0"/>
                        </a:lnTo>
                        <a:lnTo>
                          <a:pt x="0" y="315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99" name="Freeform: Shape 3198">
                    <a:extLst>
                      <a:ext uri="{FF2B5EF4-FFF2-40B4-BE49-F238E27FC236}">
                        <a16:creationId xmlns:a16="http://schemas.microsoft.com/office/drawing/2014/main" id="{3D579A1E-59FF-B666-E0B9-4DB8086F7C0D}"/>
                      </a:ext>
                    </a:extLst>
                  </p:cNvPr>
                  <p:cNvSpPr/>
                  <p:nvPr/>
                </p:nvSpPr>
                <p:spPr>
                  <a:xfrm>
                    <a:off x="0" y="3193094"/>
                    <a:ext cx="113030" cy="145833"/>
                  </a:xfrm>
                  <a:custGeom>
                    <a:avLst/>
                    <a:gdLst>
                      <a:gd name="connsiteX0" fmla="*/ 106565 w 113030"/>
                      <a:gd name="connsiteY0" fmla="*/ 137568 h 145833"/>
                      <a:gd name="connsiteX1" fmla="*/ 108843 w 113030"/>
                      <a:gd name="connsiteY1" fmla="*/ 132389 h 145833"/>
                      <a:gd name="connsiteX2" fmla="*/ 0 w 113030"/>
                      <a:gd name="connsiteY2" fmla="*/ 0 h 145833"/>
                      <a:gd name="connsiteX3" fmla="*/ 0 w 113030"/>
                      <a:gd name="connsiteY3" fmla="*/ 11241 h 145833"/>
                      <a:gd name="connsiteX4" fmla="*/ 110753 w 113030"/>
                      <a:gd name="connsiteY4" fmla="*/ 145834 h 145833"/>
                      <a:gd name="connsiteX5" fmla="*/ 113030 w 113030"/>
                      <a:gd name="connsiteY5" fmla="*/ 140507 h 145833"/>
                      <a:gd name="connsiteX6" fmla="*/ 109835 w 113030"/>
                      <a:gd name="connsiteY6" fmla="*/ 139038 h 145833"/>
                      <a:gd name="connsiteX7" fmla="*/ 106565 w 113030"/>
                      <a:gd name="connsiteY7" fmla="*/ 137568 h 145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030" h="145833">
                        <a:moveTo>
                          <a:pt x="106565" y="137568"/>
                        </a:moveTo>
                        <a:lnTo>
                          <a:pt x="108843" y="132389"/>
                        </a:lnTo>
                        <a:lnTo>
                          <a:pt x="0" y="0"/>
                        </a:lnTo>
                        <a:lnTo>
                          <a:pt x="0" y="11241"/>
                        </a:lnTo>
                        <a:lnTo>
                          <a:pt x="110753" y="145834"/>
                        </a:lnTo>
                        <a:lnTo>
                          <a:pt x="113030" y="140507"/>
                        </a:lnTo>
                        <a:lnTo>
                          <a:pt x="109835" y="139038"/>
                        </a:lnTo>
                        <a:lnTo>
                          <a:pt x="106565" y="13756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200" name="Freeform: Shape 3199">
                    <a:extLst>
                      <a:ext uri="{FF2B5EF4-FFF2-40B4-BE49-F238E27FC236}">
                        <a16:creationId xmlns:a16="http://schemas.microsoft.com/office/drawing/2014/main" id="{14BD9696-4282-117A-6BAD-6CF95FD7F106}"/>
                      </a:ext>
                    </a:extLst>
                  </p:cNvPr>
                  <p:cNvSpPr/>
                  <p:nvPr/>
                </p:nvSpPr>
                <p:spPr>
                  <a:xfrm>
                    <a:off x="106565" y="3325483"/>
                    <a:ext cx="5914" cy="6648"/>
                  </a:xfrm>
                  <a:custGeom>
                    <a:avLst/>
                    <a:gdLst>
                      <a:gd name="connsiteX0" fmla="*/ 0 w 5914"/>
                      <a:gd name="connsiteY0" fmla="*/ 5179 h 6648"/>
                      <a:gd name="connsiteX1" fmla="*/ 3269 w 5914"/>
                      <a:gd name="connsiteY1" fmla="*/ 6649 h 6648"/>
                      <a:gd name="connsiteX2" fmla="*/ 5914 w 5914"/>
                      <a:gd name="connsiteY2" fmla="*/ 4445 h 6648"/>
                      <a:gd name="connsiteX3" fmla="*/ 2278 w 5914"/>
                      <a:gd name="connsiteY3" fmla="*/ 0 h 6648"/>
                      <a:gd name="connsiteX4" fmla="*/ 0 w 5914"/>
                      <a:gd name="connsiteY4" fmla="*/ 5179 h 66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14" h="6648">
                        <a:moveTo>
                          <a:pt x="0" y="5179"/>
                        </a:moveTo>
                        <a:lnTo>
                          <a:pt x="3269" y="6649"/>
                        </a:lnTo>
                        <a:lnTo>
                          <a:pt x="5914" y="4445"/>
                        </a:lnTo>
                        <a:lnTo>
                          <a:pt x="2278" y="0"/>
                        </a:lnTo>
                        <a:lnTo>
                          <a:pt x="0" y="517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201" name="Freeform: Shape 3200">
                    <a:extLst>
                      <a:ext uri="{FF2B5EF4-FFF2-40B4-BE49-F238E27FC236}">
                        <a16:creationId xmlns:a16="http://schemas.microsoft.com/office/drawing/2014/main" id="{71715D57-3BAB-995E-1AE7-57DB6C2641E0}"/>
                      </a:ext>
                    </a:extLst>
                  </p:cNvPr>
                  <p:cNvSpPr/>
                  <p:nvPr/>
                </p:nvSpPr>
                <p:spPr>
                  <a:xfrm>
                    <a:off x="0" y="2754013"/>
                    <a:ext cx="358119" cy="579588"/>
                  </a:xfrm>
                  <a:custGeom>
                    <a:avLst/>
                    <a:gdLst>
                      <a:gd name="connsiteX0" fmla="*/ 0 w 358119"/>
                      <a:gd name="connsiteY0" fmla="*/ 52566 h 579588"/>
                      <a:gd name="connsiteX1" fmla="*/ 346842 w 358119"/>
                      <a:gd name="connsiteY1" fmla="*/ 8669 h 579588"/>
                      <a:gd name="connsiteX2" fmla="*/ 108843 w 358119"/>
                      <a:gd name="connsiteY2" fmla="*/ 571470 h 579588"/>
                      <a:gd name="connsiteX3" fmla="*/ 112479 w 358119"/>
                      <a:gd name="connsiteY3" fmla="*/ 575915 h 579588"/>
                      <a:gd name="connsiteX4" fmla="*/ 109835 w 358119"/>
                      <a:gd name="connsiteY4" fmla="*/ 578119 h 579588"/>
                      <a:gd name="connsiteX5" fmla="*/ 113030 w 358119"/>
                      <a:gd name="connsiteY5" fmla="*/ 579588 h 579588"/>
                      <a:gd name="connsiteX6" fmla="*/ 358119 w 358119"/>
                      <a:gd name="connsiteY6" fmla="*/ 0 h 579588"/>
                      <a:gd name="connsiteX7" fmla="*/ 0 w 358119"/>
                      <a:gd name="connsiteY7" fmla="*/ 45403 h 579588"/>
                      <a:gd name="connsiteX8" fmla="*/ 0 w 358119"/>
                      <a:gd name="connsiteY8" fmla="*/ 52566 h 5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119" h="579588">
                        <a:moveTo>
                          <a:pt x="0" y="52566"/>
                        </a:moveTo>
                        <a:lnTo>
                          <a:pt x="346842" y="8669"/>
                        </a:lnTo>
                        <a:lnTo>
                          <a:pt x="108843" y="571470"/>
                        </a:lnTo>
                        <a:lnTo>
                          <a:pt x="112479" y="575915"/>
                        </a:lnTo>
                        <a:lnTo>
                          <a:pt x="109835" y="578119"/>
                        </a:lnTo>
                        <a:lnTo>
                          <a:pt x="113030" y="579588"/>
                        </a:lnTo>
                        <a:lnTo>
                          <a:pt x="358119" y="0"/>
                        </a:lnTo>
                        <a:lnTo>
                          <a:pt x="0" y="45403"/>
                        </a:lnTo>
                        <a:lnTo>
                          <a:pt x="0" y="5256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202" name="Freeform: Shape 3201">
                    <a:extLst>
                      <a:ext uri="{FF2B5EF4-FFF2-40B4-BE49-F238E27FC236}">
                        <a16:creationId xmlns:a16="http://schemas.microsoft.com/office/drawing/2014/main" id="{615D8D9B-AA21-888F-FDB5-F92E5E78B225}"/>
                      </a:ext>
                    </a:extLst>
                  </p:cNvPr>
                  <p:cNvSpPr/>
                  <p:nvPr/>
                </p:nvSpPr>
                <p:spPr>
                  <a:xfrm>
                    <a:off x="108916" y="3326952"/>
                    <a:ext cx="6942" cy="6649"/>
                  </a:xfrm>
                  <a:custGeom>
                    <a:avLst/>
                    <a:gdLst>
                      <a:gd name="connsiteX0" fmla="*/ 918 w 6942"/>
                      <a:gd name="connsiteY0" fmla="*/ 5180 h 6649"/>
                      <a:gd name="connsiteX1" fmla="*/ 4114 w 6942"/>
                      <a:gd name="connsiteY1" fmla="*/ 6649 h 6649"/>
                      <a:gd name="connsiteX2" fmla="*/ 6943 w 6942"/>
                      <a:gd name="connsiteY2" fmla="*/ 0 h 6649"/>
                      <a:gd name="connsiteX3" fmla="*/ 0 w 6942"/>
                      <a:gd name="connsiteY3" fmla="*/ 1653 h 6649"/>
                      <a:gd name="connsiteX4" fmla="*/ 918 w 6942"/>
                      <a:gd name="connsiteY4" fmla="*/ 5180 h 6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2" h="6649">
                        <a:moveTo>
                          <a:pt x="918" y="5180"/>
                        </a:moveTo>
                        <a:lnTo>
                          <a:pt x="4114" y="6649"/>
                        </a:lnTo>
                        <a:lnTo>
                          <a:pt x="6943" y="0"/>
                        </a:lnTo>
                        <a:lnTo>
                          <a:pt x="0" y="1653"/>
                        </a:lnTo>
                        <a:lnTo>
                          <a:pt x="918" y="518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203" name="Freeform: Shape 3202">
                    <a:extLst>
                      <a:ext uri="{FF2B5EF4-FFF2-40B4-BE49-F238E27FC236}">
                        <a16:creationId xmlns:a16="http://schemas.microsoft.com/office/drawing/2014/main" id="{AB55C521-84BD-D0C3-D4CE-C3742FB76B78}"/>
                      </a:ext>
                    </a:extLst>
                  </p:cNvPr>
                  <p:cNvSpPr/>
                  <p:nvPr/>
                </p:nvSpPr>
                <p:spPr>
                  <a:xfrm>
                    <a:off x="103736" y="2753646"/>
                    <a:ext cx="987629" cy="583629"/>
                  </a:xfrm>
                  <a:custGeom>
                    <a:avLst/>
                    <a:gdLst>
                      <a:gd name="connsiteX0" fmla="*/ 0 w 987629"/>
                      <a:gd name="connsiteY0" fmla="*/ 583629 h 583629"/>
                      <a:gd name="connsiteX1" fmla="*/ 6833 w 987629"/>
                      <a:gd name="connsiteY1" fmla="*/ 581976 h 583629"/>
                      <a:gd name="connsiteX2" fmla="*/ 6098 w 987629"/>
                      <a:gd name="connsiteY2" fmla="*/ 578486 h 583629"/>
                      <a:gd name="connsiteX3" fmla="*/ 5179 w 987629"/>
                      <a:gd name="connsiteY3" fmla="*/ 574960 h 583629"/>
                      <a:gd name="connsiteX4" fmla="*/ 12122 w 987629"/>
                      <a:gd name="connsiteY4" fmla="*/ 573307 h 583629"/>
                      <a:gd name="connsiteX5" fmla="*/ 250562 w 987629"/>
                      <a:gd name="connsiteY5" fmla="*/ 9588 h 583629"/>
                      <a:gd name="connsiteX6" fmla="*/ 966066 w 987629"/>
                      <a:gd name="connsiteY6" fmla="*/ 331561 h 583629"/>
                      <a:gd name="connsiteX7" fmla="*/ 12122 w 987629"/>
                      <a:gd name="connsiteY7" fmla="*/ 573307 h 583629"/>
                      <a:gd name="connsiteX8" fmla="*/ 9294 w 987629"/>
                      <a:gd name="connsiteY8" fmla="*/ 579956 h 583629"/>
                      <a:gd name="connsiteX9" fmla="*/ 6098 w 987629"/>
                      <a:gd name="connsiteY9" fmla="*/ 578486 h 583629"/>
                      <a:gd name="connsiteX10" fmla="*/ 6833 w 987629"/>
                      <a:gd name="connsiteY10" fmla="*/ 581976 h 583629"/>
                      <a:gd name="connsiteX11" fmla="*/ 987629 w 987629"/>
                      <a:gd name="connsiteY11" fmla="*/ 333581 h 583629"/>
                      <a:gd name="connsiteX12" fmla="*/ 246926 w 987629"/>
                      <a:gd name="connsiteY12" fmla="*/ 0 h 583629"/>
                      <a:gd name="connsiteX13" fmla="*/ 0 w 987629"/>
                      <a:gd name="connsiteY13" fmla="*/ 583629 h 58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7629" h="583629">
                        <a:moveTo>
                          <a:pt x="0" y="583629"/>
                        </a:moveTo>
                        <a:lnTo>
                          <a:pt x="6833" y="581976"/>
                        </a:lnTo>
                        <a:lnTo>
                          <a:pt x="6098" y="578486"/>
                        </a:lnTo>
                        <a:lnTo>
                          <a:pt x="5179" y="574960"/>
                        </a:lnTo>
                        <a:lnTo>
                          <a:pt x="12122" y="573307"/>
                        </a:lnTo>
                        <a:lnTo>
                          <a:pt x="250562" y="9588"/>
                        </a:lnTo>
                        <a:lnTo>
                          <a:pt x="966066" y="331561"/>
                        </a:lnTo>
                        <a:lnTo>
                          <a:pt x="12122" y="573307"/>
                        </a:lnTo>
                        <a:lnTo>
                          <a:pt x="9294" y="579956"/>
                        </a:lnTo>
                        <a:lnTo>
                          <a:pt x="6098" y="578486"/>
                        </a:lnTo>
                        <a:lnTo>
                          <a:pt x="6833" y="581976"/>
                        </a:lnTo>
                        <a:lnTo>
                          <a:pt x="987629" y="333581"/>
                        </a:lnTo>
                        <a:lnTo>
                          <a:pt x="246926" y="0"/>
                        </a:lnTo>
                        <a:lnTo>
                          <a:pt x="0" y="58362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204" name="Freeform: Shape 3203">
                    <a:extLst>
                      <a:ext uri="{FF2B5EF4-FFF2-40B4-BE49-F238E27FC236}">
                        <a16:creationId xmlns:a16="http://schemas.microsoft.com/office/drawing/2014/main" id="{81C40AD6-AD45-E6DA-1CF9-EFFEC3814BC4}"/>
                      </a:ext>
                    </a:extLst>
                  </p:cNvPr>
                  <p:cNvSpPr/>
                  <p:nvPr/>
                </p:nvSpPr>
                <p:spPr>
                  <a:xfrm>
                    <a:off x="352462" y="2755152"/>
                    <a:ext cx="4555" cy="4591"/>
                  </a:xfrm>
                  <a:custGeom>
                    <a:avLst/>
                    <a:gdLst>
                      <a:gd name="connsiteX0" fmla="*/ 0 w 4555"/>
                      <a:gd name="connsiteY0" fmla="*/ 3306 h 4591"/>
                      <a:gd name="connsiteX1" fmla="*/ 3269 w 4555"/>
                      <a:gd name="connsiteY1" fmla="*/ 4592 h 4591"/>
                      <a:gd name="connsiteX2" fmla="*/ 4555 w 4555"/>
                      <a:gd name="connsiteY2" fmla="*/ 1469 h 4591"/>
                      <a:gd name="connsiteX3" fmla="*/ 1469 w 4555"/>
                      <a:gd name="connsiteY3" fmla="*/ 0 h 4591"/>
                      <a:gd name="connsiteX4" fmla="*/ 0 w 4555"/>
                      <a:gd name="connsiteY4" fmla="*/ 3306 h 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5" h="4591">
                        <a:moveTo>
                          <a:pt x="0" y="3306"/>
                        </a:moveTo>
                        <a:lnTo>
                          <a:pt x="3269" y="4592"/>
                        </a:lnTo>
                        <a:lnTo>
                          <a:pt x="4555" y="1469"/>
                        </a:lnTo>
                        <a:lnTo>
                          <a:pt x="1469" y="0"/>
                        </a:lnTo>
                        <a:lnTo>
                          <a:pt x="0" y="330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205" name="Freeform: Shape 3204">
                    <a:extLst>
                      <a:ext uri="{FF2B5EF4-FFF2-40B4-BE49-F238E27FC236}">
                        <a16:creationId xmlns:a16="http://schemas.microsoft.com/office/drawing/2014/main" id="{B83DF65C-3F32-B2D8-415F-1D38C6409480}"/>
                      </a:ext>
                    </a:extLst>
                  </p:cNvPr>
                  <p:cNvSpPr/>
                  <p:nvPr/>
                </p:nvSpPr>
                <p:spPr>
                  <a:xfrm>
                    <a:off x="347907" y="2341528"/>
                    <a:ext cx="735413" cy="748123"/>
                  </a:xfrm>
                  <a:custGeom>
                    <a:avLst/>
                    <a:gdLst>
                      <a:gd name="connsiteX0" fmla="*/ 0 w 735413"/>
                      <a:gd name="connsiteY0" fmla="*/ 418767 h 748123"/>
                      <a:gd name="connsiteX1" fmla="*/ 3122 w 735413"/>
                      <a:gd name="connsiteY1" fmla="*/ 420236 h 748123"/>
                      <a:gd name="connsiteX2" fmla="*/ 4555 w 735413"/>
                      <a:gd name="connsiteY2" fmla="*/ 416930 h 748123"/>
                      <a:gd name="connsiteX3" fmla="*/ 6024 w 735413"/>
                      <a:gd name="connsiteY3" fmla="*/ 413624 h 748123"/>
                      <a:gd name="connsiteX4" fmla="*/ 9110 w 735413"/>
                      <a:gd name="connsiteY4" fmla="*/ 415094 h 748123"/>
                      <a:gd name="connsiteX5" fmla="*/ 167286 w 735413"/>
                      <a:gd name="connsiteY5" fmla="*/ 14216 h 748123"/>
                      <a:gd name="connsiteX6" fmla="*/ 721308 w 735413"/>
                      <a:gd name="connsiteY6" fmla="*/ 735744 h 748123"/>
                      <a:gd name="connsiteX7" fmla="*/ 9110 w 735413"/>
                      <a:gd name="connsiteY7" fmla="*/ 415094 h 748123"/>
                      <a:gd name="connsiteX8" fmla="*/ 7824 w 735413"/>
                      <a:gd name="connsiteY8" fmla="*/ 418216 h 748123"/>
                      <a:gd name="connsiteX9" fmla="*/ 4555 w 735413"/>
                      <a:gd name="connsiteY9" fmla="*/ 416930 h 748123"/>
                      <a:gd name="connsiteX10" fmla="*/ 3122 w 735413"/>
                      <a:gd name="connsiteY10" fmla="*/ 420236 h 748123"/>
                      <a:gd name="connsiteX11" fmla="*/ 731153 w 735413"/>
                      <a:gd name="connsiteY11" fmla="*/ 748124 h 748123"/>
                      <a:gd name="connsiteX12" fmla="*/ 735414 w 735413"/>
                      <a:gd name="connsiteY12" fmla="*/ 742577 h 748123"/>
                      <a:gd name="connsiteX13" fmla="*/ 165266 w 735413"/>
                      <a:gd name="connsiteY13" fmla="*/ 0 h 748123"/>
                      <a:gd name="connsiteX14" fmla="*/ 0 w 735413"/>
                      <a:gd name="connsiteY14" fmla="*/ 418767 h 748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5413" h="748123">
                        <a:moveTo>
                          <a:pt x="0" y="418767"/>
                        </a:moveTo>
                        <a:lnTo>
                          <a:pt x="3122" y="420236"/>
                        </a:lnTo>
                        <a:lnTo>
                          <a:pt x="4555" y="416930"/>
                        </a:lnTo>
                        <a:lnTo>
                          <a:pt x="6024" y="413624"/>
                        </a:lnTo>
                        <a:lnTo>
                          <a:pt x="9110" y="415094"/>
                        </a:lnTo>
                        <a:lnTo>
                          <a:pt x="167286" y="14216"/>
                        </a:lnTo>
                        <a:lnTo>
                          <a:pt x="721308" y="735744"/>
                        </a:lnTo>
                        <a:lnTo>
                          <a:pt x="9110" y="415094"/>
                        </a:lnTo>
                        <a:lnTo>
                          <a:pt x="7824" y="418216"/>
                        </a:lnTo>
                        <a:lnTo>
                          <a:pt x="4555" y="416930"/>
                        </a:lnTo>
                        <a:lnTo>
                          <a:pt x="3122" y="420236"/>
                        </a:lnTo>
                        <a:lnTo>
                          <a:pt x="731153" y="748124"/>
                        </a:lnTo>
                        <a:lnTo>
                          <a:pt x="735414" y="742577"/>
                        </a:lnTo>
                        <a:lnTo>
                          <a:pt x="165266" y="0"/>
                        </a:lnTo>
                        <a:lnTo>
                          <a:pt x="0" y="41876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206" name="Freeform: Shape 3205">
                    <a:extLst>
                      <a:ext uri="{FF2B5EF4-FFF2-40B4-BE49-F238E27FC236}">
                        <a16:creationId xmlns:a16="http://schemas.microsoft.com/office/drawing/2014/main" id="{A2C3D5A1-70EB-1D03-09C3-C306E61CCD79}"/>
                      </a:ext>
                    </a:extLst>
                  </p:cNvPr>
                  <p:cNvSpPr/>
                  <p:nvPr/>
                </p:nvSpPr>
                <p:spPr>
                  <a:xfrm>
                    <a:off x="512181" y="2339507"/>
                    <a:ext cx="8742" cy="10138"/>
                  </a:xfrm>
                  <a:custGeom>
                    <a:avLst/>
                    <a:gdLst>
                      <a:gd name="connsiteX0" fmla="*/ 2094 w 8742"/>
                      <a:gd name="connsiteY0" fmla="*/ 9037 h 10138"/>
                      <a:gd name="connsiteX1" fmla="*/ 5363 w 8742"/>
                      <a:gd name="connsiteY1" fmla="*/ 10139 h 10138"/>
                      <a:gd name="connsiteX2" fmla="*/ 8743 w 8742"/>
                      <a:gd name="connsiteY2" fmla="*/ 0 h 10138"/>
                      <a:gd name="connsiteX3" fmla="*/ 0 w 8742"/>
                      <a:gd name="connsiteY3" fmla="*/ 6245 h 10138"/>
                      <a:gd name="connsiteX4" fmla="*/ 2094 w 8742"/>
                      <a:gd name="connsiteY4" fmla="*/ 9037 h 10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2" h="10138">
                        <a:moveTo>
                          <a:pt x="2094" y="9037"/>
                        </a:moveTo>
                        <a:lnTo>
                          <a:pt x="5363" y="10139"/>
                        </a:lnTo>
                        <a:lnTo>
                          <a:pt x="8743" y="0"/>
                        </a:lnTo>
                        <a:lnTo>
                          <a:pt x="0" y="6245"/>
                        </a:lnTo>
                        <a:lnTo>
                          <a:pt x="2094" y="903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207" name="Freeform: Shape 3206">
                    <a:extLst>
                      <a:ext uri="{FF2B5EF4-FFF2-40B4-BE49-F238E27FC236}">
                        <a16:creationId xmlns:a16="http://schemas.microsoft.com/office/drawing/2014/main" id="{20B75FCE-818E-CDAC-2E19-07855A987D0A}"/>
                      </a:ext>
                    </a:extLst>
                  </p:cNvPr>
                  <p:cNvSpPr/>
                  <p:nvPr/>
                </p:nvSpPr>
                <p:spPr>
                  <a:xfrm>
                    <a:off x="1157854" y="3078007"/>
                    <a:ext cx="6208" cy="8301"/>
                  </a:xfrm>
                  <a:custGeom>
                    <a:avLst/>
                    <a:gdLst>
                      <a:gd name="connsiteX0" fmla="*/ 0 w 6208"/>
                      <a:gd name="connsiteY0" fmla="*/ 7934 h 8301"/>
                      <a:gd name="connsiteX1" fmla="*/ 3637 w 6208"/>
                      <a:gd name="connsiteY1" fmla="*/ 8302 h 8301"/>
                      <a:gd name="connsiteX2" fmla="*/ 6208 w 6208"/>
                      <a:gd name="connsiteY2" fmla="*/ 5914 h 8301"/>
                      <a:gd name="connsiteX3" fmla="*/ 1029 w 6208"/>
                      <a:gd name="connsiteY3" fmla="*/ 0 h 8301"/>
                      <a:gd name="connsiteX4" fmla="*/ 0 w 6208"/>
                      <a:gd name="connsiteY4" fmla="*/ 7934 h 8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8" h="8301">
                        <a:moveTo>
                          <a:pt x="0" y="7934"/>
                        </a:moveTo>
                        <a:lnTo>
                          <a:pt x="3637" y="8302"/>
                        </a:lnTo>
                        <a:lnTo>
                          <a:pt x="6208" y="5914"/>
                        </a:lnTo>
                        <a:lnTo>
                          <a:pt x="1029" y="0"/>
                        </a:lnTo>
                        <a:lnTo>
                          <a:pt x="0" y="793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208" name="Freeform: Shape 3207">
                    <a:extLst>
                      <a:ext uri="{FF2B5EF4-FFF2-40B4-BE49-F238E27FC236}">
                        <a16:creationId xmlns:a16="http://schemas.microsoft.com/office/drawing/2014/main" id="{674C3C4B-69F8-7CE6-EC69-589773C9D62A}"/>
                      </a:ext>
                    </a:extLst>
                  </p:cNvPr>
                  <p:cNvSpPr/>
                  <p:nvPr/>
                </p:nvSpPr>
                <p:spPr>
                  <a:xfrm>
                    <a:off x="1160793" y="3081717"/>
                    <a:ext cx="4812" cy="4958"/>
                  </a:xfrm>
                  <a:custGeom>
                    <a:avLst/>
                    <a:gdLst>
                      <a:gd name="connsiteX0" fmla="*/ 698 w 4812"/>
                      <a:gd name="connsiteY0" fmla="*/ 4592 h 4958"/>
                      <a:gd name="connsiteX1" fmla="*/ 4151 w 4812"/>
                      <a:gd name="connsiteY1" fmla="*/ 4959 h 4958"/>
                      <a:gd name="connsiteX2" fmla="*/ 4812 w 4812"/>
                      <a:gd name="connsiteY2" fmla="*/ 0 h 4958"/>
                      <a:gd name="connsiteX3" fmla="*/ 0 w 4812"/>
                      <a:gd name="connsiteY3" fmla="*/ 1102 h 4958"/>
                      <a:gd name="connsiteX4" fmla="*/ 698 w 4812"/>
                      <a:gd name="connsiteY4" fmla="*/ 4592 h 4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 h="4958">
                        <a:moveTo>
                          <a:pt x="698" y="4592"/>
                        </a:moveTo>
                        <a:lnTo>
                          <a:pt x="4151" y="4959"/>
                        </a:lnTo>
                        <a:lnTo>
                          <a:pt x="4812" y="0"/>
                        </a:lnTo>
                        <a:lnTo>
                          <a:pt x="0" y="1102"/>
                        </a:lnTo>
                        <a:lnTo>
                          <a:pt x="698" y="459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209" name="Freeform: Shape 3208">
                    <a:extLst>
                      <a:ext uri="{FF2B5EF4-FFF2-40B4-BE49-F238E27FC236}">
                        <a16:creationId xmlns:a16="http://schemas.microsoft.com/office/drawing/2014/main" id="{51D5101D-0343-90C5-1EFD-C98FEDB36B81}"/>
                      </a:ext>
                    </a:extLst>
                  </p:cNvPr>
                  <p:cNvSpPr/>
                  <p:nvPr/>
                </p:nvSpPr>
                <p:spPr>
                  <a:xfrm>
                    <a:off x="6903375" y="4884362"/>
                    <a:ext cx="4995" cy="4996"/>
                  </a:xfrm>
                  <a:custGeom>
                    <a:avLst/>
                    <a:gdLst>
                      <a:gd name="connsiteX0" fmla="*/ 0 w 4995"/>
                      <a:gd name="connsiteY0" fmla="*/ 2021 h 4996"/>
                      <a:gd name="connsiteX1" fmla="*/ 2020 w 4995"/>
                      <a:gd name="connsiteY1" fmla="*/ 4996 h 4996"/>
                      <a:gd name="connsiteX2" fmla="*/ 4996 w 4995"/>
                      <a:gd name="connsiteY2" fmla="*/ 3123 h 4996"/>
                      <a:gd name="connsiteX3" fmla="*/ 3122 w 4995"/>
                      <a:gd name="connsiteY3" fmla="*/ 0 h 4996"/>
                      <a:gd name="connsiteX4" fmla="*/ 0 w 4995"/>
                      <a:gd name="connsiteY4" fmla="*/ 2021 h 4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5" h="4996">
                        <a:moveTo>
                          <a:pt x="0" y="2021"/>
                        </a:moveTo>
                        <a:lnTo>
                          <a:pt x="2020" y="4996"/>
                        </a:lnTo>
                        <a:lnTo>
                          <a:pt x="4996" y="3123"/>
                        </a:lnTo>
                        <a:lnTo>
                          <a:pt x="3122" y="0"/>
                        </a:lnTo>
                        <a:lnTo>
                          <a:pt x="0" y="202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210" name="Freeform: Shape 3209">
                    <a:extLst>
                      <a:ext uri="{FF2B5EF4-FFF2-40B4-BE49-F238E27FC236}">
                        <a16:creationId xmlns:a16="http://schemas.microsoft.com/office/drawing/2014/main" id="{C0935B7E-1F06-D996-2295-FDCC03146A40}"/>
                      </a:ext>
                    </a:extLst>
                  </p:cNvPr>
                  <p:cNvSpPr/>
                  <p:nvPr/>
                </p:nvSpPr>
                <p:spPr>
                  <a:xfrm>
                    <a:off x="6177255" y="3656493"/>
                    <a:ext cx="6391" cy="5877"/>
                  </a:xfrm>
                  <a:custGeom>
                    <a:avLst/>
                    <a:gdLst>
                      <a:gd name="connsiteX0" fmla="*/ 0 w 6391"/>
                      <a:gd name="connsiteY0" fmla="*/ 3490 h 5877"/>
                      <a:gd name="connsiteX1" fmla="*/ 2535 w 6391"/>
                      <a:gd name="connsiteY1" fmla="*/ 5878 h 5877"/>
                      <a:gd name="connsiteX2" fmla="*/ 6392 w 6391"/>
                      <a:gd name="connsiteY2" fmla="*/ 1469 h 5877"/>
                      <a:gd name="connsiteX3" fmla="*/ 918 w 6391"/>
                      <a:gd name="connsiteY3" fmla="*/ 0 h 5877"/>
                      <a:gd name="connsiteX4" fmla="*/ 0 w 6391"/>
                      <a:gd name="connsiteY4" fmla="*/ 3490 h 58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1" h="5877">
                        <a:moveTo>
                          <a:pt x="0" y="3490"/>
                        </a:moveTo>
                        <a:lnTo>
                          <a:pt x="2535" y="5878"/>
                        </a:lnTo>
                        <a:lnTo>
                          <a:pt x="6392" y="1469"/>
                        </a:lnTo>
                        <a:lnTo>
                          <a:pt x="918" y="0"/>
                        </a:lnTo>
                        <a:lnTo>
                          <a:pt x="0" y="349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211" name="Freeform: Shape 3210">
                    <a:extLst>
                      <a:ext uri="{FF2B5EF4-FFF2-40B4-BE49-F238E27FC236}">
                        <a16:creationId xmlns:a16="http://schemas.microsoft.com/office/drawing/2014/main" id="{1D791F4A-98E6-4268-0F13-B4DE6F1907ED}"/>
                      </a:ext>
                    </a:extLst>
                  </p:cNvPr>
                  <p:cNvSpPr/>
                  <p:nvPr/>
                </p:nvSpPr>
                <p:spPr>
                  <a:xfrm>
                    <a:off x="6905395" y="4885831"/>
                    <a:ext cx="9808" cy="6501"/>
                  </a:xfrm>
                  <a:custGeom>
                    <a:avLst/>
                    <a:gdLst>
                      <a:gd name="connsiteX0" fmla="*/ 0 w 9808"/>
                      <a:gd name="connsiteY0" fmla="*/ 3527 h 6501"/>
                      <a:gd name="connsiteX1" fmla="*/ 1873 w 9808"/>
                      <a:gd name="connsiteY1" fmla="*/ 6502 h 6501"/>
                      <a:gd name="connsiteX2" fmla="*/ 9808 w 9808"/>
                      <a:gd name="connsiteY2" fmla="*/ 918 h 6501"/>
                      <a:gd name="connsiteX3" fmla="*/ 294 w 9808"/>
                      <a:gd name="connsiteY3" fmla="*/ 0 h 6501"/>
                      <a:gd name="connsiteX4" fmla="*/ 0 w 9808"/>
                      <a:gd name="connsiteY4" fmla="*/ 3527 h 6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08" h="6501">
                        <a:moveTo>
                          <a:pt x="0" y="3527"/>
                        </a:moveTo>
                        <a:lnTo>
                          <a:pt x="1873" y="6502"/>
                        </a:lnTo>
                        <a:lnTo>
                          <a:pt x="9808" y="918"/>
                        </a:lnTo>
                        <a:lnTo>
                          <a:pt x="294" y="0"/>
                        </a:lnTo>
                        <a:lnTo>
                          <a:pt x="0" y="352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008" name="Graphic 1629">
                  <a:extLst>
                    <a:ext uri="{FF2B5EF4-FFF2-40B4-BE49-F238E27FC236}">
                      <a16:creationId xmlns:a16="http://schemas.microsoft.com/office/drawing/2014/main" id="{48CD376D-E361-945A-E68F-2D1940B8EA89}"/>
                    </a:ext>
                  </a:extLst>
                </p:cNvPr>
                <p:cNvGrpSpPr/>
                <p:nvPr/>
              </p:nvGrpSpPr>
              <p:grpSpPr>
                <a:xfrm>
                  <a:off x="0" y="1680720"/>
                  <a:ext cx="7417320" cy="3630049"/>
                  <a:chOff x="0" y="1680720"/>
                  <a:chExt cx="7417320" cy="3630049"/>
                </a:xfrm>
                <a:grpFill/>
              </p:grpSpPr>
              <p:sp>
                <p:nvSpPr>
                  <p:cNvPr id="3009" name="Freeform: Shape 3008">
                    <a:extLst>
                      <a:ext uri="{FF2B5EF4-FFF2-40B4-BE49-F238E27FC236}">
                        <a16:creationId xmlns:a16="http://schemas.microsoft.com/office/drawing/2014/main" id="{EC292315-C6BC-4251-B72A-6F00B0B50153}"/>
                      </a:ext>
                    </a:extLst>
                  </p:cNvPr>
                  <p:cNvSpPr/>
                  <p:nvPr/>
                </p:nvSpPr>
                <p:spPr>
                  <a:xfrm>
                    <a:off x="6109922" y="2758164"/>
                    <a:ext cx="8007" cy="8669"/>
                  </a:xfrm>
                  <a:custGeom>
                    <a:avLst/>
                    <a:gdLst>
                      <a:gd name="connsiteX0" fmla="*/ 2902 w 8007"/>
                      <a:gd name="connsiteY0" fmla="*/ 0 h 8669"/>
                      <a:gd name="connsiteX1" fmla="*/ 0 w 8007"/>
                      <a:gd name="connsiteY1" fmla="*/ 8669 h 8669"/>
                      <a:gd name="connsiteX2" fmla="*/ 8008 w 8007"/>
                      <a:gd name="connsiteY2" fmla="*/ 4041 h 8669"/>
                      <a:gd name="connsiteX3" fmla="*/ 6171 w 8007"/>
                      <a:gd name="connsiteY3" fmla="*/ 1102 h 8669"/>
                      <a:gd name="connsiteX4" fmla="*/ 2902 w 8007"/>
                      <a:gd name="connsiteY4" fmla="*/ 0 h 8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7" h="8669">
                        <a:moveTo>
                          <a:pt x="2902" y="0"/>
                        </a:moveTo>
                        <a:lnTo>
                          <a:pt x="0" y="8669"/>
                        </a:lnTo>
                        <a:lnTo>
                          <a:pt x="8008" y="4041"/>
                        </a:lnTo>
                        <a:lnTo>
                          <a:pt x="6171" y="1102"/>
                        </a:lnTo>
                        <a:lnTo>
                          <a:pt x="2902"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10" name="Freeform: Shape 3009">
                    <a:extLst>
                      <a:ext uri="{FF2B5EF4-FFF2-40B4-BE49-F238E27FC236}">
                        <a16:creationId xmlns:a16="http://schemas.microsoft.com/office/drawing/2014/main" id="{F61E3575-981D-5C40-67F2-0D49C7383493}"/>
                      </a:ext>
                    </a:extLst>
                  </p:cNvPr>
                  <p:cNvSpPr/>
                  <p:nvPr/>
                </p:nvSpPr>
                <p:spPr>
                  <a:xfrm>
                    <a:off x="5541868" y="2751515"/>
                    <a:ext cx="580616" cy="504136"/>
                  </a:xfrm>
                  <a:custGeom>
                    <a:avLst/>
                    <a:gdLst>
                      <a:gd name="connsiteX0" fmla="*/ 574225 w 580616"/>
                      <a:gd name="connsiteY0" fmla="*/ 7751 h 504136"/>
                      <a:gd name="connsiteX1" fmla="*/ 576062 w 580616"/>
                      <a:gd name="connsiteY1" fmla="*/ 10689 h 504136"/>
                      <a:gd name="connsiteX2" fmla="*/ 568054 w 580616"/>
                      <a:gd name="connsiteY2" fmla="*/ 15318 h 504136"/>
                      <a:gd name="connsiteX3" fmla="*/ 410428 w 580616"/>
                      <a:gd name="connsiteY3" fmla="*/ 494770 h 504136"/>
                      <a:gd name="connsiteX4" fmla="*/ 16089 w 580616"/>
                      <a:gd name="connsiteY4" fmla="*/ 334867 h 504136"/>
                      <a:gd name="connsiteX5" fmla="*/ 568054 w 580616"/>
                      <a:gd name="connsiteY5" fmla="*/ 15318 h 504136"/>
                      <a:gd name="connsiteX6" fmla="*/ 570956 w 580616"/>
                      <a:gd name="connsiteY6" fmla="*/ 6649 h 504136"/>
                      <a:gd name="connsiteX7" fmla="*/ 574225 w 580616"/>
                      <a:gd name="connsiteY7" fmla="*/ 7751 h 504136"/>
                      <a:gd name="connsiteX8" fmla="*/ 572609 w 580616"/>
                      <a:gd name="connsiteY8" fmla="*/ 4629 h 504136"/>
                      <a:gd name="connsiteX9" fmla="*/ 0 w 580616"/>
                      <a:gd name="connsiteY9" fmla="*/ 335969 h 504136"/>
                      <a:gd name="connsiteX10" fmla="*/ 414690 w 580616"/>
                      <a:gd name="connsiteY10" fmla="*/ 504137 h 504136"/>
                      <a:gd name="connsiteX11" fmla="*/ 580617 w 580616"/>
                      <a:gd name="connsiteY11" fmla="*/ 0 h 504136"/>
                      <a:gd name="connsiteX12" fmla="*/ 572609 w 580616"/>
                      <a:gd name="connsiteY12" fmla="*/ 4629 h 504136"/>
                      <a:gd name="connsiteX13" fmla="*/ 574225 w 580616"/>
                      <a:gd name="connsiteY13" fmla="*/ 7751 h 504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0616" h="504136">
                        <a:moveTo>
                          <a:pt x="574225" y="7751"/>
                        </a:moveTo>
                        <a:lnTo>
                          <a:pt x="576062" y="10689"/>
                        </a:lnTo>
                        <a:lnTo>
                          <a:pt x="568054" y="15318"/>
                        </a:lnTo>
                        <a:lnTo>
                          <a:pt x="410428" y="494770"/>
                        </a:lnTo>
                        <a:lnTo>
                          <a:pt x="16089" y="334867"/>
                        </a:lnTo>
                        <a:lnTo>
                          <a:pt x="568054" y="15318"/>
                        </a:lnTo>
                        <a:lnTo>
                          <a:pt x="570956" y="6649"/>
                        </a:lnTo>
                        <a:lnTo>
                          <a:pt x="574225" y="7751"/>
                        </a:lnTo>
                        <a:lnTo>
                          <a:pt x="572609" y="4629"/>
                        </a:lnTo>
                        <a:lnTo>
                          <a:pt x="0" y="335969"/>
                        </a:lnTo>
                        <a:lnTo>
                          <a:pt x="414690" y="504137"/>
                        </a:lnTo>
                        <a:lnTo>
                          <a:pt x="580617" y="0"/>
                        </a:lnTo>
                        <a:lnTo>
                          <a:pt x="572609" y="4629"/>
                        </a:lnTo>
                        <a:lnTo>
                          <a:pt x="574225" y="775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11" name="Freeform: Shape 3010">
                    <a:extLst>
                      <a:ext uri="{FF2B5EF4-FFF2-40B4-BE49-F238E27FC236}">
                        <a16:creationId xmlns:a16="http://schemas.microsoft.com/office/drawing/2014/main" id="{F7B96C37-01A7-0801-A6BF-9BD1520C8D84}"/>
                      </a:ext>
                    </a:extLst>
                  </p:cNvPr>
                  <p:cNvSpPr/>
                  <p:nvPr/>
                </p:nvSpPr>
                <p:spPr>
                  <a:xfrm>
                    <a:off x="0" y="3739144"/>
                    <a:ext cx="1100439" cy="57745"/>
                  </a:xfrm>
                  <a:custGeom>
                    <a:avLst/>
                    <a:gdLst>
                      <a:gd name="connsiteX0" fmla="*/ 1097096 w 1100439"/>
                      <a:gd name="connsiteY0" fmla="*/ 2608 h 57745"/>
                      <a:gd name="connsiteX1" fmla="*/ 1100439 w 1100439"/>
                      <a:gd name="connsiteY1" fmla="*/ 3527 h 57745"/>
                      <a:gd name="connsiteX2" fmla="*/ 1100366 w 1100439"/>
                      <a:gd name="connsiteY2" fmla="*/ 0 h 57745"/>
                      <a:gd name="connsiteX3" fmla="*/ 0 w 1100439"/>
                      <a:gd name="connsiteY3" fmla="*/ 50730 h 57745"/>
                      <a:gd name="connsiteX4" fmla="*/ 0 w 1100439"/>
                      <a:gd name="connsiteY4" fmla="*/ 57746 h 57745"/>
                      <a:gd name="connsiteX5" fmla="*/ 1095664 w 1100439"/>
                      <a:gd name="connsiteY5" fmla="*/ 7200 h 57745"/>
                      <a:gd name="connsiteX6" fmla="*/ 1097096 w 1100439"/>
                      <a:gd name="connsiteY6" fmla="*/ 2608 h 57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0439" h="57745">
                        <a:moveTo>
                          <a:pt x="1097096" y="2608"/>
                        </a:moveTo>
                        <a:lnTo>
                          <a:pt x="1100439" y="3527"/>
                        </a:lnTo>
                        <a:lnTo>
                          <a:pt x="1100366" y="0"/>
                        </a:lnTo>
                        <a:lnTo>
                          <a:pt x="0" y="50730"/>
                        </a:lnTo>
                        <a:lnTo>
                          <a:pt x="0" y="57746"/>
                        </a:lnTo>
                        <a:lnTo>
                          <a:pt x="1095664" y="7200"/>
                        </a:lnTo>
                        <a:lnTo>
                          <a:pt x="1097096" y="260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12" name="Freeform: Shape 3011">
                    <a:extLst>
                      <a:ext uri="{FF2B5EF4-FFF2-40B4-BE49-F238E27FC236}">
                        <a16:creationId xmlns:a16="http://schemas.microsoft.com/office/drawing/2014/main" id="{A7AF6DA5-67FA-F205-281B-B427C48F42DB}"/>
                      </a:ext>
                    </a:extLst>
                  </p:cNvPr>
                  <p:cNvSpPr/>
                  <p:nvPr/>
                </p:nvSpPr>
                <p:spPr>
                  <a:xfrm>
                    <a:off x="1095663" y="3741752"/>
                    <a:ext cx="4995" cy="4591"/>
                  </a:xfrm>
                  <a:custGeom>
                    <a:avLst/>
                    <a:gdLst>
                      <a:gd name="connsiteX0" fmla="*/ 1433 w 4995"/>
                      <a:gd name="connsiteY0" fmla="*/ 0 h 4591"/>
                      <a:gd name="connsiteX1" fmla="*/ 0 w 4995"/>
                      <a:gd name="connsiteY1" fmla="*/ 4592 h 4591"/>
                      <a:gd name="connsiteX2" fmla="*/ 4996 w 4995"/>
                      <a:gd name="connsiteY2" fmla="*/ 4408 h 4591"/>
                      <a:gd name="connsiteX3" fmla="*/ 4775 w 4995"/>
                      <a:gd name="connsiteY3" fmla="*/ 918 h 4591"/>
                      <a:gd name="connsiteX4" fmla="*/ 1433 w 4995"/>
                      <a:gd name="connsiteY4" fmla="*/ 0 h 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5" h="4591">
                        <a:moveTo>
                          <a:pt x="1433" y="0"/>
                        </a:moveTo>
                        <a:lnTo>
                          <a:pt x="0" y="4592"/>
                        </a:lnTo>
                        <a:lnTo>
                          <a:pt x="4996" y="4408"/>
                        </a:lnTo>
                        <a:lnTo>
                          <a:pt x="4775" y="918"/>
                        </a:lnTo>
                        <a:lnTo>
                          <a:pt x="1433"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13" name="Freeform: Shape 3012">
                    <a:extLst>
                      <a:ext uri="{FF2B5EF4-FFF2-40B4-BE49-F238E27FC236}">
                        <a16:creationId xmlns:a16="http://schemas.microsoft.com/office/drawing/2014/main" id="{F28CAE60-204E-8D87-BB42-AFF86264D945}"/>
                      </a:ext>
                    </a:extLst>
                  </p:cNvPr>
                  <p:cNvSpPr/>
                  <p:nvPr/>
                </p:nvSpPr>
                <p:spPr>
                  <a:xfrm>
                    <a:off x="5548590" y="3086933"/>
                    <a:ext cx="4298" cy="4444"/>
                  </a:xfrm>
                  <a:custGeom>
                    <a:avLst/>
                    <a:gdLst>
                      <a:gd name="connsiteX0" fmla="*/ 0 w 4298"/>
                      <a:gd name="connsiteY0" fmla="*/ 3343 h 4444"/>
                      <a:gd name="connsiteX1" fmla="*/ 2718 w 4298"/>
                      <a:gd name="connsiteY1" fmla="*/ 4445 h 4444"/>
                      <a:gd name="connsiteX2" fmla="*/ 4298 w 4298"/>
                      <a:gd name="connsiteY2" fmla="*/ 1837 h 4444"/>
                      <a:gd name="connsiteX3" fmla="*/ 1249 w 4298"/>
                      <a:gd name="connsiteY3" fmla="*/ 0 h 4444"/>
                      <a:gd name="connsiteX4" fmla="*/ 0 w 4298"/>
                      <a:gd name="connsiteY4" fmla="*/ 3343 h 4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98" h="4444">
                        <a:moveTo>
                          <a:pt x="0" y="3343"/>
                        </a:moveTo>
                        <a:lnTo>
                          <a:pt x="2718" y="4445"/>
                        </a:lnTo>
                        <a:lnTo>
                          <a:pt x="4298" y="1837"/>
                        </a:lnTo>
                        <a:lnTo>
                          <a:pt x="1249" y="0"/>
                        </a:lnTo>
                        <a:lnTo>
                          <a:pt x="0" y="334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14" name="Freeform: Shape 3013">
                    <a:extLst>
                      <a:ext uri="{FF2B5EF4-FFF2-40B4-BE49-F238E27FC236}">
                        <a16:creationId xmlns:a16="http://schemas.microsoft.com/office/drawing/2014/main" id="{A42B03C7-71F2-96AB-8F51-7A5C73F15B78}"/>
                      </a:ext>
                    </a:extLst>
                  </p:cNvPr>
                  <p:cNvSpPr/>
                  <p:nvPr/>
                </p:nvSpPr>
                <p:spPr>
                  <a:xfrm>
                    <a:off x="4737909" y="3082525"/>
                    <a:ext cx="1222946" cy="1318418"/>
                  </a:xfrm>
                  <a:custGeom>
                    <a:avLst/>
                    <a:gdLst>
                      <a:gd name="connsiteX0" fmla="*/ 809029 w 1222946"/>
                      <a:gd name="connsiteY0" fmla="*/ 2571 h 1318418"/>
                      <a:gd name="connsiteX1" fmla="*/ 811930 w 1222946"/>
                      <a:gd name="connsiteY1" fmla="*/ 4408 h 1318418"/>
                      <a:gd name="connsiteX2" fmla="*/ 814980 w 1222946"/>
                      <a:gd name="connsiteY2" fmla="*/ 6245 h 1318418"/>
                      <a:gd name="connsiteX3" fmla="*/ 813400 w 1222946"/>
                      <a:gd name="connsiteY3" fmla="*/ 8853 h 1318418"/>
                      <a:gd name="connsiteX4" fmla="*/ 1210016 w 1222946"/>
                      <a:gd name="connsiteY4" fmla="*/ 169637 h 1318418"/>
                      <a:gd name="connsiteX5" fmla="*/ 20204 w 1222946"/>
                      <a:gd name="connsiteY5" fmla="*/ 1294652 h 1318418"/>
                      <a:gd name="connsiteX6" fmla="*/ 813400 w 1222946"/>
                      <a:gd name="connsiteY6" fmla="*/ 8853 h 1318418"/>
                      <a:gd name="connsiteX7" fmla="*/ 810681 w 1222946"/>
                      <a:gd name="connsiteY7" fmla="*/ 7751 h 1318418"/>
                      <a:gd name="connsiteX8" fmla="*/ 811930 w 1222946"/>
                      <a:gd name="connsiteY8" fmla="*/ 4408 h 1318418"/>
                      <a:gd name="connsiteX9" fmla="*/ 809029 w 1222946"/>
                      <a:gd name="connsiteY9" fmla="*/ 2571 h 1318418"/>
                      <a:gd name="connsiteX10" fmla="*/ 0 w 1222946"/>
                      <a:gd name="connsiteY10" fmla="*/ 1313827 h 1318418"/>
                      <a:gd name="connsiteX11" fmla="*/ 5363 w 1222946"/>
                      <a:gd name="connsiteY11" fmla="*/ 1318418 h 1318418"/>
                      <a:gd name="connsiteX12" fmla="*/ 1222947 w 1222946"/>
                      <a:gd name="connsiteY12" fmla="*/ 167250 h 1318418"/>
                      <a:gd name="connsiteX13" fmla="*/ 810571 w 1222946"/>
                      <a:gd name="connsiteY13" fmla="*/ 0 h 1318418"/>
                      <a:gd name="connsiteX14" fmla="*/ 809029 w 1222946"/>
                      <a:gd name="connsiteY14" fmla="*/ 2571 h 1318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2946" h="1318418">
                        <a:moveTo>
                          <a:pt x="809029" y="2571"/>
                        </a:moveTo>
                        <a:lnTo>
                          <a:pt x="811930" y="4408"/>
                        </a:lnTo>
                        <a:lnTo>
                          <a:pt x="814980" y="6245"/>
                        </a:lnTo>
                        <a:lnTo>
                          <a:pt x="813400" y="8853"/>
                        </a:lnTo>
                        <a:lnTo>
                          <a:pt x="1210016" y="169637"/>
                        </a:lnTo>
                        <a:lnTo>
                          <a:pt x="20204" y="1294652"/>
                        </a:lnTo>
                        <a:lnTo>
                          <a:pt x="813400" y="8853"/>
                        </a:lnTo>
                        <a:lnTo>
                          <a:pt x="810681" y="7751"/>
                        </a:lnTo>
                        <a:lnTo>
                          <a:pt x="811930" y="4408"/>
                        </a:lnTo>
                        <a:lnTo>
                          <a:pt x="809029" y="2571"/>
                        </a:lnTo>
                        <a:lnTo>
                          <a:pt x="0" y="1313827"/>
                        </a:lnTo>
                        <a:lnTo>
                          <a:pt x="5363" y="1318418"/>
                        </a:lnTo>
                        <a:lnTo>
                          <a:pt x="1222947" y="167250"/>
                        </a:lnTo>
                        <a:lnTo>
                          <a:pt x="810571" y="0"/>
                        </a:lnTo>
                        <a:lnTo>
                          <a:pt x="809029" y="257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15" name="Freeform: Shape 3014">
                    <a:extLst>
                      <a:ext uri="{FF2B5EF4-FFF2-40B4-BE49-F238E27FC236}">
                        <a16:creationId xmlns:a16="http://schemas.microsoft.com/office/drawing/2014/main" id="{93CEE16F-2E13-ED53-6AC1-BBFBDF31FD7F}"/>
                      </a:ext>
                    </a:extLst>
                  </p:cNvPr>
                  <p:cNvSpPr/>
                  <p:nvPr/>
                </p:nvSpPr>
                <p:spPr>
                  <a:xfrm>
                    <a:off x="5536578" y="3085096"/>
                    <a:ext cx="15465" cy="16787"/>
                  </a:xfrm>
                  <a:custGeom>
                    <a:avLst/>
                    <a:gdLst>
                      <a:gd name="connsiteX0" fmla="*/ 10359 w 15465"/>
                      <a:gd name="connsiteY0" fmla="*/ 0 h 16787"/>
                      <a:gd name="connsiteX1" fmla="*/ 0 w 15465"/>
                      <a:gd name="connsiteY1" fmla="*/ 16787 h 16787"/>
                      <a:gd name="connsiteX2" fmla="*/ 15465 w 15465"/>
                      <a:gd name="connsiteY2" fmla="*/ 4812 h 16787"/>
                      <a:gd name="connsiteX3" fmla="*/ 13261 w 15465"/>
                      <a:gd name="connsiteY3" fmla="*/ 1837 h 16787"/>
                      <a:gd name="connsiteX4" fmla="*/ 10359 w 15465"/>
                      <a:gd name="connsiteY4" fmla="*/ 0 h 16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65" h="16787">
                        <a:moveTo>
                          <a:pt x="10359" y="0"/>
                        </a:moveTo>
                        <a:lnTo>
                          <a:pt x="0" y="16787"/>
                        </a:lnTo>
                        <a:lnTo>
                          <a:pt x="15465" y="4812"/>
                        </a:lnTo>
                        <a:lnTo>
                          <a:pt x="13261" y="1837"/>
                        </a:lnTo>
                        <a:lnTo>
                          <a:pt x="10359"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16" name="Freeform: Shape 3015">
                    <a:extLst>
                      <a:ext uri="{FF2B5EF4-FFF2-40B4-BE49-F238E27FC236}">
                        <a16:creationId xmlns:a16="http://schemas.microsoft.com/office/drawing/2014/main" id="{61EB7912-A163-156D-3C99-D53B70997949}"/>
                      </a:ext>
                    </a:extLst>
                  </p:cNvPr>
                  <p:cNvSpPr/>
                  <p:nvPr/>
                </p:nvSpPr>
                <p:spPr>
                  <a:xfrm>
                    <a:off x="4732435" y="3244595"/>
                    <a:ext cx="1631391" cy="1239513"/>
                  </a:xfrm>
                  <a:custGeom>
                    <a:avLst/>
                    <a:gdLst>
                      <a:gd name="connsiteX0" fmla="*/ 1219494 w 1631391"/>
                      <a:gd name="connsiteY0" fmla="*/ 3710 h 1239513"/>
                      <a:gd name="connsiteX1" fmla="*/ 1221955 w 1631391"/>
                      <a:gd name="connsiteY1" fmla="*/ 6282 h 1239513"/>
                      <a:gd name="connsiteX2" fmla="*/ 1224416 w 1631391"/>
                      <a:gd name="connsiteY2" fmla="*/ 8853 h 1239513"/>
                      <a:gd name="connsiteX3" fmla="*/ 1220302 w 1631391"/>
                      <a:gd name="connsiteY3" fmla="*/ 12710 h 1239513"/>
                      <a:gd name="connsiteX4" fmla="*/ 1621473 w 1631391"/>
                      <a:gd name="connsiteY4" fmla="*/ 1231800 h 1239513"/>
                      <a:gd name="connsiteX5" fmla="*/ 16934 w 1631391"/>
                      <a:gd name="connsiteY5" fmla="*/ 1150655 h 1239513"/>
                      <a:gd name="connsiteX6" fmla="*/ 1220302 w 1631391"/>
                      <a:gd name="connsiteY6" fmla="*/ 12710 h 1239513"/>
                      <a:gd name="connsiteX7" fmla="*/ 1218576 w 1631391"/>
                      <a:gd name="connsiteY7" fmla="*/ 7384 h 1239513"/>
                      <a:gd name="connsiteX8" fmla="*/ 1221955 w 1631391"/>
                      <a:gd name="connsiteY8" fmla="*/ 6282 h 1239513"/>
                      <a:gd name="connsiteX9" fmla="*/ 1219494 w 1631391"/>
                      <a:gd name="connsiteY9" fmla="*/ 3710 h 1239513"/>
                      <a:gd name="connsiteX10" fmla="*/ 0 w 1631391"/>
                      <a:gd name="connsiteY10" fmla="*/ 1156899 h 1239513"/>
                      <a:gd name="connsiteX11" fmla="*/ 1631392 w 1631391"/>
                      <a:gd name="connsiteY11" fmla="*/ 1239514 h 1239513"/>
                      <a:gd name="connsiteX12" fmla="*/ 1223571 w 1631391"/>
                      <a:gd name="connsiteY12" fmla="*/ 0 h 1239513"/>
                      <a:gd name="connsiteX13" fmla="*/ 1219494 w 1631391"/>
                      <a:gd name="connsiteY13" fmla="*/ 3710 h 1239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1391" h="1239513">
                        <a:moveTo>
                          <a:pt x="1219494" y="3710"/>
                        </a:moveTo>
                        <a:lnTo>
                          <a:pt x="1221955" y="6282"/>
                        </a:lnTo>
                        <a:lnTo>
                          <a:pt x="1224416" y="8853"/>
                        </a:lnTo>
                        <a:lnTo>
                          <a:pt x="1220302" y="12710"/>
                        </a:lnTo>
                        <a:lnTo>
                          <a:pt x="1621473" y="1231800"/>
                        </a:lnTo>
                        <a:lnTo>
                          <a:pt x="16934" y="1150655"/>
                        </a:lnTo>
                        <a:lnTo>
                          <a:pt x="1220302" y="12710"/>
                        </a:lnTo>
                        <a:lnTo>
                          <a:pt x="1218576" y="7384"/>
                        </a:lnTo>
                        <a:lnTo>
                          <a:pt x="1221955" y="6282"/>
                        </a:lnTo>
                        <a:lnTo>
                          <a:pt x="1219494" y="3710"/>
                        </a:lnTo>
                        <a:lnTo>
                          <a:pt x="0" y="1156899"/>
                        </a:lnTo>
                        <a:lnTo>
                          <a:pt x="1631392" y="1239514"/>
                        </a:lnTo>
                        <a:lnTo>
                          <a:pt x="1223571" y="0"/>
                        </a:lnTo>
                        <a:lnTo>
                          <a:pt x="1219494" y="371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17" name="Freeform: Shape 3016">
                    <a:extLst>
                      <a:ext uri="{FF2B5EF4-FFF2-40B4-BE49-F238E27FC236}">
                        <a16:creationId xmlns:a16="http://schemas.microsoft.com/office/drawing/2014/main" id="{F55B4ED1-ADF7-C458-C73A-5A115572BD05}"/>
                      </a:ext>
                    </a:extLst>
                  </p:cNvPr>
                  <p:cNvSpPr/>
                  <p:nvPr/>
                </p:nvSpPr>
                <p:spPr>
                  <a:xfrm>
                    <a:off x="5951011" y="3250877"/>
                    <a:ext cx="5840" cy="6428"/>
                  </a:xfrm>
                  <a:custGeom>
                    <a:avLst/>
                    <a:gdLst>
                      <a:gd name="connsiteX0" fmla="*/ 0 w 5840"/>
                      <a:gd name="connsiteY0" fmla="*/ 1102 h 6428"/>
                      <a:gd name="connsiteX1" fmla="*/ 1726 w 5840"/>
                      <a:gd name="connsiteY1" fmla="*/ 6428 h 6428"/>
                      <a:gd name="connsiteX2" fmla="*/ 5841 w 5840"/>
                      <a:gd name="connsiteY2" fmla="*/ 2571 h 6428"/>
                      <a:gd name="connsiteX3" fmla="*/ 3379 w 5840"/>
                      <a:gd name="connsiteY3" fmla="*/ 0 h 6428"/>
                      <a:gd name="connsiteX4" fmla="*/ 0 w 5840"/>
                      <a:gd name="connsiteY4" fmla="*/ 1102 h 6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0" h="6428">
                        <a:moveTo>
                          <a:pt x="0" y="1102"/>
                        </a:moveTo>
                        <a:lnTo>
                          <a:pt x="1726" y="6428"/>
                        </a:lnTo>
                        <a:lnTo>
                          <a:pt x="5841" y="2571"/>
                        </a:lnTo>
                        <a:lnTo>
                          <a:pt x="3379" y="0"/>
                        </a:lnTo>
                        <a:lnTo>
                          <a:pt x="0" y="110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18" name="Freeform: Shape 3017">
                    <a:extLst>
                      <a:ext uri="{FF2B5EF4-FFF2-40B4-BE49-F238E27FC236}">
                        <a16:creationId xmlns:a16="http://schemas.microsoft.com/office/drawing/2014/main" id="{06F67CCB-F459-68FD-A798-9BFD6600E86A}"/>
                      </a:ext>
                    </a:extLst>
                  </p:cNvPr>
                  <p:cNvSpPr/>
                  <p:nvPr/>
                </p:nvSpPr>
                <p:spPr>
                  <a:xfrm>
                    <a:off x="2227730" y="1691777"/>
                    <a:ext cx="5326" cy="5363"/>
                  </a:xfrm>
                  <a:custGeom>
                    <a:avLst/>
                    <a:gdLst>
                      <a:gd name="connsiteX0" fmla="*/ 0 w 5326"/>
                      <a:gd name="connsiteY0" fmla="*/ 3894 h 5363"/>
                      <a:gd name="connsiteX1" fmla="*/ 4224 w 5326"/>
                      <a:gd name="connsiteY1" fmla="*/ 5363 h 5363"/>
                      <a:gd name="connsiteX2" fmla="*/ 5326 w 5326"/>
                      <a:gd name="connsiteY2" fmla="*/ 1837 h 5363"/>
                      <a:gd name="connsiteX3" fmla="*/ 2351 w 5326"/>
                      <a:gd name="connsiteY3" fmla="*/ 0 h 5363"/>
                      <a:gd name="connsiteX4" fmla="*/ 0 w 5326"/>
                      <a:gd name="connsiteY4" fmla="*/ 3894 h 5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6" h="5363">
                        <a:moveTo>
                          <a:pt x="0" y="3894"/>
                        </a:moveTo>
                        <a:lnTo>
                          <a:pt x="4224" y="5363"/>
                        </a:lnTo>
                        <a:lnTo>
                          <a:pt x="5326" y="1837"/>
                        </a:lnTo>
                        <a:lnTo>
                          <a:pt x="2351" y="0"/>
                        </a:lnTo>
                        <a:lnTo>
                          <a:pt x="0" y="389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19" name="Freeform: Shape 3018">
                    <a:extLst>
                      <a:ext uri="{FF2B5EF4-FFF2-40B4-BE49-F238E27FC236}">
                        <a16:creationId xmlns:a16="http://schemas.microsoft.com/office/drawing/2014/main" id="{E565D7DA-184B-8ADB-B8CA-7DEF92A3AC8B}"/>
                      </a:ext>
                    </a:extLst>
                  </p:cNvPr>
                  <p:cNvSpPr/>
                  <p:nvPr/>
                </p:nvSpPr>
                <p:spPr>
                  <a:xfrm>
                    <a:off x="6356003" y="4480252"/>
                    <a:ext cx="6171" cy="7383"/>
                  </a:xfrm>
                  <a:custGeom>
                    <a:avLst/>
                    <a:gdLst>
                      <a:gd name="connsiteX0" fmla="*/ 0 w 6171"/>
                      <a:gd name="connsiteY0" fmla="*/ 2020 h 7383"/>
                      <a:gd name="connsiteX1" fmla="*/ 3710 w 6171"/>
                      <a:gd name="connsiteY1" fmla="*/ 7383 h 7383"/>
                      <a:gd name="connsiteX2" fmla="*/ 6171 w 6171"/>
                      <a:gd name="connsiteY2" fmla="*/ 1469 h 7383"/>
                      <a:gd name="connsiteX3" fmla="*/ 2902 w 6171"/>
                      <a:gd name="connsiteY3" fmla="*/ 0 h 7383"/>
                      <a:gd name="connsiteX4" fmla="*/ 0 w 6171"/>
                      <a:gd name="connsiteY4" fmla="*/ 2020 h 7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71" h="7383">
                        <a:moveTo>
                          <a:pt x="0" y="2020"/>
                        </a:moveTo>
                        <a:lnTo>
                          <a:pt x="3710" y="7383"/>
                        </a:lnTo>
                        <a:lnTo>
                          <a:pt x="6171" y="1469"/>
                        </a:lnTo>
                        <a:lnTo>
                          <a:pt x="2902" y="0"/>
                        </a:lnTo>
                        <a:lnTo>
                          <a:pt x="0" y="202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20" name="Freeform: Shape 3019">
                    <a:extLst>
                      <a:ext uri="{FF2B5EF4-FFF2-40B4-BE49-F238E27FC236}">
                        <a16:creationId xmlns:a16="http://schemas.microsoft.com/office/drawing/2014/main" id="{E7293C58-0CD2-4F19-8C44-F588479B5EE4}"/>
                      </a:ext>
                    </a:extLst>
                  </p:cNvPr>
                  <p:cNvSpPr/>
                  <p:nvPr/>
                </p:nvSpPr>
                <p:spPr>
                  <a:xfrm>
                    <a:off x="6111391" y="4473052"/>
                    <a:ext cx="822510" cy="833309"/>
                  </a:xfrm>
                  <a:custGeom>
                    <a:avLst/>
                    <a:gdLst>
                      <a:gd name="connsiteX0" fmla="*/ 244244 w 822510"/>
                      <a:gd name="connsiteY0" fmla="*/ 5914 h 833309"/>
                      <a:gd name="connsiteX1" fmla="*/ 247513 w 822510"/>
                      <a:gd name="connsiteY1" fmla="*/ 7200 h 833309"/>
                      <a:gd name="connsiteX2" fmla="*/ 250783 w 822510"/>
                      <a:gd name="connsiteY2" fmla="*/ 8669 h 833309"/>
                      <a:gd name="connsiteX3" fmla="*/ 248322 w 822510"/>
                      <a:gd name="connsiteY3" fmla="*/ 14583 h 833309"/>
                      <a:gd name="connsiteX4" fmla="*/ 805025 w 822510"/>
                      <a:gd name="connsiteY4" fmla="*/ 820380 h 833309"/>
                      <a:gd name="connsiteX5" fmla="*/ 9625 w 822510"/>
                      <a:gd name="connsiteY5" fmla="*/ 578670 h 833309"/>
                      <a:gd name="connsiteX6" fmla="*/ 248322 w 822510"/>
                      <a:gd name="connsiteY6" fmla="*/ 14583 h 833309"/>
                      <a:gd name="connsiteX7" fmla="*/ 244612 w 822510"/>
                      <a:gd name="connsiteY7" fmla="*/ 9220 h 833309"/>
                      <a:gd name="connsiteX8" fmla="*/ 247513 w 822510"/>
                      <a:gd name="connsiteY8" fmla="*/ 7200 h 833309"/>
                      <a:gd name="connsiteX9" fmla="*/ 244244 w 822510"/>
                      <a:gd name="connsiteY9" fmla="*/ 5914 h 833309"/>
                      <a:gd name="connsiteX10" fmla="*/ 0 w 822510"/>
                      <a:gd name="connsiteY10" fmla="*/ 583262 h 833309"/>
                      <a:gd name="connsiteX11" fmla="*/ 822510 w 822510"/>
                      <a:gd name="connsiteY11" fmla="*/ 833310 h 833309"/>
                      <a:gd name="connsiteX12" fmla="*/ 246816 w 822510"/>
                      <a:gd name="connsiteY12" fmla="*/ 0 h 833309"/>
                      <a:gd name="connsiteX13" fmla="*/ 244244 w 822510"/>
                      <a:gd name="connsiteY13" fmla="*/ 5914 h 833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22510" h="833309">
                        <a:moveTo>
                          <a:pt x="244244" y="5914"/>
                        </a:moveTo>
                        <a:lnTo>
                          <a:pt x="247513" y="7200"/>
                        </a:lnTo>
                        <a:lnTo>
                          <a:pt x="250783" y="8669"/>
                        </a:lnTo>
                        <a:lnTo>
                          <a:pt x="248322" y="14583"/>
                        </a:lnTo>
                        <a:lnTo>
                          <a:pt x="805025" y="820380"/>
                        </a:lnTo>
                        <a:lnTo>
                          <a:pt x="9625" y="578670"/>
                        </a:lnTo>
                        <a:lnTo>
                          <a:pt x="248322" y="14583"/>
                        </a:lnTo>
                        <a:lnTo>
                          <a:pt x="244612" y="9220"/>
                        </a:lnTo>
                        <a:lnTo>
                          <a:pt x="247513" y="7200"/>
                        </a:lnTo>
                        <a:lnTo>
                          <a:pt x="244244" y="5914"/>
                        </a:lnTo>
                        <a:lnTo>
                          <a:pt x="0" y="583262"/>
                        </a:lnTo>
                        <a:lnTo>
                          <a:pt x="822510" y="833310"/>
                        </a:lnTo>
                        <a:lnTo>
                          <a:pt x="246816" y="0"/>
                        </a:lnTo>
                        <a:lnTo>
                          <a:pt x="244244" y="591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21" name="Freeform: Shape 3020">
                    <a:extLst>
                      <a:ext uri="{FF2B5EF4-FFF2-40B4-BE49-F238E27FC236}">
                        <a16:creationId xmlns:a16="http://schemas.microsoft.com/office/drawing/2014/main" id="{E6E68DAA-D3BB-C66C-D578-B2FEB1D18420}"/>
                      </a:ext>
                    </a:extLst>
                  </p:cNvPr>
                  <p:cNvSpPr/>
                  <p:nvPr/>
                </p:nvSpPr>
                <p:spPr>
                  <a:xfrm>
                    <a:off x="1099924" y="3742671"/>
                    <a:ext cx="4077" cy="4224"/>
                  </a:xfrm>
                  <a:custGeom>
                    <a:avLst/>
                    <a:gdLst>
                      <a:gd name="connsiteX0" fmla="*/ 0 w 4077"/>
                      <a:gd name="connsiteY0" fmla="*/ 3490 h 4224"/>
                      <a:gd name="connsiteX1" fmla="*/ 4078 w 4077"/>
                      <a:gd name="connsiteY1" fmla="*/ 4224 h 4224"/>
                      <a:gd name="connsiteX2" fmla="*/ 4078 w 4077"/>
                      <a:gd name="connsiteY2" fmla="*/ 0 h 4224"/>
                      <a:gd name="connsiteX3" fmla="*/ 514 w 4077"/>
                      <a:gd name="connsiteY3" fmla="*/ 0 h 4224"/>
                      <a:gd name="connsiteX4" fmla="*/ 0 w 4077"/>
                      <a:gd name="connsiteY4" fmla="*/ 3490 h 4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 h="4224">
                        <a:moveTo>
                          <a:pt x="0" y="3490"/>
                        </a:moveTo>
                        <a:lnTo>
                          <a:pt x="4078" y="4224"/>
                        </a:lnTo>
                        <a:lnTo>
                          <a:pt x="4078" y="0"/>
                        </a:lnTo>
                        <a:lnTo>
                          <a:pt x="514" y="0"/>
                        </a:lnTo>
                        <a:lnTo>
                          <a:pt x="0" y="349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22" name="Freeform: Shape 3021">
                    <a:extLst>
                      <a:ext uri="{FF2B5EF4-FFF2-40B4-BE49-F238E27FC236}">
                        <a16:creationId xmlns:a16="http://schemas.microsoft.com/office/drawing/2014/main" id="{A8A6B36C-DB0A-055D-54FB-A5EC4F2C3F58}"/>
                      </a:ext>
                    </a:extLst>
                  </p:cNvPr>
                  <p:cNvSpPr/>
                  <p:nvPr/>
                </p:nvSpPr>
                <p:spPr>
                  <a:xfrm>
                    <a:off x="2229493" y="1689757"/>
                    <a:ext cx="741621" cy="584327"/>
                  </a:xfrm>
                  <a:custGeom>
                    <a:avLst/>
                    <a:gdLst>
                      <a:gd name="connsiteX0" fmla="*/ 0 w 741621"/>
                      <a:gd name="connsiteY0" fmla="*/ 3857 h 584327"/>
                      <a:gd name="connsiteX1" fmla="*/ 3563 w 741621"/>
                      <a:gd name="connsiteY1" fmla="*/ 3857 h 584327"/>
                      <a:gd name="connsiteX2" fmla="*/ 6980 w 741621"/>
                      <a:gd name="connsiteY2" fmla="*/ 3857 h 584327"/>
                      <a:gd name="connsiteX3" fmla="*/ 6980 w 741621"/>
                      <a:gd name="connsiteY3" fmla="*/ 7935 h 584327"/>
                      <a:gd name="connsiteX4" fmla="*/ 721675 w 741621"/>
                      <a:gd name="connsiteY4" fmla="*/ 88308 h 584327"/>
                      <a:gd name="connsiteX5" fmla="*/ 6980 w 741621"/>
                      <a:gd name="connsiteY5" fmla="*/ 570882 h 584327"/>
                      <a:gd name="connsiteX6" fmla="*/ 6980 w 741621"/>
                      <a:gd name="connsiteY6" fmla="*/ 7935 h 584327"/>
                      <a:gd name="connsiteX7" fmla="*/ 3123 w 741621"/>
                      <a:gd name="connsiteY7" fmla="*/ 7384 h 584327"/>
                      <a:gd name="connsiteX8" fmla="*/ 3563 w 741621"/>
                      <a:gd name="connsiteY8" fmla="*/ 3857 h 584327"/>
                      <a:gd name="connsiteX9" fmla="*/ 0 w 741621"/>
                      <a:gd name="connsiteY9" fmla="*/ 3857 h 584327"/>
                      <a:gd name="connsiteX10" fmla="*/ 0 w 741621"/>
                      <a:gd name="connsiteY10" fmla="*/ 584327 h 584327"/>
                      <a:gd name="connsiteX11" fmla="*/ 741622 w 741621"/>
                      <a:gd name="connsiteY11" fmla="*/ 83533 h 584327"/>
                      <a:gd name="connsiteX12" fmla="*/ 0 w 741621"/>
                      <a:gd name="connsiteY12" fmla="*/ 0 h 584327"/>
                      <a:gd name="connsiteX13" fmla="*/ 0 w 741621"/>
                      <a:gd name="connsiteY13" fmla="*/ 3857 h 584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1621" h="584327">
                        <a:moveTo>
                          <a:pt x="0" y="3857"/>
                        </a:moveTo>
                        <a:lnTo>
                          <a:pt x="3563" y="3857"/>
                        </a:lnTo>
                        <a:lnTo>
                          <a:pt x="6980" y="3857"/>
                        </a:lnTo>
                        <a:lnTo>
                          <a:pt x="6980" y="7935"/>
                        </a:lnTo>
                        <a:lnTo>
                          <a:pt x="721675" y="88308"/>
                        </a:lnTo>
                        <a:lnTo>
                          <a:pt x="6980" y="570882"/>
                        </a:lnTo>
                        <a:lnTo>
                          <a:pt x="6980" y="7935"/>
                        </a:lnTo>
                        <a:lnTo>
                          <a:pt x="3123" y="7384"/>
                        </a:lnTo>
                        <a:lnTo>
                          <a:pt x="3563" y="3857"/>
                        </a:lnTo>
                        <a:lnTo>
                          <a:pt x="0" y="3857"/>
                        </a:lnTo>
                        <a:lnTo>
                          <a:pt x="0" y="584327"/>
                        </a:lnTo>
                        <a:lnTo>
                          <a:pt x="741622" y="83533"/>
                        </a:lnTo>
                        <a:lnTo>
                          <a:pt x="0" y="0"/>
                        </a:lnTo>
                        <a:lnTo>
                          <a:pt x="0" y="385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23" name="Freeform: Shape 3022">
                    <a:extLst>
                      <a:ext uri="{FF2B5EF4-FFF2-40B4-BE49-F238E27FC236}">
                        <a16:creationId xmlns:a16="http://schemas.microsoft.com/office/drawing/2014/main" id="{D9F643F8-4EB8-CA84-234A-A0556F746335}"/>
                      </a:ext>
                    </a:extLst>
                  </p:cNvPr>
                  <p:cNvSpPr/>
                  <p:nvPr/>
                </p:nvSpPr>
                <p:spPr>
                  <a:xfrm>
                    <a:off x="2232616" y="1693614"/>
                    <a:ext cx="3857" cy="4077"/>
                  </a:xfrm>
                  <a:custGeom>
                    <a:avLst/>
                    <a:gdLst>
                      <a:gd name="connsiteX0" fmla="*/ 0 w 3857"/>
                      <a:gd name="connsiteY0" fmla="*/ 3527 h 4077"/>
                      <a:gd name="connsiteX1" fmla="*/ 3857 w 3857"/>
                      <a:gd name="connsiteY1" fmla="*/ 4078 h 4077"/>
                      <a:gd name="connsiteX2" fmla="*/ 3857 w 3857"/>
                      <a:gd name="connsiteY2" fmla="*/ 0 h 4077"/>
                      <a:gd name="connsiteX3" fmla="*/ 441 w 3857"/>
                      <a:gd name="connsiteY3" fmla="*/ 0 h 4077"/>
                      <a:gd name="connsiteX4" fmla="*/ 0 w 3857"/>
                      <a:gd name="connsiteY4" fmla="*/ 3527 h 4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7" h="4077">
                        <a:moveTo>
                          <a:pt x="0" y="3527"/>
                        </a:moveTo>
                        <a:lnTo>
                          <a:pt x="3857" y="4078"/>
                        </a:lnTo>
                        <a:lnTo>
                          <a:pt x="3857" y="0"/>
                        </a:lnTo>
                        <a:lnTo>
                          <a:pt x="441" y="0"/>
                        </a:lnTo>
                        <a:lnTo>
                          <a:pt x="0" y="352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24" name="Freeform: Shape 3023">
                    <a:extLst>
                      <a:ext uri="{FF2B5EF4-FFF2-40B4-BE49-F238E27FC236}">
                        <a16:creationId xmlns:a16="http://schemas.microsoft.com/office/drawing/2014/main" id="{76E7B11C-EDAF-E6FE-0DB5-00C90CAA8EA9}"/>
                      </a:ext>
                    </a:extLst>
                  </p:cNvPr>
                  <p:cNvSpPr/>
                  <p:nvPr/>
                </p:nvSpPr>
                <p:spPr>
                  <a:xfrm>
                    <a:off x="2550622" y="2837620"/>
                    <a:ext cx="6061" cy="5179"/>
                  </a:xfrm>
                  <a:custGeom>
                    <a:avLst/>
                    <a:gdLst>
                      <a:gd name="connsiteX0" fmla="*/ 3086 w 6061"/>
                      <a:gd name="connsiteY0" fmla="*/ 5179 h 5179"/>
                      <a:gd name="connsiteX1" fmla="*/ 6061 w 6061"/>
                      <a:gd name="connsiteY1" fmla="*/ 3526 h 5179"/>
                      <a:gd name="connsiteX2" fmla="*/ 6061 w 6061"/>
                      <a:gd name="connsiteY2" fmla="*/ 0 h 5179"/>
                      <a:gd name="connsiteX3" fmla="*/ 0 w 6061"/>
                      <a:gd name="connsiteY3" fmla="*/ 0 h 5179"/>
                      <a:gd name="connsiteX4" fmla="*/ 3086 w 6061"/>
                      <a:gd name="connsiteY4" fmla="*/ 5179 h 5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1" h="5179">
                        <a:moveTo>
                          <a:pt x="3086" y="5179"/>
                        </a:moveTo>
                        <a:lnTo>
                          <a:pt x="6061" y="3526"/>
                        </a:lnTo>
                        <a:lnTo>
                          <a:pt x="6061" y="0"/>
                        </a:lnTo>
                        <a:lnTo>
                          <a:pt x="0" y="0"/>
                        </a:lnTo>
                        <a:lnTo>
                          <a:pt x="3086" y="517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25" name="Freeform: Shape 3024">
                    <a:extLst>
                      <a:ext uri="{FF2B5EF4-FFF2-40B4-BE49-F238E27FC236}">
                        <a16:creationId xmlns:a16="http://schemas.microsoft.com/office/drawing/2014/main" id="{A8780ACE-8D87-F459-9E71-9BDF030A5751}"/>
                      </a:ext>
                    </a:extLst>
                  </p:cNvPr>
                  <p:cNvSpPr/>
                  <p:nvPr/>
                </p:nvSpPr>
                <p:spPr>
                  <a:xfrm>
                    <a:off x="2229714" y="2265635"/>
                    <a:ext cx="332919" cy="579000"/>
                  </a:xfrm>
                  <a:custGeom>
                    <a:avLst/>
                    <a:gdLst>
                      <a:gd name="connsiteX0" fmla="*/ 326969 w 332919"/>
                      <a:gd name="connsiteY0" fmla="*/ 575511 h 579000"/>
                      <a:gd name="connsiteX1" fmla="*/ 323994 w 332919"/>
                      <a:gd name="connsiteY1" fmla="*/ 577164 h 579000"/>
                      <a:gd name="connsiteX2" fmla="*/ 320908 w 332919"/>
                      <a:gd name="connsiteY2" fmla="*/ 571985 h 579000"/>
                      <a:gd name="connsiteX3" fmla="*/ 167764 w 332919"/>
                      <a:gd name="connsiteY3" fmla="*/ 571985 h 579000"/>
                      <a:gd name="connsiteX4" fmla="*/ 14694 w 332919"/>
                      <a:gd name="connsiteY4" fmla="*/ 29130 h 579000"/>
                      <a:gd name="connsiteX5" fmla="*/ 320908 w 332919"/>
                      <a:gd name="connsiteY5" fmla="*/ 571985 h 579000"/>
                      <a:gd name="connsiteX6" fmla="*/ 326969 w 332919"/>
                      <a:gd name="connsiteY6" fmla="*/ 571985 h 579000"/>
                      <a:gd name="connsiteX7" fmla="*/ 326969 w 332919"/>
                      <a:gd name="connsiteY7" fmla="*/ 575511 h 579000"/>
                      <a:gd name="connsiteX8" fmla="*/ 329944 w 332919"/>
                      <a:gd name="connsiteY8" fmla="*/ 573858 h 579000"/>
                      <a:gd name="connsiteX9" fmla="*/ 6318 w 332919"/>
                      <a:gd name="connsiteY9" fmla="*/ 0 h 579000"/>
                      <a:gd name="connsiteX10" fmla="*/ 0 w 332919"/>
                      <a:gd name="connsiteY10" fmla="*/ 2755 h 579000"/>
                      <a:gd name="connsiteX11" fmla="*/ 162401 w 332919"/>
                      <a:gd name="connsiteY11" fmla="*/ 579001 h 579000"/>
                      <a:gd name="connsiteX12" fmla="*/ 332920 w 332919"/>
                      <a:gd name="connsiteY12" fmla="*/ 579001 h 579000"/>
                      <a:gd name="connsiteX13" fmla="*/ 329944 w 332919"/>
                      <a:gd name="connsiteY13" fmla="*/ 573858 h 579000"/>
                      <a:gd name="connsiteX14" fmla="*/ 326969 w 332919"/>
                      <a:gd name="connsiteY14" fmla="*/ 575511 h 57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2919" h="579000">
                        <a:moveTo>
                          <a:pt x="326969" y="575511"/>
                        </a:moveTo>
                        <a:lnTo>
                          <a:pt x="323994" y="577164"/>
                        </a:lnTo>
                        <a:lnTo>
                          <a:pt x="320908" y="571985"/>
                        </a:lnTo>
                        <a:lnTo>
                          <a:pt x="167764" y="571985"/>
                        </a:lnTo>
                        <a:lnTo>
                          <a:pt x="14694" y="29130"/>
                        </a:lnTo>
                        <a:lnTo>
                          <a:pt x="320908" y="571985"/>
                        </a:lnTo>
                        <a:lnTo>
                          <a:pt x="326969" y="571985"/>
                        </a:lnTo>
                        <a:lnTo>
                          <a:pt x="326969" y="575511"/>
                        </a:lnTo>
                        <a:lnTo>
                          <a:pt x="329944" y="573858"/>
                        </a:lnTo>
                        <a:lnTo>
                          <a:pt x="6318" y="0"/>
                        </a:lnTo>
                        <a:lnTo>
                          <a:pt x="0" y="2755"/>
                        </a:lnTo>
                        <a:lnTo>
                          <a:pt x="162401" y="579001"/>
                        </a:lnTo>
                        <a:lnTo>
                          <a:pt x="332920" y="579001"/>
                        </a:lnTo>
                        <a:lnTo>
                          <a:pt x="329944" y="573858"/>
                        </a:lnTo>
                        <a:lnTo>
                          <a:pt x="326969" y="57551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26" name="Freeform: Shape 3025">
                    <a:extLst>
                      <a:ext uri="{FF2B5EF4-FFF2-40B4-BE49-F238E27FC236}">
                        <a16:creationId xmlns:a16="http://schemas.microsoft.com/office/drawing/2014/main" id="{2521ADDC-45A9-14C0-1F80-1413C3521D60}"/>
                      </a:ext>
                    </a:extLst>
                  </p:cNvPr>
                  <p:cNvSpPr/>
                  <p:nvPr/>
                </p:nvSpPr>
                <p:spPr>
                  <a:xfrm>
                    <a:off x="1739756" y="2262292"/>
                    <a:ext cx="660623" cy="585649"/>
                  </a:xfrm>
                  <a:custGeom>
                    <a:avLst/>
                    <a:gdLst>
                      <a:gd name="connsiteX0" fmla="*/ 491611 w 660623"/>
                      <a:gd name="connsiteY0" fmla="*/ 1873 h 585649"/>
                      <a:gd name="connsiteX1" fmla="*/ 493300 w 660623"/>
                      <a:gd name="connsiteY1" fmla="*/ 4996 h 585649"/>
                      <a:gd name="connsiteX2" fmla="*/ 494843 w 660623"/>
                      <a:gd name="connsiteY2" fmla="*/ 8302 h 585649"/>
                      <a:gd name="connsiteX3" fmla="*/ 491096 w 660623"/>
                      <a:gd name="connsiteY3" fmla="*/ 10138 h 585649"/>
                      <a:gd name="connsiteX4" fmla="*/ 649420 w 660623"/>
                      <a:gd name="connsiteY4" fmla="*/ 572021 h 585649"/>
                      <a:gd name="connsiteX5" fmla="*/ 15722 w 660623"/>
                      <a:gd name="connsiteY5" fmla="*/ 250966 h 585649"/>
                      <a:gd name="connsiteX6" fmla="*/ 491096 w 660623"/>
                      <a:gd name="connsiteY6" fmla="*/ 10138 h 585649"/>
                      <a:gd name="connsiteX7" fmla="*/ 489958 w 660623"/>
                      <a:gd name="connsiteY7" fmla="*/ 6098 h 585649"/>
                      <a:gd name="connsiteX8" fmla="*/ 493300 w 660623"/>
                      <a:gd name="connsiteY8" fmla="*/ 4996 h 585649"/>
                      <a:gd name="connsiteX9" fmla="*/ 491611 w 660623"/>
                      <a:gd name="connsiteY9" fmla="*/ 1873 h 585649"/>
                      <a:gd name="connsiteX10" fmla="*/ 0 w 660623"/>
                      <a:gd name="connsiteY10" fmla="*/ 250966 h 585649"/>
                      <a:gd name="connsiteX11" fmla="*/ 660624 w 660623"/>
                      <a:gd name="connsiteY11" fmla="*/ 585649 h 585649"/>
                      <a:gd name="connsiteX12" fmla="*/ 495468 w 660623"/>
                      <a:gd name="connsiteY12" fmla="*/ 0 h 585649"/>
                      <a:gd name="connsiteX13" fmla="*/ 491611 w 660623"/>
                      <a:gd name="connsiteY13" fmla="*/ 1873 h 58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0623" h="585649">
                        <a:moveTo>
                          <a:pt x="491611" y="1873"/>
                        </a:moveTo>
                        <a:lnTo>
                          <a:pt x="493300" y="4996"/>
                        </a:lnTo>
                        <a:lnTo>
                          <a:pt x="494843" y="8302"/>
                        </a:lnTo>
                        <a:lnTo>
                          <a:pt x="491096" y="10138"/>
                        </a:lnTo>
                        <a:lnTo>
                          <a:pt x="649420" y="572021"/>
                        </a:lnTo>
                        <a:lnTo>
                          <a:pt x="15722" y="250966"/>
                        </a:lnTo>
                        <a:lnTo>
                          <a:pt x="491096" y="10138"/>
                        </a:lnTo>
                        <a:lnTo>
                          <a:pt x="489958" y="6098"/>
                        </a:lnTo>
                        <a:lnTo>
                          <a:pt x="493300" y="4996"/>
                        </a:lnTo>
                        <a:lnTo>
                          <a:pt x="491611" y="1873"/>
                        </a:lnTo>
                        <a:lnTo>
                          <a:pt x="0" y="250966"/>
                        </a:lnTo>
                        <a:lnTo>
                          <a:pt x="660624" y="585649"/>
                        </a:lnTo>
                        <a:lnTo>
                          <a:pt x="495468" y="0"/>
                        </a:lnTo>
                        <a:lnTo>
                          <a:pt x="491611" y="187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27" name="Freeform: Shape 3026">
                    <a:extLst>
                      <a:ext uri="{FF2B5EF4-FFF2-40B4-BE49-F238E27FC236}">
                        <a16:creationId xmlns:a16="http://schemas.microsoft.com/office/drawing/2014/main" id="{A2CEAAD7-0A5F-908E-DB5B-39EC54902B31}"/>
                      </a:ext>
                    </a:extLst>
                  </p:cNvPr>
                  <p:cNvSpPr/>
                  <p:nvPr/>
                </p:nvSpPr>
                <p:spPr>
                  <a:xfrm>
                    <a:off x="2229714" y="2267288"/>
                    <a:ext cx="4885" cy="5142"/>
                  </a:xfrm>
                  <a:custGeom>
                    <a:avLst/>
                    <a:gdLst>
                      <a:gd name="connsiteX0" fmla="*/ 0 w 4885"/>
                      <a:gd name="connsiteY0" fmla="*/ 1102 h 5142"/>
                      <a:gd name="connsiteX1" fmla="*/ 1139 w 4885"/>
                      <a:gd name="connsiteY1" fmla="*/ 5143 h 5142"/>
                      <a:gd name="connsiteX2" fmla="*/ 4886 w 4885"/>
                      <a:gd name="connsiteY2" fmla="*/ 3306 h 5142"/>
                      <a:gd name="connsiteX3" fmla="*/ 3343 w 4885"/>
                      <a:gd name="connsiteY3" fmla="*/ 0 h 5142"/>
                      <a:gd name="connsiteX4" fmla="*/ 0 w 4885"/>
                      <a:gd name="connsiteY4" fmla="*/ 1102 h 5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5" h="5142">
                        <a:moveTo>
                          <a:pt x="0" y="1102"/>
                        </a:moveTo>
                        <a:lnTo>
                          <a:pt x="1139" y="5143"/>
                        </a:lnTo>
                        <a:lnTo>
                          <a:pt x="4886" y="3306"/>
                        </a:lnTo>
                        <a:lnTo>
                          <a:pt x="3343" y="0"/>
                        </a:lnTo>
                        <a:lnTo>
                          <a:pt x="0" y="110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28" name="Freeform: Shape 3027">
                    <a:extLst>
                      <a:ext uri="{FF2B5EF4-FFF2-40B4-BE49-F238E27FC236}">
                        <a16:creationId xmlns:a16="http://schemas.microsoft.com/office/drawing/2014/main" id="{AC03C1DF-F9FF-3A73-DE12-9B1612D73301}"/>
                      </a:ext>
                    </a:extLst>
                  </p:cNvPr>
                  <p:cNvSpPr/>
                  <p:nvPr/>
                </p:nvSpPr>
                <p:spPr>
                  <a:xfrm>
                    <a:off x="2229493" y="1693614"/>
                    <a:ext cx="6538" cy="12930"/>
                  </a:xfrm>
                  <a:custGeom>
                    <a:avLst/>
                    <a:gdLst>
                      <a:gd name="connsiteX0" fmla="*/ 0 w 6538"/>
                      <a:gd name="connsiteY0" fmla="*/ 0 h 12930"/>
                      <a:gd name="connsiteX1" fmla="*/ 0 w 6538"/>
                      <a:gd name="connsiteY1" fmla="*/ 12930 h 12930"/>
                      <a:gd name="connsiteX2" fmla="*/ 6539 w 6538"/>
                      <a:gd name="connsiteY2" fmla="*/ 1873 h 12930"/>
                      <a:gd name="connsiteX3" fmla="*/ 3563 w 6538"/>
                      <a:gd name="connsiteY3" fmla="*/ 0 h 12930"/>
                      <a:gd name="connsiteX4" fmla="*/ 0 w 6538"/>
                      <a:gd name="connsiteY4" fmla="*/ 0 h 1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8" h="12930">
                        <a:moveTo>
                          <a:pt x="0" y="0"/>
                        </a:moveTo>
                        <a:lnTo>
                          <a:pt x="0" y="12930"/>
                        </a:lnTo>
                        <a:lnTo>
                          <a:pt x="6539" y="1873"/>
                        </a:lnTo>
                        <a:lnTo>
                          <a:pt x="3563" y="0"/>
                        </a:lnTo>
                        <a:lnTo>
                          <a:pt x="0"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29" name="Freeform: Shape 3028">
                    <a:extLst>
                      <a:ext uri="{FF2B5EF4-FFF2-40B4-BE49-F238E27FC236}">
                        <a16:creationId xmlns:a16="http://schemas.microsoft.com/office/drawing/2014/main" id="{A2DD6A42-9A14-C1BF-EECE-44B80D407EC6}"/>
                      </a:ext>
                    </a:extLst>
                  </p:cNvPr>
                  <p:cNvSpPr/>
                  <p:nvPr/>
                </p:nvSpPr>
                <p:spPr>
                  <a:xfrm>
                    <a:off x="1738434" y="1680720"/>
                    <a:ext cx="498039" cy="841244"/>
                  </a:xfrm>
                  <a:custGeom>
                    <a:avLst/>
                    <a:gdLst>
                      <a:gd name="connsiteX0" fmla="*/ 494623 w 498039"/>
                      <a:gd name="connsiteY0" fmla="*/ 12894 h 841244"/>
                      <a:gd name="connsiteX1" fmla="*/ 497598 w 498039"/>
                      <a:gd name="connsiteY1" fmla="*/ 14767 h 841244"/>
                      <a:gd name="connsiteX2" fmla="*/ 491060 w 498039"/>
                      <a:gd name="connsiteY2" fmla="*/ 25824 h 841244"/>
                      <a:gd name="connsiteX3" fmla="*/ 491060 w 498039"/>
                      <a:gd name="connsiteY3" fmla="*/ 584364 h 841244"/>
                      <a:gd name="connsiteX4" fmla="*/ 18514 w 498039"/>
                      <a:gd name="connsiteY4" fmla="*/ 823906 h 841244"/>
                      <a:gd name="connsiteX5" fmla="*/ 491060 w 498039"/>
                      <a:gd name="connsiteY5" fmla="*/ 25824 h 841244"/>
                      <a:gd name="connsiteX6" fmla="*/ 491060 w 498039"/>
                      <a:gd name="connsiteY6" fmla="*/ 12894 h 841244"/>
                      <a:gd name="connsiteX7" fmla="*/ 494623 w 498039"/>
                      <a:gd name="connsiteY7" fmla="*/ 12894 h 841244"/>
                      <a:gd name="connsiteX8" fmla="*/ 491647 w 498039"/>
                      <a:gd name="connsiteY8" fmla="*/ 11057 h 841244"/>
                      <a:gd name="connsiteX9" fmla="*/ 0 w 498039"/>
                      <a:gd name="connsiteY9" fmla="*/ 841244 h 841244"/>
                      <a:gd name="connsiteX10" fmla="*/ 498039 w 498039"/>
                      <a:gd name="connsiteY10" fmla="*/ 588955 h 841244"/>
                      <a:gd name="connsiteX11" fmla="*/ 498039 w 498039"/>
                      <a:gd name="connsiteY11" fmla="*/ 0 h 841244"/>
                      <a:gd name="connsiteX12" fmla="*/ 491647 w 498039"/>
                      <a:gd name="connsiteY12" fmla="*/ 11057 h 841244"/>
                      <a:gd name="connsiteX13" fmla="*/ 494623 w 498039"/>
                      <a:gd name="connsiteY13" fmla="*/ 12894 h 841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8039" h="841244">
                        <a:moveTo>
                          <a:pt x="494623" y="12894"/>
                        </a:moveTo>
                        <a:lnTo>
                          <a:pt x="497598" y="14767"/>
                        </a:lnTo>
                        <a:lnTo>
                          <a:pt x="491060" y="25824"/>
                        </a:lnTo>
                        <a:lnTo>
                          <a:pt x="491060" y="584364"/>
                        </a:lnTo>
                        <a:lnTo>
                          <a:pt x="18514" y="823906"/>
                        </a:lnTo>
                        <a:lnTo>
                          <a:pt x="491060" y="25824"/>
                        </a:lnTo>
                        <a:lnTo>
                          <a:pt x="491060" y="12894"/>
                        </a:lnTo>
                        <a:lnTo>
                          <a:pt x="494623" y="12894"/>
                        </a:lnTo>
                        <a:lnTo>
                          <a:pt x="491647" y="11057"/>
                        </a:lnTo>
                        <a:lnTo>
                          <a:pt x="0" y="841244"/>
                        </a:lnTo>
                        <a:lnTo>
                          <a:pt x="498039" y="588955"/>
                        </a:lnTo>
                        <a:lnTo>
                          <a:pt x="498039" y="0"/>
                        </a:lnTo>
                        <a:lnTo>
                          <a:pt x="491647" y="11057"/>
                        </a:lnTo>
                        <a:lnTo>
                          <a:pt x="494623" y="1289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30" name="Freeform: Shape 3029">
                    <a:extLst>
                      <a:ext uri="{FF2B5EF4-FFF2-40B4-BE49-F238E27FC236}">
                        <a16:creationId xmlns:a16="http://schemas.microsoft.com/office/drawing/2014/main" id="{2F2A76A5-1B68-CC32-7C07-A96B254AB395}"/>
                      </a:ext>
                    </a:extLst>
                  </p:cNvPr>
                  <p:cNvSpPr/>
                  <p:nvPr/>
                </p:nvSpPr>
                <p:spPr>
                  <a:xfrm>
                    <a:off x="2714418" y="1763886"/>
                    <a:ext cx="820012" cy="1495476"/>
                  </a:xfrm>
                  <a:custGeom>
                    <a:avLst/>
                    <a:gdLst>
                      <a:gd name="connsiteX0" fmla="*/ 243289 w 820012"/>
                      <a:gd name="connsiteY0" fmla="*/ 10873 h 1495476"/>
                      <a:gd name="connsiteX1" fmla="*/ 246705 w 820012"/>
                      <a:gd name="connsiteY1" fmla="*/ 11792 h 1495476"/>
                      <a:gd name="connsiteX2" fmla="*/ 250122 w 820012"/>
                      <a:gd name="connsiteY2" fmla="*/ 12710 h 1495476"/>
                      <a:gd name="connsiteX3" fmla="*/ 247440 w 820012"/>
                      <a:gd name="connsiteY3" fmla="*/ 23620 h 1495476"/>
                      <a:gd name="connsiteX4" fmla="*/ 805980 w 820012"/>
                      <a:gd name="connsiteY4" fmla="*/ 1478689 h 1495476"/>
                      <a:gd name="connsiteX5" fmla="*/ 8082 w 820012"/>
                      <a:gd name="connsiteY5" fmla="*/ 993727 h 1495476"/>
                      <a:gd name="connsiteX6" fmla="*/ 247440 w 820012"/>
                      <a:gd name="connsiteY6" fmla="*/ 23620 h 1495476"/>
                      <a:gd name="connsiteX7" fmla="*/ 243362 w 820012"/>
                      <a:gd name="connsiteY7" fmla="*/ 13077 h 1495476"/>
                      <a:gd name="connsiteX8" fmla="*/ 246705 w 820012"/>
                      <a:gd name="connsiteY8" fmla="*/ 11792 h 1495476"/>
                      <a:gd name="connsiteX9" fmla="*/ 243289 w 820012"/>
                      <a:gd name="connsiteY9" fmla="*/ 10873 h 1495476"/>
                      <a:gd name="connsiteX10" fmla="*/ 0 w 820012"/>
                      <a:gd name="connsiteY10" fmla="*/ 997033 h 1495476"/>
                      <a:gd name="connsiteX11" fmla="*/ 820012 w 820012"/>
                      <a:gd name="connsiteY11" fmla="*/ 1495476 h 1495476"/>
                      <a:gd name="connsiteX12" fmla="*/ 245897 w 820012"/>
                      <a:gd name="connsiteY12" fmla="*/ 0 h 1495476"/>
                      <a:gd name="connsiteX13" fmla="*/ 243289 w 820012"/>
                      <a:gd name="connsiteY13" fmla="*/ 10873 h 1495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20012" h="1495476">
                        <a:moveTo>
                          <a:pt x="243289" y="10873"/>
                        </a:moveTo>
                        <a:lnTo>
                          <a:pt x="246705" y="11792"/>
                        </a:lnTo>
                        <a:lnTo>
                          <a:pt x="250122" y="12710"/>
                        </a:lnTo>
                        <a:lnTo>
                          <a:pt x="247440" y="23620"/>
                        </a:lnTo>
                        <a:lnTo>
                          <a:pt x="805980" y="1478689"/>
                        </a:lnTo>
                        <a:lnTo>
                          <a:pt x="8082" y="993727"/>
                        </a:lnTo>
                        <a:lnTo>
                          <a:pt x="247440" y="23620"/>
                        </a:lnTo>
                        <a:lnTo>
                          <a:pt x="243362" y="13077"/>
                        </a:lnTo>
                        <a:lnTo>
                          <a:pt x="246705" y="11792"/>
                        </a:lnTo>
                        <a:lnTo>
                          <a:pt x="243289" y="10873"/>
                        </a:lnTo>
                        <a:lnTo>
                          <a:pt x="0" y="997033"/>
                        </a:lnTo>
                        <a:lnTo>
                          <a:pt x="820012" y="1495476"/>
                        </a:lnTo>
                        <a:lnTo>
                          <a:pt x="245897" y="0"/>
                        </a:lnTo>
                        <a:lnTo>
                          <a:pt x="243289" y="1087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31" name="Freeform: Shape 3030">
                    <a:extLst>
                      <a:ext uri="{FF2B5EF4-FFF2-40B4-BE49-F238E27FC236}">
                        <a16:creationId xmlns:a16="http://schemas.microsoft.com/office/drawing/2014/main" id="{33E6E59A-F2CA-515C-C710-D0CC28145266}"/>
                      </a:ext>
                    </a:extLst>
                  </p:cNvPr>
                  <p:cNvSpPr/>
                  <p:nvPr/>
                </p:nvSpPr>
                <p:spPr>
                  <a:xfrm>
                    <a:off x="2957781" y="1775678"/>
                    <a:ext cx="6759" cy="11828"/>
                  </a:xfrm>
                  <a:custGeom>
                    <a:avLst/>
                    <a:gdLst>
                      <a:gd name="connsiteX0" fmla="*/ 0 w 6759"/>
                      <a:gd name="connsiteY0" fmla="*/ 1286 h 11828"/>
                      <a:gd name="connsiteX1" fmla="*/ 4077 w 6759"/>
                      <a:gd name="connsiteY1" fmla="*/ 11828 h 11828"/>
                      <a:gd name="connsiteX2" fmla="*/ 6759 w 6759"/>
                      <a:gd name="connsiteY2" fmla="*/ 918 h 11828"/>
                      <a:gd name="connsiteX3" fmla="*/ 3343 w 6759"/>
                      <a:gd name="connsiteY3" fmla="*/ 0 h 11828"/>
                      <a:gd name="connsiteX4" fmla="*/ 0 w 6759"/>
                      <a:gd name="connsiteY4" fmla="*/ 1286 h 11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9" h="11828">
                        <a:moveTo>
                          <a:pt x="0" y="1286"/>
                        </a:moveTo>
                        <a:lnTo>
                          <a:pt x="4077" y="11828"/>
                        </a:lnTo>
                        <a:lnTo>
                          <a:pt x="6759" y="918"/>
                        </a:lnTo>
                        <a:lnTo>
                          <a:pt x="3343" y="0"/>
                        </a:lnTo>
                        <a:lnTo>
                          <a:pt x="0" y="128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32" name="Freeform: Shape 3031">
                    <a:extLst>
                      <a:ext uri="{FF2B5EF4-FFF2-40B4-BE49-F238E27FC236}">
                        <a16:creationId xmlns:a16="http://schemas.microsoft.com/office/drawing/2014/main" id="{42101AB3-40A5-CAD3-90B5-50EACEB39E0D}"/>
                      </a:ext>
                    </a:extLst>
                  </p:cNvPr>
                  <p:cNvSpPr/>
                  <p:nvPr/>
                </p:nvSpPr>
                <p:spPr>
                  <a:xfrm>
                    <a:off x="2955540" y="1774759"/>
                    <a:ext cx="7567" cy="9073"/>
                  </a:xfrm>
                  <a:custGeom>
                    <a:avLst/>
                    <a:gdLst>
                      <a:gd name="connsiteX0" fmla="*/ 2167 w 7567"/>
                      <a:gd name="connsiteY0" fmla="*/ 0 h 9073"/>
                      <a:gd name="connsiteX1" fmla="*/ 0 w 7567"/>
                      <a:gd name="connsiteY1" fmla="*/ 9073 h 9073"/>
                      <a:gd name="connsiteX2" fmla="*/ 7567 w 7567"/>
                      <a:gd name="connsiteY2" fmla="*/ 3857 h 9073"/>
                      <a:gd name="connsiteX3" fmla="*/ 5583 w 7567"/>
                      <a:gd name="connsiteY3" fmla="*/ 918 h 9073"/>
                      <a:gd name="connsiteX4" fmla="*/ 2167 w 7567"/>
                      <a:gd name="connsiteY4" fmla="*/ 0 h 9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7" h="9073">
                        <a:moveTo>
                          <a:pt x="2167" y="0"/>
                        </a:moveTo>
                        <a:lnTo>
                          <a:pt x="0" y="9073"/>
                        </a:lnTo>
                        <a:lnTo>
                          <a:pt x="7567" y="3857"/>
                        </a:lnTo>
                        <a:lnTo>
                          <a:pt x="5583" y="918"/>
                        </a:lnTo>
                        <a:lnTo>
                          <a:pt x="2167"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33" name="Freeform: Shape 3032">
                    <a:extLst>
                      <a:ext uri="{FF2B5EF4-FFF2-40B4-BE49-F238E27FC236}">
                        <a16:creationId xmlns:a16="http://schemas.microsoft.com/office/drawing/2014/main" id="{69A60278-9156-0DAA-88E6-AFDA8841A30E}"/>
                      </a:ext>
                    </a:extLst>
                  </p:cNvPr>
                  <p:cNvSpPr/>
                  <p:nvPr/>
                </p:nvSpPr>
                <p:spPr>
                  <a:xfrm>
                    <a:off x="2227510" y="1767559"/>
                    <a:ext cx="739234" cy="998539"/>
                  </a:xfrm>
                  <a:custGeom>
                    <a:avLst/>
                    <a:gdLst>
                      <a:gd name="connsiteX0" fmla="*/ 733614 w 739234"/>
                      <a:gd name="connsiteY0" fmla="*/ 8118 h 998539"/>
                      <a:gd name="connsiteX1" fmla="*/ 735598 w 739234"/>
                      <a:gd name="connsiteY1" fmla="*/ 11057 h 998539"/>
                      <a:gd name="connsiteX2" fmla="*/ 728030 w 739234"/>
                      <a:gd name="connsiteY2" fmla="*/ 16273 h 998539"/>
                      <a:gd name="connsiteX3" fmla="*/ 488929 w 739234"/>
                      <a:gd name="connsiteY3" fmla="*/ 984691 h 998539"/>
                      <a:gd name="connsiteX4" fmla="*/ 10983 w 739234"/>
                      <a:gd name="connsiteY4" fmla="*/ 500280 h 998539"/>
                      <a:gd name="connsiteX5" fmla="*/ 728030 w 739234"/>
                      <a:gd name="connsiteY5" fmla="*/ 16273 h 998539"/>
                      <a:gd name="connsiteX6" fmla="*/ 730197 w 739234"/>
                      <a:gd name="connsiteY6" fmla="*/ 7200 h 998539"/>
                      <a:gd name="connsiteX7" fmla="*/ 733614 w 739234"/>
                      <a:gd name="connsiteY7" fmla="*/ 8118 h 998539"/>
                      <a:gd name="connsiteX8" fmla="*/ 731740 w 739234"/>
                      <a:gd name="connsiteY8" fmla="*/ 5180 h 998539"/>
                      <a:gd name="connsiteX9" fmla="*/ 0 w 739234"/>
                      <a:gd name="connsiteY9" fmla="*/ 499178 h 998539"/>
                      <a:gd name="connsiteX10" fmla="*/ 492859 w 739234"/>
                      <a:gd name="connsiteY10" fmla="*/ 998539 h 998539"/>
                      <a:gd name="connsiteX11" fmla="*/ 739234 w 739234"/>
                      <a:gd name="connsiteY11" fmla="*/ 0 h 998539"/>
                      <a:gd name="connsiteX12" fmla="*/ 731740 w 739234"/>
                      <a:gd name="connsiteY12" fmla="*/ 5180 h 998539"/>
                      <a:gd name="connsiteX13" fmla="*/ 733614 w 739234"/>
                      <a:gd name="connsiteY13" fmla="*/ 8118 h 99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39234" h="998539">
                        <a:moveTo>
                          <a:pt x="733614" y="8118"/>
                        </a:moveTo>
                        <a:lnTo>
                          <a:pt x="735598" y="11057"/>
                        </a:lnTo>
                        <a:lnTo>
                          <a:pt x="728030" y="16273"/>
                        </a:lnTo>
                        <a:lnTo>
                          <a:pt x="488929" y="984691"/>
                        </a:lnTo>
                        <a:lnTo>
                          <a:pt x="10983" y="500280"/>
                        </a:lnTo>
                        <a:lnTo>
                          <a:pt x="728030" y="16273"/>
                        </a:lnTo>
                        <a:lnTo>
                          <a:pt x="730197" y="7200"/>
                        </a:lnTo>
                        <a:lnTo>
                          <a:pt x="733614" y="8118"/>
                        </a:lnTo>
                        <a:lnTo>
                          <a:pt x="731740" y="5180"/>
                        </a:lnTo>
                        <a:lnTo>
                          <a:pt x="0" y="499178"/>
                        </a:lnTo>
                        <a:lnTo>
                          <a:pt x="492859" y="998539"/>
                        </a:lnTo>
                        <a:lnTo>
                          <a:pt x="739234" y="0"/>
                        </a:lnTo>
                        <a:lnTo>
                          <a:pt x="731740" y="5180"/>
                        </a:lnTo>
                        <a:lnTo>
                          <a:pt x="733614" y="811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34" name="Freeform: Shape 3033">
                    <a:extLst>
                      <a:ext uri="{FF2B5EF4-FFF2-40B4-BE49-F238E27FC236}">
                        <a16:creationId xmlns:a16="http://schemas.microsoft.com/office/drawing/2014/main" id="{53370F00-F735-740F-88AC-839FEAEBBF81}"/>
                      </a:ext>
                    </a:extLst>
                  </p:cNvPr>
                  <p:cNvSpPr/>
                  <p:nvPr/>
                </p:nvSpPr>
                <p:spPr>
                  <a:xfrm>
                    <a:off x="2230081" y="2264900"/>
                    <a:ext cx="494218" cy="580837"/>
                  </a:xfrm>
                  <a:custGeom>
                    <a:avLst/>
                    <a:gdLst>
                      <a:gd name="connsiteX0" fmla="*/ 488341 w 494218"/>
                      <a:gd name="connsiteY0" fmla="*/ 494366 h 580837"/>
                      <a:gd name="connsiteX1" fmla="*/ 485843 w 494218"/>
                      <a:gd name="connsiteY1" fmla="*/ 496753 h 580837"/>
                      <a:gd name="connsiteX2" fmla="*/ 482354 w 494218"/>
                      <a:gd name="connsiteY2" fmla="*/ 493264 h 580837"/>
                      <a:gd name="connsiteX3" fmla="*/ 327961 w 494218"/>
                      <a:gd name="connsiteY3" fmla="*/ 571617 h 580837"/>
                      <a:gd name="connsiteX4" fmla="*/ 19065 w 494218"/>
                      <a:gd name="connsiteY4" fmla="*/ 23987 h 580837"/>
                      <a:gd name="connsiteX5" fmla="*/ 482354 w 494218"/>
                      <a:gd name="connsiteY5" fmla="*/ 493264 h 580837"/>
                      <a:gd name="connsiteX6" fmla="*/ 486725 w 494218"/>
                      <a:gd name="connsiteY6" fmla="*/ 491060 h 580837"/>
                      <a:gd name="connsiteX7" fmla="*/ 488341 w 494218"/>
                      <a:gd name="connsiteY7" fmla="*/ 494366 h 580837"/>
                      <a:gd name="connsiteX8" fmla="*/ 490729 w 494218"/>
                      <a:gd name="connsiteY8" fmla="*/ 491794 h 580837"/>
                      <a:gd name="connsiteX9" fmla="*/ 5437 w 494218"/>
                      <a:gd name="connsiteY9" fmla="*/ 0 h 580837"/>
                      <a:gd name="connsiteX10" fmla="*/ 0 w 494218"/>
                      <a:gd name="connsiteY10" fmla="*/ 4224 h 580837"/>
                      <a:gd name="connsiteX11" fmla="*/ 325206 w 494218"/>
                      <a:gd name="connsiteY11" fmla="*/ 580837 h 580837"/>
                      <a:gd name="connsiteX12" fmla="*/ 494219 w 494218"/>
                      <a:gd name="connsiteY12" fmla="*/ 495284 h 580837"/>
                      <a:gd name="connsiteX13" fmla="*/ 490729 w 494218"/>
                      <a:gd name="connsiteY13" fmla="*/ 491794 h 580837"/>
                      <a:gd name="connsiteX14" fmla="*/ 488341 w 494218"/>
                      <a:gd name="connsiteY14" fmla="*/ 494366 h 580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4218" h="580837">
                        <a:moveTo>
                          <a:pt x="488341" y="494366"/>
                        </a:moveTo>
                        <a:lnTo>
                          <a:pt x="485843" y="496753"/>
                        </a:lnTo>
                        <a:lnTo>
                          <a:pt x="482354" y="493264"/>
                        </a:lnTo>
                        <a:lnTo>
                          <a:pt x="327961" y="571617"/>
                        </a:lnTo>
                        <a:lnTo>
                          <a:pt x="19065" y="23987"/>
                        </a:lnTo>
                        <a:lnTo>
                          <a:pt x="482354" y="493264"/>
                        </a:lnTo>
                        <a:lnTo>
                          <a:pt x="486725" y="491060"/>
                        </a:lnTo>
                        <a:lnTo>
                          <a:pt x="488341" y="494366"/>
                        </a:lnTo>
                        <a:lnTo>
                          <a:pt x="490729" y="491794"/>
                        </a:lnTo>
                        <a:lnTo>
                          <a:pt x="5437" y="0"/>
                        </a:lnTo>
                        <a:lnTo>
                          <a:pt x="0" y="4224"/>
                        </a:lnTo>
                        <a:lnTo>
                          <a:pt x="325206" y="580837"/>
                        </a:lnTo>
                        <a:lnTo>
                          <a:pt x="494219" y="495284"/>
                        </a:lnTo>
                        <a:lnTo>
                          <a:pt x="490729" y="491794"/>
                        </a:lnTo>
                        <a:lnTo>
                          <a:pt x="488341" y="49436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35" name="Freeform: Shape 3034">
                    <a:extLst>
                      <a:ext uri="{FF2B5EF4-FFF2-40B4-BE49-F238E27FC236}">
                        <a16:creationId xmlns:a16="http://schemas.microsoft.com/office/drawing/2014/main" id="{362F65AB-455F-BFDE-D732-119EF346471B}"/>
                      </a:ext>
                    </a:extLst>
                  </p:cNvPr>
                  <p:cNvSpPr/>
                  <p:nvPr/>
                </p:nvSpPr>
                <p:spPr>
                  <a:xfrm>
                    <a:off x="2712435" y="2755960"/>
                    <a:ext cx="5987" cy="5693"/>
                  </a:xfrm>
                  <a:custGeom>
                    <a:avLst/>
                    <a:gdLst>
                      <a:gd name="connsiteX0" fmla="*/ 0 w 5987"/>
                      <a:gd name="connsiteY0" fmla="*/ 2204 h 5693"/>
                      <a:gd name="connsiteX1" fmla="*/ 3490 w 5987"/>
                      <a:gd name="connsiteY1" fmla="*/ 5694 h 5693"/>
                      <a:gd name="connsiteX2" fmla="*/ 5988 w 5987"/>
                      <a:gd name="connsiteY2" fmla="*/ 3306 h 5693"/>
                      <a:gd name="connsiteX3" fmla="*/ 4371 w 5987"/>
                      <a:gd name="connsiteY3" fmla="*/ 0 h 5693"/>
                      <a:gd name="connsiteX4" fmla="*/ 0 w 5987"/>
                      <a:gd name="connsiteY4" fmla="*/ 2204 h 5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87" h="5693">
                        <a:moveTo>
                          <a:pt x="0" y="2204"/>
                        </a:moveTo>
                        <a:lnTo>
                          <a:pt x="3490" y="5694"/>
                        </a:lnTo>
                        <a:lnTo>
                          <a:pt x="5988" y="3306"/>
                        </a:lnTo>
                        <a:lnTo>
                          <a:pt x="4371" y="0"/>
                        </a:lnTo>
                        <a:lnTo>
                          <a:pt x="0" y="220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36" name="Freeform: Shape 3035">
                    <a:extLst>
                      <a:ext uri="{FF2B5EF4-FFF2-40B4-BE49-F238E27FC236}">
                        <a16:creationId xmlns:a16="http://schemas.microsoft.com/office/drawing/2014/main" id="{5DCB20E6-BB97-5B69-2499-7950164D25BC}"/>
                      </a:ext>
                    </a:extLst>
                  </p:cNvPr>
                  <p:cNvSpPr/>
                  <p:nvPr/>
                </p:nvSpPr>
                <p:spPr>
                  <a:xfrm>
                    <a:off x="5527394" y="3084178"/>
                    <a:ext cx="23730" cy="15648"/>
                  </a:xfrm>
                  <a:custGeom>
                    <a:avLst/>
                    <a:gdLst>
                      <a:gd name="connsiteX0" fmla="*/ 20388 w 23730"/>
                      <a:gd name="connsiteY0" fmla="*/ 0 h 15648"/>
                      <a:gd name="connsiteX1" fmla="*/ 0 w 23730"/>
                      <a:gd name="connsiteY1" fmla="*/ 15649 h 15648"/>
                      <a:gd name="connsiteX2" fmla="*/ 23730 w 23730"/>
                      <a:gd name="connsiteY2" fmla="*/ 6098 h 15648"/>
                      <a:gd name="connsiteX3" fmla="*/ 22444 w 23730"/>
                      <a:gd name="connsiteY3" fmla="*/ 2755 h 15648"/>
                      <a:gd name="connsiteX4" fmla="*/ 20388 w 23730"/>
                      <a:gd name="connsiteY4" fmla="*/ 0 h 156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30" h="15648">
                        <a:moveTo>
                          <a:pt x="20388" y="0"/>
                        </a:moveTo>
                        <a:lnTo>
                          <a:pt x="0" y="15649"/>
                        </a:lnTo>
                        <a:lnTo>
                          <a:pt x="23730" y="6098"/>
                        </a:lnTo>
                        <a:lnTo>
                          <a:pt x="22444" y="2755"/>
                        </a:lnTo>
                        <a:lnTo>
                          <a:pt x="20388"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37" name="Freeform: Shape 3036">
                    <a:extLst>
                      <a:ext uri="{FF2B5EF4-FFF2-40B4-BE49-F238E27FC236}">
                        <a16:creationId xmlns:a16="http://schemas.microsoft.com/office/drawing/2014/main" id="{6F4960D4-8A1D-64A9-3448-4F7FF377F003}"/>
                      </a:ext>
                    </a:extLst>
                  </p:cNvPr>
                  <p:cNvSpPr/>
                  <p:nvPr/>
                </p:nvSpPr>
                <p:spPr>
                  <a:xfrm>
                    <a:off x="3040800" y="3738226"/>
                    <a:ext cx="1140332" cy="418216"/>
                  </a:xfrm>
                  <a:custGeom>
                    <a:avLst/>
                    <a:gdLst>
                      <a:gd name="connsiteX0" fmla="*/ 889880 w 1140332"/>
                      <a:gd name="connsiteY0" fmla="*/ 1102 h 418216"/>
                      <a:gd name="connsiteX1" fmla="*/ 891129 w 1140332"/>
                      <a:gd name="connsiteY1" fmla="*/ 4445 h 418216"/>
                      <a:gd name="connsiteX2" fmla="*/ 892341 w 1140332"/>
                      <a:gd name="connsiteY2" fmla="*/ 7751 h 418216"/>
                      <a:gd name="connsiteX3" fmla="*/ 889513 w 1140332"/>
                      <a:gd name="connsiteY3" fmla="*/ 8853 h 418216"/>
                      <a:gd name="connsiteX4" fmla="*/ 1127329 w 1140332"/>
                      <a:gd name="connsiteY4" fmla="*/ 410098 h 418216"/>
                      <a:gd name="connsiteX5" fmla="*/ 18036 w 1140332"/>
                      <a:gd name="connsiteY5" fmla="*/ 329871 h 418216"/>
                      <a:gd name="connsiteX6" fmla="*/ 889513 w 1140332"/>
                      <a:gd name="connsiteY6" fmla="*/ 8853 h 418216"/>
                      <a:gd name="connsiteX7" fmla="*/ 888044 w 1140332"/>
                      <a:gd name="connsiteY7" fmla="*/ 6282 h 418216"/>
                      <a:gd name="connsiteX8" fmla="*/ 891129 w 1140332"/>
                      <a:gd name="connsiteY8" fmla="*/ 4445 h 418216"/>
                      <a:gd name="connsiteX9" fmla="*/ 889880 w 1140332"/>
                      <a:gd name="connsiteY9" fmla="*/ 1102 h 418216"/>
                      <a:gd name="connsiteX10" fmla="*/ 0 w 1140332"/>
                      <a:gd name="connsiteY10" fmla="*/ 328953 h 418216"/>
                      <a:gd name="connsiteX11" fmla="*/ 1029 w 1140332"/>
                      <a:gd name="connsiteY11" fmla="*/ 335822 h 418216"/>
                      <a:gd name="connsiteX12" fmla="*/ 1140332 w 1140332"/>
                      <a:gd name="connsiteY12" fmla="*/ 418216 h 418216"/>
                      <a:gd name="connsiteX13" fmla="*/ 892599 w 1140332"/>
                      <a:gd name="connsiteY13" fmla="*/ 0 h 418216"/>
                      <a:gd name="connsiteX14" fmla="*/ 889880 w 1140332"/>
                      <a:gd name="connsiteY14" fmla="*/ 1102 h 418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0332" h="418216">
                        <a:moveTo>
                          <a:pt x="889880" y="1102"/>
                        </a:moveTo>
                        <a:lnTo>
                          <a:pt x="891129" y="4445"/>
                        </a:lnTo>
                        <a:lnTo>
                          <a:pt x="892341" y="7751"/>
                        </a:lnTo>
                        <a:lnTo>
                          <a:pt x="889513" y="8853"/>
                        </a:lnTo>
                        <a:lnTo>
                          <a:pt x="1127329" y="410098"/>
                        </a:lnTo>
                        <a:lnTo>
                          <a:pt x="18036" y="329871"/>
                        </a:lnTo>
                        <a:lnTo>
                          <a:pt x="889513" y="8853"/>
                        </a:lnTo>
                        <a:lnTo>
                          <a:pt x="888044" y="6282"/>
                        </a:lnTo>
                        <a:lnTo>
                          <a:pt x="891129" y="4445"/>
                        </a:lnTo>
                        <a:lnTo>
                          <a:pt x="889880" y="1102"/>
                        </a:lnTo>
                        <a:lnTo>
                          <a:pt x="0" y="328953"/>
                        </a:lnTo>
                        <a:lnTo>
                          <a:pt x="1029" y="335822"/>
                        </a:lnTo>
                        <a:lnTo>
                          <a:pt x="1140332" y="418216"/>
                        </a:lnTo>
                        <a:lnTo>
                          <a:pt x="892599" y="0"/>
                        </a:lnTo>
                        <a:lnTo>
                          <a:pt x="889880" y="110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38" name="Freeform: Shape 3037">
                    <a:extLst>
                      <a:ext uri="{FF2B5EF4-FFF2-40B4-BE49-F238E27FC236}">
                        <a16:creationId xmlns:a16="http://schemas.microsoft.com/office/drawing/2014/main" id="{4A43B015-B183-3BF5-8679-343BBB040918}"/>
                      </a:ext>
                    </a:extLst>
                  </p:cNvPr>
                  <p:cNvSpPr/>
                  <p:nvPr/>
                </p:nvSpPr>
                <p:spPr>
                  <a:xfrm>
                    <a:off x="3928843" y="3742671"/>
                    <a:ext cx="4297" cy="4408"/>
                  </a:xfrm>
                  <a:custGeom>
                    <a:avLst/>
                    <a:gdLst>
                      <a:gd name="connsiteX0" fmla="*/ 0 w 4297"/>
                      <a:gd name="connsiteY0" fmla="*/ 1837 h 4408"/>
                      <a:gd name="connsiteX1" fmla="*/ 1469 w 4297"/>
                      <a:gd name="connsiteY1" fmla="*/ 4408 h 4408"/>
                      <a:gd name="connsiteX2" fmla="*/ 4298 w 4297"/>
                      <a:gd name="connsiteY2" fmla="*/ 3306 h 4408"/>
                      <a:gd name="connsiteX3" fmla="*/ 3086 w 4297"/>
                      <a:gd name="connsiteY3" fmla="*/ 0 h 4408"/>
                      <a:gd name="connsiteX4" fmla="*/ 0 w 4297"/>
                      <a:gd name="connsiteY4" fmla="*/ 1837 h 4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97" h="4408">
                        <a:moveTo>
                          <a:pt x="0" y="1837"/>
                        </a:moveTo>
                        <a:lnTo>
                          <a:pt x="1469" y="4408"/>
                        </a:lnTo>
                        <a:lnTo>
                          <a:pt x="4298" y="3306"/>
                        </a:lnTo>
                        <a:lnTo>
                          <a:pt x="3086" y="0"/>
                        </a:lnTo>
                        <a:lnTo>
                          <a:pt x="0" y="183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39" name="Freeform: Shape 3038">
                    <a:extLst>
                      <a:ext uri="{FF2B5EF4-FFF2-40B4-BE49-F238E27FC236}">
                        <a16:creationId xmlns:a16="http://schemas.microsoft.com/office/drawing/2014/main" id="{F93E2400-7E68-BC0A-A0B9-02C0BA0747DC}"/>
                      </a:ext>
                    </a:extLst>
                  </p:cNvPr>
                  <p:cNvSpPr/>
                  <p:nvPr/>
                </p:nvSpPr>
                <p:spPr>
                  <a:xfrm>
                    <a:off x="3524255" y="3248672"/>
                    <a:ext cx="410428" cy="496937"/>
                  </a:xfrm>
                  <a:custGeom>
                    <a:avLst/>
                    <a:gdLst>
                      <a:gd name="connsiteX0" fmla="*/ 0 w 410428"/>
                      <a:gd name="connsiteY0" fmla="*/ 3857 h 496937"/>
                      <a:gd name="connsiteX1" fmla="*/ 162327 w 410428"/>
                      <a:gd name="connsiteY1" fmla="*/ 332663 h 496937"/>
                      <a:gd name="connsiteX2" fmla="*/ 405690 w 410428"/>
                      <a:gd name="connsiteY2" fmla="*/ 496937 h 496937"/>
                      <a:gd name="connsiteX3" fmla="*/ 410428 w 410428"/>
                      <a:gd name="connsiteY3" fmla="*/ 491794 h 496937"/>
                      <a:gd name="connsiteX4" fmla="*/ 407673 w 410428"/>
                      <a:gd name="connsiteY4" fmla="*/ 493998 h 496937"/>
                      <a:gd name="connsiteX5" fmla="*/ 404955 w 410428"/>
                      <a:gd name="connsiteY5" fmla="*/ 496386 h 496937"/>
                      <a:gd name="connsiteX6" fmla="*/ 389123 w 410428"/>
                      <a:gd name="connsiteY6" fmla="*/ 477211 h 496937"/>
                      <a:gd name="connsiteX7" fmla="*/ 167801 w 410428"/>
                      <a:gd name="connsiteY7" fmla="*/ 327667 h 496937"/>
                      <a:gd name="connsiteX8" fmla="*/ 19947 w 410428"/>
                      <a:gd name="connsiteY8" fmla="*/ 28212 h 496937"/>
                      <a:gd name="connsiteX9" fmla="*/ 389123 w 410428"/>
                      <a:gd name="connsiteY9" fmla="*/ 477211 h 496937"/>
                      <a:gd name="connsiteX10" fmla="*/ 409694 w 410428"/>
                      <a:gd name="connsiteY10" fmla="*/ 491023 h 496937"/>
                      <a:gd name="connsiteX11" fmla="*/ 407673 w 410428"/>
                      <a:gd name="connsiteY11" fmla="*/ 493998 h 496937"/>
                      <a:gd name="connsiteX12" fmla="*/ 410428 w 410428"/>
                      <a:gd name="connsiteY12" fmla="*/ 491794 h 496937"/>
                      <a:gd name="connsiteX13" fmla="*/ 5914 w 410428"/>
                      <a:gd name="connsiteY13" fmla="*/ 0 h 496937"/>
                      <a:gd name="connsiteX14" fmla="*/ 0 w 410428"/>
                      <a:gd name="connsiteY14" fmla="*/ 3857 h 49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0428" h="496937">
                        <a:moveTo>
                          <a:pt x="0" y="3857"/>
                        </a:moveTo>
                        <a:lnTo>
                          <a:pt x="162327" y="332663"/>
                        </a:lnTo>
                        <a:lnTo>
                          <a:pt x="405690" y="496937"/>
                        </a:lnTo>
                        <a:lnTo>
                          <a:pt x="410428" y="491794"/>
                        </a:lnTo>
                        <a:lnTo>
                          <a:pt x="407673" y="493998"/>
                        </a:lnTo>
                        <a:lnTo>
                          <a:pt x="404955" y="496386"/>
                        </a:lnTo>
                        <a:lnTo>
                          <a:pt x="389123" y="477211"/>
                        </a:lnTo>
                        <a:lnTo>
                          <a:pt x="167801" y="327667"/>
                        </a:lnTo>
                        <a:lnTo>
                          <a:pt x="19947" y="28212"/>
                        </a:lnTo>
                        <a:lnTo>
                          <a:pt x="389123" y="477211"/>
                        </a:lnTo>
                        <a:lnTo>
                          <a:pt x="409694" y="491023"/>
                        </a:lnTo>
                        <a:lnTo>
                          <a:pt x="407673" y="493998"/>
                        </a:lnTo>
                        <a:lnTo>
                          <a:pt x="410428" y="491794"/>
                        </a:lnTo>
                        <a:lnTo>
                          <a:pt x="5914" y="0"/>
                        </a:lnTo>
                        <a:lnTo>
                          <a:pt x="0" y="385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40" name="Freeform: Shape 3039">
                    <a:extLst>
                      <a:ext uri="{FF2B5EF4-FFF2-40B4-BE49-F238E27FC236}">
                        <a16:creationId xmlns:a16="http://schemas.microsoft.com/office/drawing/2014/main" id="{823AF5F1-26EE-2670-3C2F-2476E277CCD6}"/>
                      </a:ext>
                    </a:extLst>
                  </p:cNvPr>
                  <p:cNvSpPr/>
                  <p:nvPr/>
                </p:nvSpPr>
                <p:spPr>
                  <a:xfrm>
                    <a:off x="3913378" y="3725883"/>
                    <a:ext cx="20571" cy="19175"/>
                  </a:xfrm>
                  <a:custGeom>
                    <a:avLst/>
                    <a:gdLst>
                      <a:gd name="connsiteX0" fmla="*/ 15833 w 20571"/>
                      <a:gd name="connsiteY0" fmla="*/ 19175 h 19175"/>
                      <a:gd name="connsiteX1" fmla="*/ 18551 w 20571"/>
                      <a:gd name="connsiteY1" fmla="*/ 16787 h 19175"/>
                      <a:gd name="connsiteX2" fmla="*/ 20571 w 20571"/>
                      <a:gd name="connsiteY2" fmla="*/ 13812 h 19175"/>
                      <a:gd name="connsiteX3" fmla="*/ 0 w 20571"/>
                      <a:gd name="connsiteY3" fmla="*/ 0 h 19175"/>
                      <a:gd name="connsiteX4" fmla="*/ 15833 w 20571"/>
                      <a:gd name="connsiteY4" fmla="*/ 19175 h 19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71" h="19175">
                        <a:moveTo>
                          <a:pt x="15833" y="19175"/>
                        </a:moveTo>
                        <a:lnTo>
                          <a:pt x="18551" y="16787"/>
                        </a:lnTo>
                        <a:lnTo>
                          <a:pt x="20571" y="13812"/>
                        </a:lnTo>
                        <a:lnTo>
                          <a:pt x="0" y="0"/>
                        </a:lnTo>
                        <a:lnTo>
                          <a:pt x="15833" y="1917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41" name="Freeform: Shape 3040">
                    <a:extLst>
                      <a:ext uri="{FF2B5EF4-FFF2-40B4-BE49-F238E27FC236}">
                        <a16:creationId xmlns:a16="http://schemas.microsoft.com/office/drawing/2014/main" id="{F16302BE-758A-96A1-5AE2-983C17B1DF4D}"/>
                      </a:ext>
                    </a:extLst>
                  </p:cNvPr>
                  <p:cNvSpPr/>
                  <p:nvPr/>
                </p:nvSpPr>
                <p:spPr>
                  <a:xfrm>
                    <a:off x="3039918" y="3574503"/>
                    <a:ext cx="899761" cy="499361"/>
                  </a:xfrm>
                  <a:custGeom>
                    <a:avLst/>
                    <a:gdLst>
                      <a:gd name="connsiteX0" fmla="*/ 647252 w 899761"/>
                      <a:gd name="connsiteY0" fmla="*/ 1469 h 499361"/>
                      <a:gd name="connsiteX1" fmla="*/ 649420 w 899761"/>
                      <a:gd name="connsiteY1" fmla="*/ 4224 h 499361"/>
                      <a:gd name="connsiteX2" fmla="*/ 651403 w 899761"/>
                      <a:gd name="connsiteY2" fmla="*/ 7200 h 499361"/>
                      <a:gd name="connsiteX3" fmla="*/ 649420 w 899761"/>
                      <a:gd name="connsiteY3" fmla="*/ 8669 h 499361"/>
                      <a:gd name="connsiteX4" fmla="*/ 884297 w 899761"/>
                      <a:gd name="connsiteY4" fmla="*/ 167250 h 499361"/>
                      <a:gd name="connsiteX5" fmla="*/ 23289 w 899761"/>
                      <a:gd name="connsiteY5" fmla="*/ 484411 h 499361"/>
                      <a:gd name="connsiteX6" fmla="*/ 649420 w 899761"/>
                      <a:gd name="connsiteY6" fmla="*/ 8669 h 499361"/>
                      <a:gd name="connsiteX7" fmla="*/ 647399 w 899761"/>
                      <a:gd name="connsiteY7" fmla="*/ 7384 h 499361"/>
                      <a:gd name="connsiteX8" fmla="*/ 649420 w 899761"/>
                      <a:gd name="connsiteY8" fmla="*/ 4224 h 499361"/>
                      <a:gd name="connsiteX9" fmla="*/ 647252 w 899761"/>
                      <a:gd name="connsiteY9" fmla="*/ 1469 h 499361"/>
                      <a:gd name="connsiteX10" fmla="*/ 0 w 899761"/>
                      <a:gd name="connsiteY10" fmla="*/ 493080 h 499361"/>
                      <a:gd name="connsiteX11" fmla="*/ 3269 w 899761"/>
                      <a:gd name="connsiteY11" fmla="*/ 499361 h 499361"/>
                      <a:gd name="connsiteX12" fmla="*/ 899762 w 899761"/>
                      <a:gd name="connsiteY12" fmla="*/ 169087 h 499361"/>
                      <a:gd name="connsiteX13" fmla="*/ 649236 w 899761"/>
                      <a:gd name="connsiteY13" fmla="*/ 0 h 499361"/>
                      <a:gd name="connsiteX14" fmla="*/ 647252 w 899761"/>
                      <a:gd name="connsiteY14" fmla="*/ 1469 h 499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99761" h="499361">
                        <a:moveTo>
                          <a:pt x="647252" y="1469"/>
                        </a:moveTo>
                        <a:lnTo>
                          <a:pt x="649420" y="4224"/>
                        </a:lnTo>
                        <a:lnTo>
                          <a:pt x="651403" y="7200"/>
                        </a:lnTo>
                        <a:lnTo>
                          <a:pt x="649420" y="8669"/>
                        </a:lnTo>
                        <a:lnTo>
                          <a:pt x="884297" y="167250"/>
                        </a:lnTo>
                        <a:lnTo>
                          <a:pt x="23289" y="484411"/>
                        </a:lnTo>
                        <a:lnTo>
                          <a:pt x="649420" y="8669"/>
                        </a:lnTo>
                        <a:lnTo>
                          <a:pt x="647399" y="7384"/>
                        </a:lnTo>
                        <a:lnTo>
                          <a:pt x="649420" y="4224"/>
                        </a:lnTo>
                        <a:lnTo>
                          <a:pt x="647252" y="1469"/>
                        </a:lnTo>
                        <a:lnTo>
                          <a:pt x="0" y="493080"/>
                        </a:lnTo>
                        <a:lnTo>
                          <a:pt x="3269" y="499361"/>
                        </a:lnTo>
                        <a:lnTo>
                          <a:pt x="899762" y="169087"/>
                        </a:lnTo>
                        <a:lnTo>
                          <a:pt x="649236" y="0"/>
                        </a:lnTo>
                        <a:lnTo>
                          <a:pt x="647252" y="146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42" name="Freeform: Shape 3041">
                    <a:extLst>
                      <a:ext uri="{FF2B5EF4-FFF2-40B4-BE49-F238E27FC236}">
                        <a16:creationId xmlns:a16="http://schemas.microsoft.com/office/drawing/2014/main" id="{1F92A302-6121-4CC5-9FC3-BF574858771B}"/>
                      </a:ext>
                    </a:extLst>
                  </p:cNvPr>
                  <p:cNvSpPr/>
                  <p:nvPr/>
                </p:nvSpPr>
                <p:spPr>
                  <a:xfrm>
                    <a:off x="3687317" y="3578727"/>
                    <a:ext cx="4004" cy="4444"/>
                  </a:xfrm>
                  <a:custGeom>
                    <a:avLst/>
                    <a:gdLst>
                      <a:gd name="connsiteX0" fmla="*/ 0 w 4004"/>
                      <a:gd name="connsiteY0" fmla="*/ 3159 h 4444"/>
                      <a:gd name="connsiteX1" fmla="*/ 2021 w 4004"/>
                      <a:gd name="connsiteY1" fmla="*/ 4445 h 4444"/>
                      <a:gd name="connsiteX2" fmla="*/ 4004 w 4004"/>
                      <a:gd name="connsiteY2" fmla="*/ 2975 h 4444"/>
                      <a:gd name="connsiteX3" fmla="*/ 2021 w 4004"/>
                      <a:gd name="connsiteY3" fmla="*/ 0 h 4444"/>
                      <a:gd name="connsiteX4" fmla="*/ 0 w 4004"/>
                      <a:gd name="connsiteY4" fmla="*/ 3159 h 4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4" h="4444">
                        <a:moveTo>
                          <a:pt x="0" y="3159"/>
                        </a:moveTo>
                        <a:lnTo>
                          <a:pt x="2021" y="4445"/>
                        </a:lnTo>
                        <a:lnTo>
                          <a:pt x="4004" y="2975"/>
                        </a:lnTo>
                        <a:lnTo>
                          <a:pt x="2021" y="0"/>
                        </a:lnTo>
                        <a:lnTo>
                          <a:pt x="0" y="315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43" name="Freeform: Shape 3042">
                    <a:extLst>
                      <a:ext uri="{FF2B5EF4-FFF2-40B4-BE49-F238E27FC236}">
                        <a16:creationId xmlns:a16="http://schemas.microsoft.com/office/drawing/2014/main" id="{B00F7AA9-9F81-DABE-9692-93B25CCFBB98}"/>
                      </a:ext>
                    </a:extLst>
                  </p:cNvPr>
                  <p:cNvSpPr/>
                  <p:nvPr/>
                </p:nvSpPr>
                <p:spPr>
                  <a:xfrm>
                    <a:off x="6922146" y="5299897"/>
                    <a:ext cx="5914" cy="6648"/>
                  </a:xfrm>
                  <a:custGeom>
                    <a:avLst/>
                    <a:gdLst>
                      <a:gd name="connsiteX0" fmla="*/ 0 w 5914"/>
                      <a:gd name="connsiteY0" fmla="*/ 1837 h 6648"/>
                      <a:gd name="connsiteX1" fmla="*/ 2829 w 5914"/>
                      <a:gd name="connsiteY1" fmla="*/ 6649 h 6648"/>
                      <a:gd name="connsiteX2" fmla="*/ 5914 w 5914"/>
                      <a:gd name="connsiteY2" fmla="*/ 2020 h 6648"/>
                      <a:gd name="connsiteX3" fmla="*/ 3012 w 5914"/>
                      <a:gd name="connsiteY3" fmla="*/ 0 h 6648"/>
                      <a:gd name="connsiteX4" fmla="*/ 0 w 5914"/>
                      <a:gd name="connsiteY4" fmla="*/ 1837 h 66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14" h="6648">
                        <a:moveTo>
                          <a:pt x="0" y="1837"/>
                        </a:moveTo>
                        <a:lnTo>
                          <a:pt x="2829" y="6649"/>
                        </a:lnTo>
                        <a:lnTo>
                          <a:pt x="5914" y="2020"/>
                        </a:lnTo>
                        <a:lnTo>
                          <a:pt x="3012" y="0"/>
                        </a:lnTo>
                        <a:lnTo>
                          <a:pt x="0" y="183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44" name="Freeform: Shape 3043">
                    <a:extLst>
                      <a:ext uri="{FF2B5EF4-FFF2-40B4-BE49-F238E27FC236}">
                        <a16:creationId xmlns:a16="http://schemas.microsoft.com/office/drawing/2014/main" id="{E192429D-4975-6C83-4A1F-AC4D877ACF78}"/>
                      </a:ext>
                    </a:extLst>
                  </p:cNvPr>
                  <p:cNvSpPr/>
                  <p:nvPr/>
                </p:nvSpPr>
                <p:spPr>
                  <a:xfrm>
                    <a:off x="6919502" y="5297876"/>
                    <a:ext cx="5656" cy="5363"/>
                  </a:xfrm>
                  <a:custGeom>
                    <a:avLst/>
                    <a:gdLst>
                      <a:gd name="connsiteX0" fmla="*/ 0 w 5656"/>
                      <a:gd name="connsiteY0" fmla="*/ 4041 h 5363"/>
                      <a:gd name="connsiteX1" fmla="*/ 4738 w 5656"/>
                      <a:gd name="connsiteY1" fmla="*/ 5363 h 5363"/>
                      <a:gd name="connsiteX2" fmla="*/ 5657 w 5656"/>
                      <a:gd name="connsiteY2" fmla="*/ 2021 h 5363"/>
                      <a:gd name="connsiteX3" fmla="*/ 2718 w 5656"/>
                      <a:gd name="connsiteY3" fmla="*/ 0 h 5363"/>
                      <a:gd name="connsiteX4" fmla="*/ 0 w 5656"/>
                      <a:gd name="connsiteY4" fmla="*/ 4041 h 5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6" h="5363">
                        <a:moveTo>
                          <a:pt x="0" y="4041"/>
                        </a:moveTo>
                        <a:lnTo>
                          <a:pt x="4738" y="5363"/>
                        </a:lnTo>
                        <a:lnTo>
                          <a:pt x="5657" y="2021"/>
                        </a:lnTo>
                        <a:lnTo>
                          <a:pt x="2718" y="0"/>
                        </a:lnTo>
                        <a:lnTo>
                          <a:pt x="0" y="404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45" name="Freeform: Shape 3044">
                    <a:extLst>
                      <a:ext uri="{FF2B5EF4-FFF2-40B4-BE49-F238E27FC236}">
                        <a16:creationId xmlns:a16="http://schemas.microsoft.com/office/drawing/2014/main" id="{F476D7FE-7EAB-D29F-974F-5994C03F74C5}"/>
                      </a:ext>
                    </a:extLst>
                  </p:cNvPr>
                  <p:cNvSpPr/>
                  <p:nvPr/>
                </p:nvSpPr>
                <p:spPr>
                  <a:xfrm>
                    <a:off x="935577" y="3414820"/>
                    <a:ext cx="3563" cy="3857"/>
                  </a:xfrm>
                  <a:custGeom>
                    <a:avLst/>
                    <a:gdLst>
                      <a:gd name="connsiteX0" fmla="*/ 0 w 3563"/>
                      <a:gd name="connsiteY0" fmla="*/ 1653 h 3857"/>
                      <a:gd name="connsiteX1" fmla="*/ 1102 w 3563"/>
                      <a:gd name="connsiteY1" fmla="*/ 3857 h 3857"/>
                      <a:gd name="connsiteX2" fmla="*/ 3563 w 3563"/>
                      <a:gd name="connsiteY2" fmla="*/ 3490 h 3857"/>
                      <a:gd name="connsiteX3" fmla="*/ 3049 w 3563"/>
                      <a:gd name="connsiteY3" fmla="*/ 0 h 3857"/>
                      <a:gd name="connsiteX4" fmla="*/ 0 w 3563"/>
                      <a:gd name="connsiteY4" fmla="*/ 1653 h 3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63" h="3857">
                        <a:moveTo>
                          <a:pt x="0" y="1653"/>
                        </a:moveTo>
                        <a:lnTo>
                          <a:pt x="1102" y="3857"/>
                        </a:lnTo>
                        <a:lnTo>
                          <a:pt x="3563" y="3490"/>
                        </a:lnTo>
                        <a:lnTo>
                          <a:pt x="3049" y="0"/>
                        </a:lnTo>
                        <a:lnTo>
                          <a:pt x="0" y="165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46" name="Freeform: Shape 3045">
                    <a:extLst>
                      <a:ext uri="{FF2B5EF4-FFF2-40B4-BE49-F238E27FC236}">
                        <a16:creationId xmlns:a16="http://schemas.microsoft.com/office/drawing/2014/main" id="{4F7C6E97-CFB7-A3FC-ADB6-D27FF0E676E0}"/>
                      </a:ext>
                    </a:extLst>
                  </p:cNvPr>
                  <p:cNvSpPr/>
                  <p:nvPr/>
                </p:nvSpPr>
                <p:spPr>
                  <a:xfrm>
                    <a:off x="0" y="3410926"/>
                    <a:ext cx="1106500" cy="335968"/>
                  </a:xfrm>
                  <a:custGeom>
                    <a:avLst/>
                    <a:gdLst>
                      <a:gd name="connsiteX0" fmla="*/ 940757 w 1106500"/>
                      <a:gd name="connsiteY0" fmla="*/ 0 h 335968"/>
                      <a:gd name="connsiteX1" fmla="*/ 938259 w 1106500"/>
                      <a:gd name="connsiteY1" fmla="*/ 367 h 335968"/>
                      <a:gd name="connsiteX2" fmla="*/ 938626 w 1106500"/>
                      <a:gd name="connsiteY2" fmla="*/ 3894 h 335968"/>
                      <a:gd name="connsiteX3" fmla="*/ 939140 w 1106500"/>
                      <a:gd name="connsiteY3" fmla="*/ 7384 h 335968"/>
                      <a:gd name="connsiteX4" fmla="*/ 936679 w 1106500"/>
                      <a:gd name="connsiteY4" fmla="*/ 7751 h 335968"/>
                      <a:gd name="connsiteX5" fmla="*/ 1094488 w 1106500"/>
                      <a:gd name="connsiteY5" fmla="*/ 327667 h 335968"/>
                      <a:gd name="connsiteX6" fmla="*/ 0 w 1106500"/>
                      <a:gd name="connsiteY6" fmla="*/ 216657 h 335968"/>
                      <a:gd name="connsiteX7" fmla="*/ 0 w 1106500"/>
                      <a:gd name="connsiteY7" fmla="*/ 223857 h 335968"/>
                      <a:gd name="connsiteX8" fmla="*/ 1106500 w 1106500"/>
                      <a:gd name="connsiteY8" fmla="*/ 335969 h 335968"/>
                      <a:gd name="connsiteX9" fmla="*/ 940757 w 1106500"/>
                      <a:gd name="connsiteY9" fmla="*/ 0 h 335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6500" h="335968">
                        <a:moveTo>
                          <a:pt x="940757" y="0"/>
                        </a:moveTo>
                        <a:lnTo>
                          <a:pt x="938259" y="367"/>
                        </a:lnTo>
                        <a:lnTo>
                          <a:pt x="938626" y="3894"/>
                        </a:lnTo>
                        <a:lnTo>
                          <a:pt x="939140" y="7384"/>
                        </a:lnTo>
                        <a:lnTo>
                          <a:pt x="936679" y="7751"/>
                        </a:lnTo>
                        <a:lnTo>
                          <a:pt x="1094488" y="327667"/>
                        </a:lnTo>
                        <a:lnTo>
                          <a:pt x="0" y="216657"/>
                        </a:lnTo>
                        <a:lnTo>
                          <a:pt x="0" y="223857"/>
                        </a:lnTo>
                        <a:lnTo>
                          <a:pt x="1106500" y="335969"/>
                        </a:lnTo>
                        <a:lnTo>
                          <a:pt x="940757"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47" name="Freeform: Shape 3046">
                    <a:extLst>
                      <a:ext uri="{FF2B5EF4-FFF2-40B4-BE49-F238E27FC236}">
                        <a16:creationId xmlns:a16="http://schemas.microsoft.com/office/drawing/2014/main" id="{0778E455-7DA5-73B2-21B9-24B107A59266}"/>
                      </a:ext>
                    </a:extLst>
                  </p:cNvPr>
                  <p:cNvSpPr/>
                  <p:nvPr/>
                </p:nvSpPr>
                <p:spPr>
                  <a:xfrm>
                    <a:off x="0" y="3411294"/>
                    <a:ext cx="938626" cy="112846"/>
                  </a:xfrm>
                  <a:custGeom>
                    <a:avLst/>
                    <a:gdLst>
                      <a:gd name="connsiteX0" fmla="*/ 935577 w 938626"/>
                      <a:gd name="connsiteY0" fmla="*/ 5180 h 112846"/>
                      <a:gd name="connsiteX1" fmla="*/ 938626 w 938626"/>
                      <a:gd name="connsiteY1" fmla="*/ 3527 h 112846"/>
                      <a:gd name="connsiteX2" fmla="*/ 938259 w 938626"/>
                      <a:gd name="connsiteY2" fmla="*/ 0 h 112846"/>
                      <a:gd name="connsiteX3" fmla="*/ 0 w 938626"/>
                      <a:gd name="connsiteY3" fmla="*/ 105647 h 112846"/>
                      <a:gd name="connsiteX4" fmla="*/ 0 w 938626"/>
                      <a:gd name="connsiteY4" fmla="*/ 112847 h 112846"/>
                      <a:gd name="connsiteX5" fmla="*/ 936679 w 938626"/>
                      <a:gd name="connsiteY5" fmla="*/ 7384 h 112846"/>
                      <a:gd name="connsiteX6" fmla="*/ 935577 w 938626"/>
                      <a:gd name="connsiteY6" fmla="*/ 5180 h 112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8626" h="112846">
                        <a:moveTo>
                          <a:pt x="935577" y="5180"/>
                        </a:moveTo>
                        <a:lnTo>
                          <a:pt x="938626" y="3527"/>
                        </a:lnTo>
                        <a:lnTo>
                          <a:pt x="938259" y="0"/>
                        </a:lnTo>
                        <a:lnTo>
                          <a:pt x="0" y="105647"/>
                        </a:lnTo>
                        <a:lnTo>
                          <a:pt x="0" y="112847"/>
                        </a:lnTo>
                        <a:lnTo>
                          <a:pt x="936679" y="7384"/>
                        </a:lnTo>
                        <a:lnTo>
                          <a:pt x="935577" y="518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48" name="Freeform: Shape 3047">
                    <a:extLst>
                      <a:ext uri="{FF2B5EF4-FFF2-40B4-BE49-F238E27FC236}">
                        <a16:creationId xmlns:a16="http://schemas.microsoft.com/office/drawing/2014/main" id="{FA8433C9-DEC6-880F-09A1-F9A8166CBC4C}"/>
                      </a:ext>
                    </a:extLst>
                  </p:cNvPr>
                  <p:cNvSpPr/>
                  <p:nvPr/>
                </p:nvSpPr>
                <p:spPr>
                  <a:xfrm>
                    <a:off x="0" y="3627583"/>
                    <a:ext cx="1100806" cy="169306"/>
                  </a:xfrm>
                  <a:custGeom>
                    <a:avLst/>
                    <a:gdLst>
                      <a:gd name="connsiteX0" fmla="*/ 1100807 w 1100806"/>
                      <a:gd name="connsiteY0" fmla="*/ 111561 h 169306"/>
                      <a:gd name="connsiteX1" fmla="*/ 0 w 1100806"/>
                      <a:gd name="connsiteY1" fmla="*/ 0 h 169306"/>
                      <a:gd name="connsiteX2" fmla="*/ 0 w 1100806"/>
                      <a:gd name="connsiteY2" fmla="*/ 7200 h 169306"/>
                      <a:gd name="connsiteX3" fmla="*/ 1051840 w 1100806"/>
                      <a:gd name="connsiteY3" fmla="*/ 113802 h 169306"/>
                      <a:gd name="connsiteX4" fmla="*/ 0 w 1100806"/>
                      <a:gd name="connsiteY4" fmla="*/ 162291 h 169306"/>
                      <a:gd name="connsiteX5" fmla="*/ 0 w 1100806"/>
                      <a:gd name="connsiteY5" fmla="*/ 169307 h 169306"/>
                      <a:gd name="connsiteX6" fmla="*/ 1100660 w 1100806"/>
                      <a:gd name="connsiteY6" fmla="*/ 118577 h 169306"/>
                      <a:gd name="connsiteX7" fmla="*/ 1100807 w 1100806"/>
                      <a:gd name="connsiteY7" fmla="*/ 111561 h 169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00806" h="169306">
                        <a:moveTo>
                          <a:pt x="1100807" y="111561"/>
                        </a:moveTo>
                        <a:lnTo>
                          <a:pt x="0" y="0"/>
                        </a:lnTo>
                        <a:lnTo>
                          <a:pt x="0" y="7200"/>
                        </a:lnTo>
                        <a:lnTo>
                          <a:pt x="1051840" y="113802"/>
                        </a:lnTo>
                        <a:lnTo>
                          <a:pt x="0" y="162291"/>
                        </a:lnTo>
                        <a:lnTo>
                          <a:pt x="0" y="169307"/>
                        </a:lnTo>
                        <a:lnTo>
                          <a:pt x="1100660" y="118577"/>
                        </a:lnTo>
                        <a:lnTo>
                          <a:pt x="1100807" y="11156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49" name="Freeform: Shape 3048">
                    <a:extLst>
                      <a:ext uri="{FF2B5EF4-FFF2-40B4-BE49-F238E27FC236}">
                        <a16:creationId xmlns:a16="http://schemas.microsoft.com/office/drawing/2014/main" id="{47401203-6F6E-55C4-DB12-8F9BC1C73D95}"/>
                      </a:ext>
                    </a:extLst>
                  </p:cNvPr>
                  <p:cNvSpPr/>
                  <p:nvPr/>
                </p:nvSpPr>
                <p:spPr>
                  <a:xfrm>
                    <a:off x="7410561" y="3824734"/>
                    <a:ext cx="3453" cy="3489"/>
                  </a:xfrm>
                  <a:custGeom>
                    <a:avLst/>
                    <a:gdLst>
                      <a:gd name="connsiteX0" fmla="*/ 0 w 3453"/>
                      <a:gd name="connsiteY0" fmla="*/ 3490 h 3489"/>
                      <a:gd name="connsiteX1" fmla="*/ 2645 w 3453"/>
                      <a:gd name="connsiteY1" fmla="*/ 3490 h 3489"/>
                      <a:gd name="connsiteX2" fmla="*/ 3453 w 3453"/>
                      <a:gd name="connsiteY2" fmla="*/ 1102 h 3489"/>
                      <a:gd name="connsiteX3" fmla="*/ 0 w 3453"/>
                      <a:gd name="connsiteY3" fmla="*/ 0 h 3489"/>
                      <a:gd name="connsiteX4" fmla="*/ 0 w 3453"/>
                      <a:gd name="connsiteY4" fmla="*/ 3490 h 3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3" h="3489">
                        <a:moveTo>
                          <a:pt x="0" y="3490"/>
                        </a:moveTo>
                        <a:lnTo>
                          <a:pt x="2645" y="3490"/>
                        </a:lnTo>
                        <a:lnTo>
                          <a:pt x="3453" y="1102"/>
                        </a:lnTo>
                        <a:lnTo>
                          <a:pt x="0" y="0"/>
                        </a:lnTo>
                        <a:lnTo>
                          <a:pt x="0" y="349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50" name="Freeform: Shape 3049">
                    <a:extLst>
                      <a:ext uri="{FF2B5EF4-FFF2-40B4-BE49-F238E27FC236}">
                        <a16:creationId xmlns:a16="http://schemas.microsoft.com/office/drawing/2014/main" id="{247A82C4-013C-3E86-736E-B8639C93BC6B}"/>
                      </a:ext>
                    </a:extLst>
                  </p:cNvPr>
                  <p:cNvSpPr/>
                  <p:nvPr/>
                </p:nvSpPr>
                <p:spPr>
                  <a:xfrm>
                    <a:off x="3524255" y="3250877"/>
                    <a:ext cx="5620" cy="6060"/>
                  </a:xfrm>
                  <a:custGeom>
                    <a:avLst/>
                    <a:gdLst>
                      <a:gd name="connsiteX0" fmla="*/ 0 w 5620"/>
                      <a:gd name="connsiteY0" fmla="*/ 1653 h 6060"/>
                      <a:gd name="connsiteX1" fmla="*/ 2204 w 5620"/>
                      <a:gd name="connsiteY1" fmla="*/ 6061 h 6060"/>
                      <a:gd name="connsiteX2" fmla="*/ 5620 w 5620"/>
                      <a:gd name="connsiteY2" fmla="*/ 2571 h 6060"/>
                      <a:gd name="connsiteX3" fmla="*/ 3159 w 5620"/>
                      <a:gd name="connsiteY3" fmla="*/ 0 h 6060"/>
                      <a:gd name="connsiteX4" fmla="*/ 0 w 5620"/>
                      <a:gd name="connsiteY4" fmla="*/ 1653 h 6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0" h="6060">
                        <a:moveTo>
                          <a:pt x="0" y="1653"/>
                        </a:moveTo>
                        <a:lnTo>
                          <a:pt x="2204" y="6061"/>
                        </a:lnTo>
                        <a:lnTo>
                          <a:pt x="5620" y="2571"/>
                        </a:lnTo>
                        <a:lnTo>
                          <a:pt x="3159" y="0"/>
                        </a:lnTo>
                        <a:lnTo>
                          <a:pt x="0" y="165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51" name="Freeform: Shape 3050">
                    <a:extLst>
                      <a:ext uri="{FF2B5EF4-FFF2-40B4-BE49-F238E27FC236}">
                        <a16:creationId xmlns:a16="http://schemas.microsoft.com/office/drawing/2014/main" id="{ACCCDC07-5C69-062F-8DD2-8E90EC9F463C}"/>
                      </a:ext>
                    </a:extLst>
                  </p:cNvPr>
                  <p:cNvSpPr/>
                  <p:nvPr/>
                </p:nvSpPr>
                <p:spPr>
                  <a:xfrm>
                    <a:off x="3277623" y="3244962"/>
                    <a:ext cx="418069" cy="338760"/>
                  </a:xfrm>
                  <a:custGeom>
                    <a:avLst/>
                    <a:gdLst>
                      <a:gd name="connsiteX0" fmla="*/ 247366 w 418069"/>
                      <a:gd name="connsiteY0" fmla="*/ 3526 h 338760"/>
                      <a:gd name="connsiteX1" fmla="*/ 249791 w 418069"/>
                      <a:gd name="connsiteY1" fmla="*/ 5914 h 338760"/>
                      <a:gd name="connsiteX2" fmla="*/ 252252 w 418069"/>
                      <a:gd name="connsiteY2" fmla="*/ 8486 h 338760"/>
                      <a:gd name="connsiteX3" fmla="*/ 248836 w 418069"/>
                      <a:gd name="connsiteY3" fmla="*/ 11975 h 338760"/>
                      <a:gd name="connsiteX4" fmla="*/ 405322 w 418069"/>
                      <a:gd name="connsiteY4" fmla="*/ 328989 h 338760"/>
                      <a:gd name="connsiteX5" fmla="*/ 14400 w 418069"/>
                      <a:gd name="connsiteY5" fmla="*/ 249681 h 338760"/>
                      <a:gd name="connsiteX6" fmla="*/ 248836 w 418069"/>
                      <a:gd name="connsiteY6" fmla="*/ 11975 h 338760"/>
                      <a:gd name="connsiteX7" fmla="*/ 246632 w 418069"/>
                      <a:gd name="connsiteY7" fmla="*/ 7567 h 338760"/>
                      <a:gd name="connsiteX8" fmla="*/ 249791 w 418069"/>
                      <a:gd name="connsiteY8" fmla="*/ 5914 h 338760"/>
                      <a:gd name="connsiteX9" fmla="*/ 247366 w 418069"/>
                      <a:gd name="connsiteY9" fmla="*/ 3526 h 338760"/>
                      <a:gd name="connsiteX10" fmla="*/ 0 w 418069"/>
                      <a:gd name="connsiteY10" fmla="*/ 253942 h 338760"/>
                      <a:gd name="connsiteX11" fmla="*/ 418069 w 418069"/>
                      <a:gd name="connsiteY11" fmla="*/ 338760 h 338760"/>
                      <a:gd name="connsiteX12" fmla="*/ 250783 w 418069"/>
                      <a:gd name="connsiteY12" fmla="*/ 0 h 338760"/>
                      <a:gd name="connsiteX13" fmla="*/ 247366 w 418069"/>
                      <a:gd name="connsiteY13" fmla="*/ 3526 h 33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8069" h="338760">
                        <a:moveTo>
                          <a:pt x="247366" y="3526"/>
                        </a:moveTo>
                        <a:lnTo>
                          <a:pt x="249791" y="5914"/>
                        </a:lnTo>
                        <a:lnTo>
                          <a:pt x="252252" y="8486"/>
                        </a:lnTo>
                        <a:lnTo>
                          <a:pt x="248836" y="11975"/>
                        </a:lnTo>
                        <a:lnTo>
                          <a:pt x="405322" y="328989"/>
                        </a:lnTo>
                        <a:lnTo>
                          <a:pt x="14400" y="249681"/>
                        </a:lnTo>
                        <a:lnTo>
                          <a:pt x="248836" y="11975"/>
                        </a:lnTo>
                        <a:lnTo>
                          <a:pt x="246632" y="7567"/>
                        </a:lnTo>
                        <a:lnTo>
                          <a:pt x="249791" y="5914"/>
                        </a:lnTo>
                        <a:lnTo>
                          <a:pt x="247366" y="3526"/>
                        </a:lnTo>
                        <a:lnTo>
                          <a:pt x="0" y="253942"/>
                        </a:lnTo>
                        <a:lnTo>
                          <a:pt x="418069" y="338760"/>
                        </a:lnTo>
                        <a:lnTo>
                          <a:pt x="250783" y="0"/>
                        </a:lnTo>
                        <a:lnTo>
                          <a:pt x="247366" y="352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52" name="Freeform: Shape 3051">
                    <a:extLst>
                      <a:ext uri="{FF2B5EF4-FFF2-40B4-BE49-F238E27FC236}">
                        <a16:creationId xmlns:a16="http://schemas.microsoft.com/office/drawing/2014/main" id="{456BFBEA-429B-B05D-8CA3-E11A35F7B031}"/>
                      </a:ext>
                    </a:extLst>
                  </p:cNvPr>
                  <p:cNvSpPr/>
                  <p:nvPr/>
                </p:nvSpPr>
                <p:spPr>
                  <a:xfrm>
                    <a:off x="3284089" y="3496847"/>
                    <a:ext cx="3857" cy="4077"/>
                  </a:xfrm>
                  <a:custGeom>
                    <a:avLst/>
                    <a:gdLst>
                      <a:gd name="connsiteX0" fmla="*/ 0 w 3857"/>
                      <a:gd name="connsiteY0" fmla="*/ 3527 h 4077"/>
                      <a:gd name="connsiteX1" fmla="*/ 2792 w 3857"/>
                      <a:gd name="connsiteY1" fmla="*/ 4078 h 4077"/>
                      <a:gd name="connsiteX2" fmla="*/ 3857 w 3857"/>
                      <a:gd name="connsiteY2" fmla="*/ 1323 h 4077"/>
                      <a:gd name="connsiteX3" fmla="*/ 588 w 3857"/>
                      <a:gd name="connsiteY3" fmla="*/ 0 h 4077"/>
                      <a:gd name="connsiteX4" fmla="*/ 0 w 3857"/>
                      <a:gd name="connsiteY4" fmla="*/ 3527 h 4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7" h="4077">
                        <a:moveTo>
                          <a:pt x="0" y="3527"/>
                        </a:moveTo>
                        <a:lnTo>
                          <a:pt x="2792" y="4078"/>
                        </a:lnTo>
                        <a:lnTo>
                          <a:pt x="3857" y="1323"/>
                        </a:lnTo>
                        <a:lnTo>
                          <a:pt x="588" y="0"/>
                        </a:lnTo>
                        <a:lnTo>
                          <a:pt x="0" y="352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53" name="Freeform: Shape 3052">
                    <a:extLst>
                      <a:ext uri="{FF2B5EF4-FFF2-40B4-BE49-F238E27FC236}">
                        <a16:creationId xmlns:a16="http://schemas.microsoft.com/office/drawing/2014/main" id="{35A6C8F4-95AE-ADF3-6DAB-022AE6B2B4C5}"/>
                      </a:ext>
                    </a:extLst>
                  </p:cNvPr>
                  <p:cNvSpPr/>
                  <p:nvPr/>
                </p:nvSpPr>
                <p:spPr>
                  <a:xfrm>
                    <a:off x="3033600" y="3492806"/>
                    <a:ext cx="664113" cy="588588"/>
                  </a:xfrm>
                  <a:custGeom>
                    <a:avLst/>
                    <a:gdLst>
                      <a:gd name="connsiteX0" fmla="*/ 247954 w 664113"/>
                      <a:gd name="connsiteY0" fmla="*/ 2571 h 588588"/>
                      <a:gd name="connsiteX1" fmla="*/ 251077 w 664113"/>
                      <a:gd name="connsiteY1" fmla="*/ 4041 h 588588"/>
                      <a:gd name="connsiteX2" fmla="*/ 254346 w 664113"/>
                      <a:gd name="connsiteY2" fmla="*/ 5363 h 588588"/>
                      <a:gd name="connsiteX3" fmla="*/ 253281 w 664113"/>
                      <a:gd name="connsiteY3" fmla="*/ 8118 h 588588"/>
                      <a:gd name="connsiteX4" fmla="*/ 647252 w 664113"/>
                      <a:gd name="connsiteY4" fmla="*/ 87941 h 588588"/>
                      <a:gd name="connsiteX5" fmla="*/ 16861 w 664113"/>
                      <a:gd name="connsiteY5" fmla="*/ 566842 h 588588"/>
                      <a:gd name="connsiteX6" fmla="*/ 253281 w 664113"/>
                      <a:gd name="connsiteY6" fmla="*/ 8118 h 588588"/>
                      <a:gd name="connsiteX7" fmla="*/ 250489 w 664113"/>
                      <a:gd name="connsiteY7" fmla="*/ 7567 h 588588"/>
                      <a:gd name="connsiteX8" fmla="*/ 251077 w 664113"/>
                      <a:gd name="connsiteY8" fmla="*/ 4041 h 588588"/>
                      <a:gd name="connsiteX9" fmla="*/ 247954 w 664113"/>
                      <a:gd name="connsiteY9" fmla="*/ 2571 h 588588"/>
                      <a:gd name="connsiteX10" fmla="*/ 0 w 664113"/>
                      <a:gd name="connsiteY10" fmla="*/ 588588 h 588588"/>
                      <a:gd name="connsiteX11" fmla="*/ 664113 w 664113"/>
                      <a:gd name="connsiteY11" fmla="*/ 84084 h 588588"/>
                      <a:gd name="connsiteX12" fmla="*/ 249130 w 664113"/>
                      <a:gd name="connsiteY12" fmla="*/ 0 h 588588"/>
                      <a:gd name="connsiteX13" fmla="*/ 247954 w 664113"/>
                      <a:gd name="connsiteY13" fmla="*/ 2571 h 58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4113" h="588588">
                        <a:moveTo>
                          <a:pt x="247954" y="2571"/>
                        </a:moveTo>
                        <a:lnTo>
                          <a:pt x="251077" y="4041"/>
                        </a:lnTo>
                        <a:lnTo>
                          <a:pt x="254346" y="5363"/>
                        </a:lnTo>
                        <a:lnTo>
                          <a:pt x="253281" y="8118"/>
                        </a:lnTo>
                        <a:lnTo>
                          <a:pt x="647252" y="87941"/>
                        </a:lnTo>
                        <a:lnTo>
                          <a:pt x="16861" y="566842"/>
                        </a:lnTo>
                        <a:lnTo>
                          <a:pt x="253281" y="8118"/>
                        </a:lnTo>
                        <a:lnTo>
                          <a:pt x="250489" y="7567"/>
                        </a:lnTo>
                        <a:lnTo>
                          <a:pt x="251077" y="4041"/>
                        </a:lnTo>
                        <a:lnTo>
                          <a:pt x="247954" y="2571"/>
                        </a:lnTo>
                        <a:lnTo>
                          <a:pt x="0" y="588588"/>
                        </a:lnTo>
                        <a:lnTo>
                          <a:pt x="664113" y="84084"/>
                        </a:lnTo>
                        <a:lnTo>
                          <a:pt x="249130" y="0"/>
                        </a:lnTo>
                        <a:lnTo>
                          <a:pt x="247954" y="257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54" name="Freeform: Shape 3053">
                    <a:extLst>
                      <a:ext uri="{FF2B5EF4-FFF2-40B4-BE49-F238E27FC236}">
                        <a16:creationId xmlns:a16="http://schemas.microsoft.com/office/drawing/2014/main" id="{0F083F64-82DF-79CC-E26A-DC3C3E735279}"/>
                      </a:ext>
                    </a:extLst>
                  </p:cNvPr>
                  <p:cNvSpPr/>
                  <p:nvPr/>
                </p:nvSpPr>
                <p:spPr>
                  <a:xfrm>
                    <a:off x="3521721" y="3248489"/>
                    <a:ext cx="5693" cy="5510"/>
                  </a:xfrm>
                  <a:custGeom>
                    <a:avLst/>
                    <a:gdLst>
                      <a:gd name="connsiteX0" fmla="*/ 0 w 5693"/>
                      <a:gd name="connsiteY0" fmla="*/ 3123 h 5510"/>
                      <a:gd name="connsiteX1" fmla="*/ 3857 w 5693"/>
                      <a:gd name="connsiteY1" fmla="*/ 5510 h 5510"/>
                      <a:gd name="connsiteX2" fmla="*/ 5694 w 5693"/>
                      <a:gd name="connsiteY2" fmla="*/ 2388 h 5510"/>
                      <a:gd name="connsiteX3" fmla="*/ 3269 w 5693"/>
                      <a:gd name="connsiteY3" fmla="*/ 0 h 5510"/>
                      <a:gd name="connsiteX4" fmla="*/ 0 w 5693"/>
                      <a:gd name="connsiteY4" fmla="*/ 3123 h 55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93" h="5510">
                        <a:moveTo>
                          <a:pt x="0" y="3123"/>
                        </a:moveTo>
                        <a:lnTo>
                          <a:pt x="3857" y="5510"/>
                        </a:lnTo>
                        <a:lnTo>
                          <a:pt x="5694" y="2388"/>
                        </a:lnTo>
                        <a:lnTo>
                          <a:pt x="3269" y="0"/>
                        </a:lnTo>
                        <a:lnTo>
                          <a:pt x="0" y="312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55" name="Freeform: Shape 3054">
                    <a:extLst>
                      <a:ext uri="{FF2B5EF4-FFF2-40B4-BE49-F238E27FC236}">
                        <a16:creationId xmlns:a16="http://schemas.microsoft.com/office/drawing/2014/main" id="{D71E6B14-5ABA-93F3-B857-C805BCBC3D0A}"/>
                      </a:ext>
                    </a:extLst>
                  </p:cNvPr>
                  <p:cNvSpPr/>
                  <p:nvPr/>
                </p:nvSpPr>
                <p:spPr>
                  <a:xfrm>
                    <a:off x="2715631" y="2756144"/>
                    <a:ext cx="817514" cy="746066"/>
                  </a:xfrm>
                  <a:custGeom>
                    <a:avLst/>
                    <a:gdLst>
                      <a:gd name="connsiteX0" fmla="*/ 811784 w 817514"/>
                      <a:gd name="connsiteY0" fmla="*/ 494733 h 746066"/>
                      <a:gd name="connsiteX1" fmla="*/ 809947 w 817514"/>
                      <a:gd name="connsiteY1" fmla="*/ 497855 h 746066"/>
                      <a:gd name="connsiteX2" fmla="*/ 806090 w 817514"/>
                      <a:gd name="connsiteY2" fmla="*/ 495468 h 746066"/>
                      <a:gd name="connsiteX3" fmla="*/ 569413 w 817514"/>
                      <a:gd name="connsiteY3" fmla="*/ 735193 h 746066"/>
                      <a:gd name="connsiteX4" fmla="*/ 17191 w 817514"/>
                      <a:gd name="connsiteY4" fmla="*/ 16053 h 746066"/>
                      <a:gd name="connsiteX5" fmla="*/ 806090 w 817514"/>
                      <a:gd name="connsiteY5" fmla="*/ 495468 h 746066"/>
                      <a:gd name="connsiteX6" fmla="*/ 809359 w 817514"/>
                      <a:gd name="connsiteY6" fmla="*/ 492345 h 746066"/>
                      <a:gd name="connsiteX7" fmla="*/ 811784 w 817514"/>
                      <a:gd name="connsiteY7" fmla="*/ 494733 h 746066"/>
                      <a:gd name="connsiteX8" fmla="*/ 813584 w 817514"/>
                      <a:gd name="connsiteY8" fmla="*/ 491794 h 746066"/>
                      <a:gd name="connsiteX9" fmla="*/ 4592 w 817514"/>
                      <a:gd name="connsiteY9" fmla="*/ 0 h 746066"/>
                      <a:gd name="connsiteX10" fmla="*/ 0 w 817514"/>
                      <a:gd name="connsiteY10" fmla="*/ 5143 h 746066"/>
                      <a:gd name="connsiteX11" fmla="*/ 568825 w 817514"/>
                      <a:gd name="connsiteY11" fmla="*/ 746067 h 746066"/>
                      <a:gd name="connsiteX12" fmla="*/ 817514 w 817514"/>
                      <a:gd name="connsiteY12" fmla="*/ 494182 h 746066"/>
                      <a:gd name="connsiteX13" fmla="*/ 813584 w 817514"/>
                      <a:gd name="connsiteY13" fmla="*/ 491794 h 746066"/>
                      <a:gd name="connsiteX14" fmla="*/ 811784 w 817514"/>
                      <a:gd name="connsiteY14" fmla="*/ 494733 h 74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7514" h="746066">
                        <a:moveTo>
                          <a:pt x="811784" y="494733"/>
                        </a:moveTo>
                        <a:lnTo>
                          <a:pt x="809947" y="497855"/>
                        </a:lnTo>
                        <a:lnTo>
                          <a:pt x="806090" y="495468"/>
                        </a:lnTo>
                        <a:lnTo>
                          <a:pt x="569413" y="735193"/>
                        </a:lnTo>
                        <a:lnTo>
                          <a:pt x="17191" y="16053"/>
                        </a:lnTo>
                        <a:lnTo>
                          <a:pt x="806090" y="495468"/>
                        </a:lnTo>
                        <a:lnTo>
                          <a:pt x="809359" y="492345"/>
                        </a:lnTo>
                        <a:lnTo>
                          <a:pt x="811784" y="494733"/>
                        </a:lnTo>
                        <a:lnTo>
                          <a:pt x="813584" y="491794"/>
                        </a:lnTo>
                        <a:lnTo>
                          <a:pt x="4592" y="0"/>
                        </a:lnTo>
                        <a:lnTo>
                          <a:pt x="0" y="5143"/>
                        </a:lnTo>
                        <a:lnTo>
                          <a:pt x="568825" y="746067"/>
                        </a:lnTo>
                        <a:lnTo>
                          <a:pt x="817514" y="494182"/>
                        </a:lnTo>
                        <a:lnTo>
                          <a:pt x="813584" y="491794"/>
                        </a:lnTo>
                        <a:lnTo>
                          <a:pt x="811784" y="49473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56" name="Freeform: Shape 3055">
                    <a:extLst>
                      <a:ext uri="{FF2B5EF4-FFF2-40B4-BE49-F238E27FC236}">
                        <a16:creationId xmlns:a16="http://schemas.microsoft.com/office/drawing/2014/main" id="{962438D0-965F-4CD9-B1C1-F7D53E0F895C}"/>
                      </a:ext>
                    </a:extLst>
                  </p:cNvPr>
                  <p:cNvSpPr/>
                  <p:nvPr/>
                </p:nvSpPr>
                <p:spPr>
                  <a:xfrm>
                    <a:off x="2715631" y="2759266"/>
                    <a:ext cx="4371" cy="4408"/>
                  </a:xfrm>
                  <a:custGeom>
                    <a:avLst/>
                    <a:gdLst>
                      <a:gd name="connsiteX0" fmla="*/ 0 w 4371"/>
                      <a:gd name="connsiteY0" fmla="*/ 2020 h 4408"/>
                      <a:gd name="connsiteX1" fmla="*/ 1837 w 4371"/>
                      <a:gd name="connsiteY1" fmla="*/ 4408 h 4408"/>
                      <a:gd name="connsiteX2" fmla="*/ 4371 w 4371"/>
                      <a:gd name="connsiteY2" fmla="*/ 3123 h 4408"/>
                      <a:gd name="connsiteX3" fmla="*/ 2792 w 4371"/>
                      <a:gd name="connsiteY3" fmla="*/ 0 h 4408"/>
                      <a:gd name="connsiteX4" fmla="*/ 0 w 4371"/>
                      <a:gd name="connsiteY4" fmla="*/ 2020 h 4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1" h="4408">
                        <a:moveTo>
                          <a:pt x="0" y="2020"/>
                        </a:moveTo>
                        <a:lnTo>
                          <a:pt x="1837" y="4408"/>
                        </a:lnTo>
                        <a:lnTo>
                          <a:pt x="4371" y="3123"/>
                        </a:lnTo>
                        <a:lnTo>
                          <a:pt x="2792" y="0"/>
                        </a:lnTo>
                        <a:lnTo>
                          <a:pt x="0" y="202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57" name="Freeform: Shape 3056">
                    <a:extLst>
                      <a:ext uri="{FF2B5EF4-FFF2-40B4-BE49-F238E27FC236}">
                        <a16:creationId xmlns:a16="http://schemas.microsoft.com/office/drawing/2014/main" id="{964426A4-380B-A072-93F3-A28B7B882F4C}"/>
                      </a:ext>
                    </a:extLst>
                  </p:cNvPr>
                  <p:cNvSpPr/>
                  <p:nvPr/>
                </p:nvSpPr>
                <p:spPr>
                  <a:xfrm>
                    <a:off x="2550438" y="2754674"/>
                    <a:ext cx="737140" cy="744780"/>
                  </a:xfrm>
                  <a:custGeom>
                    <a:avLst/>
                    <a:gdLst>
                      <a:gd name="connsiteX0" fmla="*/ 166368 w 737140"/>
                      <a:gd name="connsiteY0" fmla="*/ 1286 h 744780"/>
                      <a:gd name="connsiteX1" fmla="*/ 167985 w 737140"/>
                      <a:gd name="connsiteY1" fmla="*/ 4592 h 744780"/>
                      <a:gd name="connsiteX2" fmla="*/ 169564 w 737140"/>
                      <a:gd name="connsiteY2" fmla="*/ 7714 h 744780"/>
                      <a:gd name="connsiteX3" fmla="*/ 167029 w 737140"/>
                      <a:gd name="connsiteY3" fmla="*/ 9000 h 744780"/>
                      <a:gd name="connsiteX4" fmla="*/ 707974 w 737140"/>
                      <a:gd name="connsiteY4" fmla="*/ 713594 h 744780"/>
                      <a:gd name="connsiteX5" fmla="*/ 12490 w 737140"/>
                      <a:gd name="connsiteY5" fmla="*/ 87390 h 744780"/>
                      <a:gd name="connsiteX6" fmla="*/ 167029 w 737140"/>
                      <a:gd name="connsiteY6" fmla="*/ 9000 h 744780"/>
                      <a:gd name="connsiteX7" fmla="*/ 165193 w 737140"/>
                      <a:gd name="connsiteY7" fmla="*/ 6612 h 744780"/>
                      <a:gd name="connsiteX8" fmla="*/ 167985 w 737140"/>
                      <a:gd name="connsiteY8" fmla="*/ 4592 h 744780"/>
                      <a:gd name="connsiteX9" fmla="*/ 166368 w 737140"/>
                      <a:gd name="connsiteY9" fmla="*/ 1286 h 744780"/>
                      <a:gd name="connsiteX10" fmla="*/ 0 w 737140"/>
                      <a:gd name="connsiteY10" fmla="*/ 85553 h 744780"/>
                      <a:gd name="connsiteX11" fmla="*/ 731998 w 737140"/>
                      <a:gd name="connsiteY11" fmla="*/ 744781 h 744780"/>
                      <a:gd name="connsiteX12" fmla="*/ 737140 w 737140"/>
                      <a:gd name="connsiteY12" fmla="*/ 739969 h 744780"/>
                      <a:gd name="connsiteX13" fmla="*/ 169087 w 737140"/>
                      <a:gd name="connsiteY13" fmla="*/ 0 h 744780"/>
                      <a:gd name="connsiteX14" fmla="*/ 166368 w 737140"/>
                      <a:gd name="connsiteY14" fmla="*/ 1286 h 744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7140" h="744780">
                        <a:moveTo>
                          <a:pt x="166368" y="1286"/>
                        </a:moveTo>
                        <a:lnTo>
                          <a:pt x="167985" y="4592"/>
                        </a:lnTo>
                        <a:lnTo>
                          <a:pt x="169564" y="7714"/>
                        </a:lnTo>
                        <a:lnTo>
                          <a:pt x="167029" y="9000"/>
                        </a:lnTo>
                        <a:lnTo>
                          <a:pt x="707974" y="713594"/>
                        </a:lnTo>
                        <a:lnTo>
                          <a:pt x="12490" y="87390"/>
                        </a:lnTo>
                        <a:lnTo>
                          <a:pt x="167029" y="9000"/>
                        </a:lnTo>
                        <a:lnTo>
                          <a:pt x="165193" y="6612"/>
                        </a:lnTo>
                        <a:lnTo>
                          <a:pt x="167985" y="4592"/>
                        </a:lnTo>
                        <a:lnTo>
                          <a:pt x="166368" y="1286"/>
                        </a:lnTo>
                        <a:lnTo>
                          <a:pt x="0" y="85553"/>
                        </a:lnTo>
                        <a:lnTo>
                          <a:pt x="731998" y="744781"/>
                        </a:lnTo>
                        <a:lnTo>
                          <a:pt x="737140" y="739969"/>
                        </a:lnTo>
                        <a:lnTo>
                          <a:pt x="169087" y="0"/>
                        </a:lnTo>
                        <a:lnTo>
                          <a:pt x="166368" y="128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58" name="Freeform: Shape 3057">
                    <a:extLst>
                      <a:ext uri="{FF2B5EF4-FFF2-40B4-BE49-F238E27FC236}">
                        <a16:creationId xmlns:a16="http://schemas.microsoft.com/office/drawing/2014/main" id="{04CA6B19-5C97-DEF6-CA76-9CF7A4EC6747}"/>
                      </a:ext>
                    </a:extLst>
                  </p:cNvPr>
                  <p:cNvSpPr/>
                  <p:nvPr/>
                </p:nvSpPr>
                <p:spPr>
                  <a:xfrm>
                    <a:off x="3038559" y="4070521"/>
                    <a:ext cx="6538" cy="10689"/>
                  </a:xfrm>
                  <a:custGeom>
                    <a:avLst/>
                    <a:gdLst>
                      <a:gd name="connsiteX0" fmla="*/ 0 w 6538"/>
                      <a:gd name="connsiteY0" fmla="*/ 551 h 10689"/>
                      <a:gd name="connsiteX1" fmla="*/ 1506 w 6538"/>
                      <a:gd name="connsiteY1" fmla="*/ 10689 h 10689"/>
                      <a:gd name="connsiteX2" fmla="*/ 6539 w 6538"/>
                      <a:gd name="connsiteY2" fmla="*/ 1837 h 10689"/>
                      <a:gd name="connsiteX3" fmla="*/ 3563 w 6538"/>
                      <a:gd name="connsiteY3" fmla="*/ 0 h 10689"/>
                      <a:gd name="connsiteX4" fmla="*/ 0 w 6538"/>
                      <a:gd name="connsiteY4" fmla="*/ 551 h 10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8" h="10689">
                        <a:moveTo>
                          <a:pt x="0" y="551"/>
                        </a:moveTo>
                        <a:lnTo>
                          <a:pt x="1506" y="10689"/>
                        </a:lnTo>
                        <a:lnTo>
                          <a:pt x="6539" y="1837"/>
                        </a:lnTo>
                        <a:lnTo>
                          <a:pt x="3563" y="0"/>
                        </a:lnTo>
                        <a:lnTo>
                          <a:pt x="0" y="55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59" name="Freeform: Shape 3058">
                    <a:extLst>
                      <a:ext uri="{FF2B5EF4-FFF2-40B4-BE49-F238E27FC236}">
                        <a16:creationId xmlns:a16="http://schemas.microsoft.com/office/drawing/2014/main" id="{26D27C27-A693-A36E-C6E4-1E80342C3819}"/>
                      </a:ext>
                    </a:extLst>
                  </p:cNvPr>
                  <p:cNvSpPr/>
                  <p:nvPr/>
                </p:nvSpPr>
                <p:spPr>
                  <a:xfrm>
                    <a:off x="3043812" y="4073644"/>
                    <a:ext cx="36" cy="36"/>
                  </a:xfrm>
                  <a:custGeom>
                    <a:avLst/>
                    <a:gdLst>
                      <a:gd name="connsiteX0" fmla="*/ 0 w 36"/>
                      <a:gd name="connsiteY0" fmla="*/ 37 h 36"/>
                      <a:gd name="connsiteX1" fmla="*/ 37 w 36"/>
                      <a:gd name="connsiteY1" fmla="*/ 0 h 36"/>
                      <a:gd name="connsiteX2" fmla="*/ 37 w 36"/>
                      <a:gd name="connsiteY2" fmla="*/ 0 h 36"/>
                      <a:gd name="connsiteX3" fmla="*/ 0 w 36"/>
                      <a:gd name="connsiteY3" fmla="*/ 37 h 36"/>
                    </a:gdLst>
                    <a:ahLst/>
                    <a:cxnLst>
                      <a:cxn ang="0">
                        <a:pos x="connsiteX0" y="connsiteY0"/>
                      </a:cxn>
                      <a:cxn ang="0">
                        <a:pos x="connsiteX1" y="connsiteY1"/>
                      </a:cxn>
                      <a:cxn ang="0">
                        <a:pos x="connsiteX2" y="connsiteY2"/>
                      </a:cxn>
                      <a:cxn ang="0">
                        <a:pos x="connsiteX3" y="connsiteY3"/>
                      </a:cxn>
                    </a:cxnLst>
                    <a:rect l="l" t="t" r="r" b="b"/>
                    <a:pathLst>
                      <a:path w="36" h="36">
                        <a:moveTo>
                          <a:pt x="0" y="37"/>
                        </a:moveTo>
                        <a:lnTo>
                          <a:pt x="37" y="0"/>
                        </a:lnTo>
                        <a:lnTo>
                          <a:pt x="37" y="0"/>
                        </a:lnTo>
                        <a:lnTo>
                          <a:pt x="0" y="3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60" name="Freeform: Shape 3059">
                    <a:extLst>
                      <a:ext uri="{FF2B5EF4-FFF2-40B4-BE49-F238E27FC236}">
                        <a16:creationId xmlns:a16="http://schemas.microsoft.com/office/drawing/2014/main" id="{EDD8739B-AF00-B676-C95C-32D847EC6993}"/>
                      </a:ext>
                    </a:extLst>
                  </p:cNvPr>
                  <p:cNvSpPr/>
                  <p:nvPr/>
                </p:nvSpPr>
                <p:spPr>
                  <a:xfrm>
                    <a:off x="3040285" y="4067399"/>
                    <a:ext cx="4003" cy="6244"/>
                  </a:xfrm>
                  <a:custGeom>
                    <a:avLst/>
                    <a:gdLst>
                      <a:gd name="connsiteX0" fmla="*/ 1837 w 4003"/>
                      <a:gd name="connsiteY0" fmla="*/ 3123 h 6244"/>
                      <a:gd name="connsiteX1" fmla="*/ 3563 w 4003"/>
                      <a:gd name="connsiteY1" fmla="*/ 6245 h 6244"/>
                      <a:gd name="connsiteX2" fmla="*/ 4004 w 4003"/>
                      <a:gd name="connsiteY2" fmla="*/ 5878 h 6244"/>
                      <a:gd name="connsiteX3" fmla="*/ 0 w 4003"/>
                      <a:gd name="connsiteY3" fmla="*/ 0 h 6244"/>
                      <a:gd name="connsiteX4" fmla="*/ 1837 w 4003"/>
                      <a:gd name="connsiteY4" fmla="*/ 3123 h 6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3" h="6244">
                        <a:moveTo>
                          <a:pt x="1837" y="3123"/>
                        </a:moveTo>
                        <a:lnTo>
                          <a:pt x="3563" y="6245"/>
                        </a:lnTo>
                        <a:lnTo>
                          <a:pt x="4004" y="5878"/>
                        </a:lnTo>
                        <a:lnTo>
                          <a:pt x="0" y="0"/>
                        </a:lnTo>
                        <a:lnTo>
                          <a:pt x="1837" y="312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61" name="Freeform: Shape 3060">
                    <a:extLst>
                      <a:ext uri="{FF2B5EF4-FFF2-40B4-BE49-F238E27FC236}">
                        <a16:creationId xmlns:a16="http://schemas.microsoft.com/office/drawing/2014/main" id="{C98A99B9-D500-4080-A454-CF0D3115541E}"/>
                      </a:ext>
                    </a:extLst>
                  </p:cNvPr>
                  <p:cNvSpPr/>
                  <p:nvPr/>
                </p:nvSpPr>
                <p:spPr>
                  <a:xfrm>
                    <a:off x="4734639" y="4397086"/>
                    <a:ext cx="7457" cy="7566"/>
                  </a:xfrm>
                  <a:custGeom>
                    <a:avLst/>
                    <a:gdLst>
                      <a:gd name="connsiteX0" fmla="*/ 2975 w 7457"/>
                      <a:gd name="connsiteY0" fmla="*/ 0 h 7566"/>
                      <a:gd name="connsiteX1" fmla="*/ 0 w 7457"/>
                      <a:gd name="connsiteY1" fmla="*/ 7567 h 7566"/>
                      <a:gd name="connsiteX2" fmla="*/ 7457 w 7457"/>
                      <a:gd name="connsiteY2" fmla="*/ 4592 h 7566"/>
                      <a:gd name="connsiteX3" fmla="*/ 6171 w 7457"/>
                      <a:gd name="connsiteY3" fmla="*/ 1286 h 7566"/>
                      <a:gd name="connsiteX4" fmla="*/ 2975 w 7457"/>
                      <a:gd name="connsiteY4" fmla="*/ 0 h 7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57" h="7566">
                        <a:moveTo>
                          <a:pt x="2975" y="0"/>
                        </a:moveTo>
                        <a:lnTo>
                          <a:pt x="0" y="7567"/>
                        </a:lnTo>
                        <a:lnTo>
                          <a:pt x="7457" y="4592"/>
                        </a:lnTo>
                        <a:lnTo>
                          <a:pt x="6171" y="1286"/>
                        </a:lnTo>
                        <a:lnTo>
                          <a:pt x="2975"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62" name="Freeform: Shape 3061">
                    <a:extLst>
                      <a:ext uri="{FF2B5EF4-FFF2-40B4-BE49-F238E27FC236}">
                        <a16:creationId xmlns:a16="http://schemas.microsoft.com/office/drawing/2014/main" id="{104A4B00-C87C-B278-9000-888DAD5E8CCA}"/>
                      </a:ext>
                    </a:extLst>
                  </p:cNvPr>
                  <p:cNvSpPr/>
                  <p:nvPr/>
                </p:nvSpPr>
                <p:spPr>
                  <a:xfrm>
                    <a:off x="4089223" y="4147405"/>
                    <a:ext cx="661064" cy="502300"/>
                  </a:xfrm>
                  <a:custGeom>
                    <a:avLst/>
                    <a:gdLst>
                      <a:gd name="connsiteX0" fmla="*/ 81917 w 661064"/>
                      <a:gd name="connsiteY0" fmla="*/ 4408 h 502300"/>
                      <a:gd name="connsiteX1" fmla="*/ 85370 w 661064"/>
                      <a:gd name="connsiteY1" fmla="*/ 4996 h 502300"/>
                      <a:gd name="connsiteX2" fmla="*/ 88823 w 661064"/>
                      <a:gd name="connsiteY2" fmla="*/ 5730 h 502300"/>
                      <a:gd name="connsiteX3" fmla="*/ 88088 w 661064"/>
                      <a:gd name="connsiteY3" fmla="*/ 10139 h 502300"/>
                      <a:gd name="connsiteX4" fmla="*/ 642147 w 661064"/>
                      <a:gd name="connsiteY4" fmla="*/ 250783 h 502300"/>
                      <a:gd name="connsiteX5" fmla="*/ 8890 w 661064"/>
                      <a:gd name="connsiteY5" fmla="*/ 491243 h 502300"/>
                      <a:gd name="connsiteX6" fmla="*/ 88088 w 661064"/>
                      <a:gd name="connsiteY6" fmla="*/ 10139 h 502300"/>
                      <a:gd name="connsiteX7" fmla="*/ 83974 w 661064"/>
                      <a:gd name="connsiteY7" fmla="*/ 8302 h 502300"/>
                      <a:gd name="connsiteX8" fmla="*/ 85370 w 661064"/>
                      <a:gd name="connsiteY8" fmla="*/ 4996 h 502300"/>
                      <a:gd name="connsiteX9" fmla="*/ 81917 w 661064"/>
                      <a:gd name="connsiteY9" fmla="*/ 4408 h 502300"/>
                      <a:gd name="connsiteX10" fmla="*/ 0 w 661064"/>
                      <a:gd name="connsiteY10" fmla="*/ 502300 h 502300"/>
                      <a:gd name="connsiteX11" fmla="*/ 661065 w 661064"/>
                      <a:gd name="connsiteY11" fmla="*/ 251150 h 502300"/>
                      <a:gd name="connsiteX12" fmla="*/ 82651 w 661064"/>
                      <a:gd name="connsiteY12" fmla="*/ 0 h 502300"/>
                      <a:gd name="connsiteX13" fmla="*/ 81917 w 661064"/>
                      <a:gd name="connsiteY13" fmla="*/ 4408 h 502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1064" h="502300">
                        <a:moveTo>
                          <a:pt x="81917" y="4408"/>
                        </a:moveTo>
                        <a:lnTo>
                          <a:pt x="85370" y="4996"/>
                        </a:lnTo>
                        <a:lnTo>
                          <a:pt x="88823" y="5730"/>
                        </a:lnTo>
                        <a:lnTo>
                          <a:pt x="88088" y="10139"/>
                        </a:lnTo>
                        <a:lnTo>
                          <a:pt x="642147" y="250783"/>
                        </a:lnTo>
                        <a:lnTo>
                          <a:pt x="8890" y="491243"/>
                        </a:lnTo>
                        <a:lnTo>
                          <a:pt x="88088" y="10139"/>
                        </a:lnTo>
                        <a:lnTo>
                          <a:pt x="83974" y="8302"/>
                        </a:lnTo>
                        <a:lnTo>
                          <a:pt x="85370" y="4996"/>
                        </a:lnTo>
                        <a:lnTo>
                          <a:pt x="81917" y="4408"/>
                        </a:lnTo>
                        <a:lnTo>
                          <a:pt x="0" y="502300"/>
                        </a:lnTo>
                        <a:lnTo>
                          <a:pt x="661065" y="251150"/>
                        </a:lnTo>
                        <a:lnTo>
                          <a:pt x="82651" y="0"/>
                        </a:lnTo>
                        <a:lnTo>
                          <a:pt x="81917" y="440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63" name="Freeform: Shape 3062">
                    <a:extLst>
                      <a:ext uri="{FF2B5EF4-FFF2-40B4-BE49-F238E27FC236}">
                        <a16:creationId xmlns:a16="http://schemas.microsoft.com/office/drawing/2014/main" id="{859E60DB-E112-129B-8DF6-5C617AE0FF73}"/>
                      </a:ext>
                    </a:extLst>
                  </p:cNvPr>
                  <p:cNvSpPr/>
                  <p:nvPr/>
                </p:nvSpPr>
                <p:spPr>
                  <a:xfrm>
                    <a:off x="4173198" y="4152401"/>
                    <a:ext cx="4848" cy="5142"/>
                  </a:xfrm>
                  <a:custGeom>
                    <a:avLst/>
                    <a:gdLst>
                      <a:gd name="connsiteX0" fmla="*/ 0 w 4848"/>
                      <a:gd name="connsiteY0" fmla="*/ 3306 h 5142"/>
                      <a:gd name="connsiteX1" fmla="*/ 4114 w 4848"/>
                      <a:gd name="connsiteY1" fmla="*/ 5143 h 5142"/>
                      <a:gd name="connsiteX2" fmla="*/ 4849 w 4848"/>
                      <a:gd name="connsiteY2" fmla="*/ 735 h 5142"/>
                      <a:gd name="connsiteX3" fmla="*/ 1395 w 4848"/>
                      <a:gd name="connsiteY3" fmla="*/ 0 h 5142"/>
                      <a:gd name="connsiteX4" fmla="*/ 0 w 4848"/>
                      <a:gd name="connsiteY4" fmla="*/ 3306 h 5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8" h="5142">
                        <a:moveTo>
                          <a:pt x="0" y="3306"/>
                        </a:moveTo>
                        <a:lnTo>
                          <a:pt x="4114" y="5143"/>
                        </a:lnTo>
                        <a:lnTo>
                          <a:pt x="4849" y="735"/>
                        </a:lnTo>
                        <a:lnTo>
                          <a:pt x="1395" y="0"/>
                        </a:lnTo>
                        <a:lnTo>
                          <a:pt x="0" y="330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64" name="Freeform: Shape 3063">
                    <a:extLst>
                      <a:ext uri="{FF2B5EF4-FFF2-40B4-BE49-F238E27FC236}">
                        <a16:creationId xmlns:a16="http://schemas.microsoft.com/office/drawing/2014/main" id="{A45A20C1-874B-98AF-E335-A9238BB99B6F}"/>
                      </a:ext>
                    </a:extLst>
                  </p:cNvPr>
                  <p:cNvSpPr/>
                  <p:nvPr/>
                </p:nvSpPr>
                <p:spPr>
                  <a:xfrm>
                    <a:off x="4090656" y="4644196"/>
                    <a:ext cx="5841" cy="6244"/>
                  </a:xfrm>
                  <a:custGeom>
                    <a:avLst/>
                    <a:gdLst>
                      <a:gd name="connsiteX0" fmla="*/ 0 w 5841"/>
                      <a:gd name="connsiteY0" fmla="*/ 1837 h 6244"/>
                      <a:gd name="connsiteX1" fmla="*/ 2535 w 5841"/>
                      <a:gd name="connsiteY1" fmla="*/ 6245 h 6244"/>
                      <a:gd name="connsiteX2" fmla="*/ 5841 w 5841"/>
                      <a:gd name="connsiteY2" fmla="*/ 2387 h 6244"/>
                      <a:gd name="connsiteX3" fmla="*/ 3086 w 5841"/>
                      <a:gd name="connsiteY3" fmla="*/ 0 h 6244"/>
                      <a:gd name="connsiteX4" fmla="*/ 0 w 5841"/>
                      <a:gd name="connsiteY4" fmla="*/ 1837 h 6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1" h="6244">
                        <a:moveTo>
                          <a:pt x="0" y="1837"/>
                        </a:moveTo>
                        <a:lnTo>
                          <a:pt x="2535" y="6245"/>
                        </a:lnTo>
                        <a:lnTo>
                          <a:pt x="5841" y="2387"/>
                        </a:lnTo>
                        <a:lnTo>
                          <a:pt x="3086" y="0"/>
                        </a:lnTo>
                        <a:lnTo>
                          <a:pt x="0" y="183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65" name="Freeform: Shape 3064">
                    <a:extLst>
                      <a:ext uri="{FF2B5EF4-FFF2-40B4-BE49-F238E27FC236}">
                        <a16:creationId xmlns:a16="http://schemas.microsoft.com/office/drawing/2014/main" id="{FF49DB28-E933-D9F3-8AE4-9110C92D7C44}"/>
                      </a:ext>
                    </a:extLst>
                  </p:cNvPr>
                  <p:cNvSpPr/>
                  <p:nvPr/>
                </p:nvSpPr>
                <p:spPr>
                  <a:xfrm>
                    <a:off x="3040359" y="4066995"/>
                    <a:ext cx="1138421" cy="582710"/>
                  </a:xfrm>
                  <a:custGeom>
                    <a:avLst/>
                    <a:gdLst>
                      <a:gd name="connsiteX0" fmla="*/ 1134234 w 1138421"/>
                      <a:gd name="connsiteY0" fmla="*/ 85406 h 582710"/>
                      <a:gd name="connsiteX1" fmla="*/ 1134051 w 1138421"/>
                      <a:gd name="connsiteY1" fmla="*/ 89080 h 582710"/>
                      <a:gd name="connsiteX2" fmla="*/ 1130120 w 1138421"/>
                      <a:gd name="connsiteY2" fmla="*/ 88713 h 582710"/>
                      <a:gd name="connsiteX3" fmla="*/ 1050665 w 1138421"/>
                      <a:gd name="connsiteY3" fmla="*/ 571654 h 582710"/>
                      <a:gd name="connsiteX4" fmla="*/ 17816 w 1138421"/>
                      <a:gd name="connsiteY4" fmla="*/ 8339 h 582710"/>
                      <a:gd name="connsiteX5" fmla="*/ 1130120 w 1138421"/>
                      <a:gd name="connsiteY5" fmla="*/ 88713 h 582710"/>
                      <a:gd name="connsiteX6" fmla="*/ 1130781 w 1138421"/>
                      <a:gd name="connsiteY6" fmla="*/ 84819 h 582710"/>
                      <a:gd name="connsiteX7" fmla="*/ 1134234 w 1138421"/>
                      <a:gd name="connsiteY7" fmla="*/ 85406 h 582710"/>
                      <a:gd name="connsiteX8" fmla="*/ 1134492 w 1138421"/>
                      <a:gd name="connsiteY8" fmla="*/ 81880 h 582710"/>
                      <a:gd name="connsiteX9" fmla="*/ 1910 w 1138421"/>
                      <a:gd name="connsiteY9" fmla="*/ 0 h 582710"/>
                      <a:gd name="connsiteX10" fmla="*/ 0 w 1138421"/>
                      <a:gd name="connsiteY10" fmla="*/ 6649 h 582710"/>
                      <a:gd name="connsiteX11" fmla="*/ 1055954 w 1138421"/>
                      <a:gd name="connsiteY11" fmla="*/ 582711 h 582710"/>
                      <a:gd name="connsiteX12" fmla="*/ 1138422 w 1138421"/>
                      <a:gd name="connsiteY12" fmla="*/ 82247 h 582710"/>
                      <a:gd name="connsiteX13" fmla="*/ 1134492 w 1138421"/>
                      <a:gd name="connsiteY13" fmla="*/ 81880 h 582710"/>
                      <a:gd name="connsiteX14" fmla="*/ 1134234 w 1138421"/>
                      <a:gd name="connsiteY14" fmla="*/ 85406 h 58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38421" h="582710">
                        <a:moveTo>
                          <a:pt x="1134234" y="85406"/>
                        </a:moveTo>
                        <a:lnTo>
                          <a:pt x="1134051" y="89080"/>
                        </a:lnTo>
                        <a:lnTo>
                          <a:pt x="1130120" y="88713"/>
                        </a:lnTo>
                        <a:lnTo>
                          <a:pt x="1050665" y="571654"/>
                        </a:lnTo>
                        <a:lnTo>
                          <a:pt x="17816" y="8339"/>
                        </a:lnTo>
                        <a:lnTo>
                          <a:pt x="1130120" y="88713"/>
                        </a:lnTo>
                        <a:lnTo>
                          <a:pt x="1130781" y="84819"/>
                        </a:lnTo>
                        <a:lnTo>
                          <a:pt x="1134234" y="85406"/>
                        </a:lnTo>
                        <a:lnTo>
                          <a:pt x="1134492" y="81880"/>
                        </a:lnTo>
                        <a:lnTo>
                          <a:pt x="1910" y="0"/>
                        </a:lnTo>
                        <a:lnTo>
                          <a:pt x="0" y="6649"/>
                        </a:lnTo>
                        <a:lnTo>
                          <a:pt x="1055954" y="582711"/>
                        </a:lnTo>
                        <a:lnTo>
                          <a:pt x="1138422" y="82247"/>
                        </a:lnTo>
                        <a:lnTo>
                          <a:pt x="1134492" y="81880"/>
                        </a:lnTo>
                        <a:lnTo>
                          <a:pt x="1134234" y="8540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66" name="Freeform: Shape 3065">
                    <a:extLst>
                      <a:ext uri="{FF2B5EF4-FFF2-40B4-BE49-F238E27FC236}">
                        <a16:creationId xmlns:a16="http://schemas.microsoft.com/office/drawing/2014/main" id="{5DABFC92-0FEB-E80C-635A-3DD06178E2BB}"/>
                      </a:ext>
                    </a:extLst>
                  </p:cNvPr>
                  <p:cNvSpPr/>
                  <p:nvPr/>
                </p:nvSpPr>
                <p:spPr>
                  <a:xfrm>
                    <a:off x="4170479" y="4151814"/>
                    <a:ext cx="4114" cy="4261"/>
                  </a:xfrm>
                  <a:custGeom>
                    <a:avLst/>
                    <a:gdLst>
                      <a:gd name="connsiteX0" fmla="*/ 0 w 4114"/>
                      <a:gd name="connsiteY0" fmla="*/ 3894 h 4261"/>
                      <a:gd name="connsiteX1" fmla="*/ 3931 w 4114"/>
                      <a:gd name="connsiteY1" fmla="*/ 4261 h 4261"/>
                      <a:gd name="connsiteX2" fmla="*/ 4114 w 4114"/>
                      <a:gd name="connsiteY2" fmla="*/ 588 h 4261"/>
                      <a:gd name="connsiteX3" fmla="*/ 661 w 4114"/>
                      <a:gd name="connsiteY3" fmla="*/ 0 h 4261"/>
                      <a:gd name="connsiteX4" fmla="*/ 0 w 4114"/>
                      <a:gd name="connsiteY4" fmla="*/ 3894 h 4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4" h="4261">
                        <a:moveTo>
                          <a:pt x="0" y="3894"/>
                        </a:moveTo>
                        <a:lnTo>
                          <a:pt x="3931" y="4261"/>
                        </a:lnTo>
                        <a:lnTo>
                          <a:pt x="4114" y="588"/>
                        </a:lnTo>
                        <a:lnTo>
                          <a:pt x="661" y="0"/>
                        </a:lnTo>
                        <a:lnTo>
                          <a:pt x="0" y="389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67" name="Freeform: Shape 3066">
                    <a:extLst>
                      <a:ext uri="{FF2B5EF4-FFF2-40B4-BE49-F238E27FC236}">
                        <a16:creationId xmlns:a16="http://schemas.microsoft.com/office/drawing/2014/main" id="{7C8408B2-B3C9-E290-F9C1-78BD636DCF14}"/>
                      </a:ext>
                    </a:extLst>
                  </p:cNvPr>
                  <p:cNvSpPr/>
                  <p:nvPr/>
                </p:nvSpPr>
                <p:spPr>
                  <a:xfrm>
                    <a:off x="4088305" y="4641955"/>
                    <a:ext cx="5437" cy="5363"/>
                  </a:xfrm>
                  <a:custGeom>
                    <a:avLst/>
                    <a:gdLst>
                      <a:gd name="connsiteX0" fmla="*/ 0 w 5437"/>
                      <a:gd name="connsiteY0" fmla="*/ 3343 h 5363"/>
                      <a:gd name="connsiteX1" fmla="*/ 3747 w 5437"/>
                      <a:gd name="connsiteY1" fmla="*/ 5363 h 5363"/>
                      <a:gd name="connsiteX2" fmla="*/ 5437 w 5437"/>
                      <a:gd name="connsiteY2" fmla="*/ 2241 h 5363"/>
                      <a:gd name="connsiteX3" fmla="*/ 2718 w 5437"/>
                      <a:gd name="connsiteY3" fmla="*/ 0 h 5363"/>
                      <a:gd name="connsiteX4" fmla="*/ 0 w 5437"/>
                      <a:gd name="connsiteY4" fmla="*/ 3343 h 5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7" h="5363">
                        <a:moveTo>
                          <a:pt x="0" y="3343"/>
                        </a:moveTo>
                        <a:lnTo>
                          <a:pt x="3747" y="5363"/>
                        </a:lnTo>
                        <a:lnTo>
                          <a:pt x="5437" y="2241"/>
                        </a:lnTo>
                        <a:lnTo>
                          <a:pt x="2718" y="0"/>
                        </a:lnTo>
                        <a:lnTo>
                          <a:pt x="0" y="334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68" name="Freeform: Shape 3067">
                    <a:extLst>
                      <a:ext uri="{FF2B5EF4-FFF2-40B4-BE49-F238E27FC236}">
                        <a16:creationId xmlns:a16="http://schemas.microsoft.com/office/drawing/2014/main" id="{F365A533-8CE8-86EC-B2A0-527369E5F7AB}"/>
                      </a:ext>
                    </a:extLst>
                  </p:cNvPr>
                  <p:cNvSpPr/>
                  <p:nvPr/>
                </p:nvSpPr>
                <p:spPr>
                  <a:xfrm>
                    <a:off x="6114660" y="2759266"/>
                    <a:ext cx="4885" cy="4959"/>
                  </a:xfrm>
                  <a:custGeom>
                    <a:avLst/>
                    <a:gdLst>
                      <a:gd name="connsiteX0" fmla="*/ 0 w 4885"/>
                      <a:gd name="connsiteY0" fmla="*/ 3123 h 4959"/>
                      <a:gd name="connsiteX1" fmla="*/ 3637 w 4885"/>
                      <a:gd name="connsiteY1" fmla="*/ 4959 h 4959"/>
                      <a:gd name="connsiteX2" fmla="*/ 4886 w 4885"/>
                      <a:gd name="connsiteY2" fmla="*/ 1102 h 4959"/>
                      <a:gd name="connsiteX3" fmla="*/ 1433 w 4885"/>
                      <a:gd name="connsiteY3" fmla="*/ 0 h 4959"/>
                      <a:gd name="connsiteX4" fmla="*/ 0 w 4885"/>
                      <a:gd name="connsiteY4" fmla="*/ 3123 h 4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5" h="4959">
                        <a:moveTo>
                          <a:pt x="0" y="3123"/>
                        </a:moveTo>
                        <a:lnTo>
                          <a:pt x="3637" y="4959"/>
                        </a:lnTo>
                        <a:lnTo>
                          <a:pt x="4886" y="1102"/>
                        </a:lnTo>
                        <a:lnTo>
                          <a:pt x="1433" y="0"/>
                        </a:lnTo>
                        <a:lnTo>
                          <a:pt x="0" y="312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69" name="Freeform: Shape 3068">
                    <a:extLst>
                      <a:ext uri="{FF2B5EF4-FFF2-40B4-BE49-F238E27FC236}">
                        <a16:creationId xmlns:a16="http://schemas.microsoft.com/office/drawing/2014/main" id="{32FB17D8-F02A-9315-68C4-F18D85803312}"/>
                      </a:ext>
                    </a:extLst>
                  </p:cNvPr>
                  <p:cNvSpPr/>
                  <p:nvPr/>
                </p:nvSpPr>
                <p:spPr>
                  <a:xfrm>
                    <a:off x="4739194" y="4398372"/>
                    <a:ext cx="4885" cy="5179"/>
                  </a:xfrm>
                  <a:custGeom>
                    <a:avLst/>
                    <a:gdLst>
                      <a:gd name="connsiteX0" fmla="*/ 0 w 4885"/>
                      <a:gd name="connsiteY0" fmla="*/ 3122 h 5179"/>
                      <a:gd name="connsiteX1" fmla="*/ 3453 w 4885"/>
                      <a:gd name="connsiteY1" fmla="*/ 5180 h 5179"/>
                      <a:gd name="connsiteX2" fmla="*/ 4885 w 4885"/>
                      <a:gd name="connsiteY2" fmla="*/ 1286 h 5179"/>
                      <a:gd name="connsiteX3" fmla="*/ 1616 w 4885"/>
                      <a:gd name="connsiteY3" fmla="*/ 0 h 5179"/>
                      <a:gd name="connsiteX4" fmla="*/ 0 w 4885"/>
                      <a:gd name="connsiteY4" fmla="*/ 3122 h 5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5" h="5179">
                        <a:moveTo>
                          <a:pt x="0" y="3122"/>
                        </a:moveTo>
                        <a:lnTo>
                          <a:pt x="3453" y="5180"/>
                        </a:lnTo>
                        <a:lnTo>
                          <a:pt x="4885" y="1286"/>
                        </a:lnTo>
                        <a:lnTo>
                          <a:pt x="1616" y="0"/>
                        </a:lnTo>
                        <a:lnTo>
                          <a:pt x="0" y="312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70" name="Freeform: Shape 3069">
                    <a:extLst>
                      <a:ext uri="{FF2B5EF4-FFF2-40B4-BE49-F238E27FC236}">
                        <a16:creationId xmlns:a16="http://schemas.microsoft.com/office/drawing/2014/main" id="{69C54DF5-A0DB-2DC1-94AD-E380A3BAF64C}"/>
                      </a:ext>
                    </a:extLst>
                  </p:cNvPr>
                  <p:cNvSpPr/>
                  <p:nvPr/>
                </p:nvSpPr>
                <p:spPr>
                  <a:xfrm>
                    <a:off x="6351557" y="4478048"/>
                    <a:ext cx="7346" cy="5877"/>
                  </a:xfrm>
                  <a:custGeom>
                    <a:avLst/>
                    <a:gdLst>
                      <a:gd name="connsiteX0" fmla="*/ 0 w 7346"/>
                      <a:gd name="connsiteY0" fmla="*/ 5510 h 5877"/>
                      <a:gd name="connsiteX1" fmla="*/ 7163 w 7346"/>
                      <a:gd name="connsiteY1" fmla="*/ 5878 h 5877"/>
                      <a:gd name="connsiteX2" fmla="*/ 7347 w 7346"/>
                      <a:gd name="connsiteY2" fmla="*/ 2204 h 5877"/>
                      <a:gd name="connsiteX3" fmla="*/ 4629 w 7346"/>
                      <a:gd name="connsiteY3" fmla="*/ 0 h 5877"/>
                      <a:gd name="connsiteX4" fmla="*/ 0 w 7346"/>
                      <a:gd name="connsiteY4" fmla="*/ 5510 h 58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6" h="5877">
                        <a:moveTo>
                          <a:pt x="0" y="5510"/>
                        </a:moveTo>
                        <a:lnTo>
                          <a:pt x="7163" y="5878"/>
                        </a:lnTo>
                        <a:lnTo>
                          <a:pt x="7347" y="2204"/>
                        </a:lnTo>
                        <a:lnTo>
                          <a:pt x="4629" y="0"/>
                        </a:lnTo>
                        <a:lnTo>
                          <a:pt x="0" y="551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71" name="Freeform: Shape 3070">
                    <a:extLst>
                      <a:ext uri="{FF2B5EF4-FFF2-40B4-BE49-F238E27FC236}">
                        <a16:creationId xmlns:a16="http://schemas.microsoft.com/office/drawing/2014/main" id="{DA97D111-8E5F-E414-8AE4-34DA8D3AD9CF}"/>
                      </a:ext>
                    </a:extLst>
                  </p:cNvPr>
                  <p:cNvSpPr/>
                  <p:nvPr/>
                </p:nvSpPr>
                <p:spPr>
                  <a:xfrm>
                    <a:off x="4739194" y="4394699"/>
                    <a:ext cx="1627093" cy="663819"/>
                  </a:xfrm>
                  <a:custGeom>
                    <a:avLst/>
                    <a:gdLst>
                      <a:gd name="connsiteX0" fmla="*/ 1619710 w 1627093"/>
                      <a:gd name="connsiteY0" fmla="*/ 85554 h 663819"/>
                      <a:gd name="connsiteX1" fmla="*/ 1619527 w 1627093"/>
                      <a:gd name="connsiteY1" fmla="*/ 89227 h 663819"/>
                      <a:gd name="connsiteX2" fmla="*/ 1612363 w 1627093"/>
                      <a:gd name="connsiteY2" fmla="*/ 88859 h 663819"/>
                      <a:gd name="connsiteX3" fmla="*/ 1133536 w 1627093"/>
                      <a:gd name="connsiteY3" fmla="*/ 654783 h 663819"/>
                      <a:gd name="connsiteX4" fmla="*/ 16163 w 1627093"/>
                      <a:gd name="connsiteY4" fmla="*/ 7898 h 663819"/>
                      <a:gd name="connsiteX5" fmla="*/ 1612363 w 1627093"/>
                      <a:gd name="connsiteY5" fmla="*/ 88859 h 663819"/>
                      <a:gd name="connsiteX6" fmla="*/ 1616992 w 1627093"/>
                      <a:gd name="connsiteY6" fmla="*/ 83349 h 663819"/>
                      <a:gd name="connsiteX7" fmla="*/ 1619710 w 1627093"/>
                      <a:gd name="connsiteY7" fmla="*/ 85554 h 663819"/>
                      <a:gd name="connsiteX8" fmla="*/ 1619894 w 1627093"/>
                      <a:gd name="connsiteY8" fmla="*/ 82064 h 663819"/>
                      <a:gd name="connsiteX9" fmla="*/ 1800 w 1627093"/>
                      <a:gd name="connsiteY9" fmla="*/ 0 h 663819"/>
                      <a:gd name="connsiteX10" fmla="*/ 0 w 1627093"/>
                      <a:gd name="connsiteY10" fmla="*/ 6796 h 663819"/>
                      <a:gd name="connsiteX11" fmla="*/ 1135116 w 1627093"/>
                      <a:gd name="connsiteY11" fmla="*/ 663819 h 663819"/>
                      <a:gd name="connsiteX12" fmla="*/ 1627094 w 1627093"/>
                      <a:gd name="connsiteY12" fmla="*/ 82431 h 663819"/>
                      <a:gd name="connsiteX13" fmla="*/ 1619894 w 1627093"/>
                      <a:gd name="connsiteY13" fmla="*/ 82064 h 663819"/>
                      <a:gd name="connsiteX14" fmla="*/ 1619710 w 1627093"/>
                      <a:gd name="connsiteY14" fmla="*/ 85554 h 663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27093" h="663819">
                        <a:moveTo>
                          <a:pt x="1619710" y="85554"/>
                        </a:moveTo>
                        <a:lnTo>
                          <a:pt x="1619527" y="89227"/>
                        </a:lnTo>
                        <a:lnTo>
                          <a:pt x="1612363" y="88859"/>
                        </a:lnTo>
                        <a:lnTo>
                          <a:pt x="1133536" y="654783"/>
                        </a:lnTo>
                        <a:lnTo>
                          <a:pt x="16163" y="7898"/>
                        </a:lnTo>
                        <a:lnTo>
                          <a:pt x="1612363" y="88859"/>
                        </a:lnTo>
                        <a:lnTo>
                          <a:pt x="1616992" y="83349"/>
                        </a:lnTo>
                        <a:lnTo>
                          <a:pt x="1619710" y="85554"/>
                        </a:lnTo>
                        <a:lnTo>
                          <a:pt x="1619894" y="82064"/>
                        </a:lnTo>
                        <a:lnTo>
                          <a:pt x="1800" y="0"/>
                        </a:lnTo>
                        <a:lnTo>
                          <a:pt x="0" y="6796"/>
                        </a:lnTo>
                        <a:lnTo>
                          <a:pt x="1135116" y="663819"/>
                        </a:lnTo>
                        <a:lnTo>
                          <a:pt x="1627094" y="82431"/>
                        </a:lnTo>
                        <a:lnTo>
                          <a:pt x="1619894" y="82064"/>
                        </a:lnTo>
                        <a:lnTo>
                          <a:pt x="1619710" y="8555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72" name="Freeform: Shape 3071">
                    <a:extLst>
                      <a:ext uri="{FF2B5EF4-FFF2-40B4-BE49-F238E27FC236}">
                        <a16:creationId xmlns:a16="http://schemas.microsoft.com/office/drawing/2014/main" id="{632FC8BA-C8A3-6382-3513-E5B49D1971E2}"/>
                      </a:ext>
                    </a:extLst>
                  </p:cNvPr>
                  <p:cNvSpPr/>
                  <p:nvPr/>
                </p:nvSpPr>
                <p:spPr>
                  <a:xfrm>
                    <a:off x="5865824" y="4478048"/>
                    <a:ext cx="496349" cy="579551"/>
                  </a:xfrm>
                  <a:custGeom>
                    <a:avLst/>
                    <a:gdLst>
                      <a:gd name="connsiteX0" fmla="*/ 493080 w 496349"/>
                      <a:gd name="connsiteY0" fmla="*/ 2204 h 579551"/>
                      <a:gd name="connsiteX1" fmla="*/ 495835 w 496349"/>
                      <a:gd name="connsiteY1" fmla="*/ 4592 h 579551"/>
                      <a:gd name="connsiteX2" fmla="*/ 480591 w 496349"/>
                      <a:gd name="connsiteY2" fmla="*/ 22665 h 579551"/>
                      <a:gd name="connsiteX3" fmla="*/ 247991 w 496349"/>
                      <a:gd name="connsiteY3" fmla="*/ 572352 h 579551"/>
                      <a:gd name="connsiteX4" fmla="*/ 15281 w 496349"/>
                      <a:gd name="connsiteY4" fmla="*/ 572352 h 579551"/>
                      <a:gd name="connsiteX5" fmla="*/ 480591 w 496349"/>
                      <a:gd name="connsiteY5" fmla="*/ 22665 h 579551"/>
                      <a:gd name="connsiteX6" fmla="*/ 489811 w 496349"/>
                      <a:gd name="connsiteY6" fmla="*/ 918 h 579551"/>
                      <a:gd name="connsiteX7" fmla="*/ 493080 w 496349"/>
                      <a:gd name="connsiteY7" fmla="*/ 2204 h 579551"/>
                      <a:gd name="connsiteX8" fmla="*/ 490362 w 496349"/>
                      <a:gd name="connsiteY8" fmla="*/ 0 h 579551"/>
                      <a:gd name="connsiteX9" fmla="*/ 0 w 496349"/>
                      <a:gd name="connsiteY9" fmla="*/ 579552 h 579551"/>
                      <a:gd name="connsiteX10" fmla="*/ 252656 w 496349"/>
                      <a:gd name="connsiteY10" fmla="*/ 579552 h 579551"/>
                      <a:gd name="connsiteX11" fmla="*/ 496349 w 496349"/>
                      <a:gd name="connsiteY11" fmla="*/ 3673 h 579551"/>
                      <a:gd name="connsiteX12" fmla="*/ 490362 w 496349"/>
                      <a:gd name="connsiteY12" fmla="*/ 0 h 579551"/>
                      <a:gd name="connsiteX13" fmla="*/ 493080 w 496349"/>
                      <a:gd name="connsiteY13" fmla="*/ 2204 h 57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6349" h="579551">
                        <a:moveTo>
                          <a:pt x="493080" y="2204"/>
                        </a:moveTo>
                        <a:lnTo>
                          <a:pt x="495835" y="4592"/>
                        </a:lnTo>
                        <a:lnTo>
                          <a:pt x="480591" y="22665"/>
                        </a:lnTo>
                        <a:lnTo>
                          <a:pt x="247991" y="572352"/>
                        </a:lnTo>
                        <a:lnTo>
                          <a:pt x="15281" y="572352"/>
                        </a:lnTo>
                        <a:lnTo>
                          <a:pt x="480591" y="22665"/>
                        </a:lnTo>
                        <a:lnTo>
                          <a:pt x="489811" y="918"/>
                        </a:lnTo>
                        <a:lnTo>
                          <a:pt x="493080" y="2204"/>
                        </a:lnTo>
                        <a:lnTo>
                          <a:pt x="490362" y="0"/>
                        </a:lnTo>
                        <a:lnTo>
                          <a:pt x="0" y="579552"/>
                        </a:lnTo>
                        <a:lnTo>
                          <a:pt x="252656" y="579552"/>
                        </a:lnTo>
                        <a:lnTo>
                          <a:pt x="496349" y="3673"/>
                        </a:lnTo>
                        <a:lnTo>
                          <a:pt x="490362" y="0"/>
                        </a:lnTo>
                        <a:lnTo>
                          <a:pt x="493080" y="220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73" name="Freeform: Shape 3072">
                    <a:extLst>
                      <a:ext uri="{FF2B5EF4-FFF2-40B4-BE49-F238E27FC236}">
                        <a16:creationId xmlns:a16="http://schemas.microsoft.com/office/drawing/2014/main" id="{6A11AC59-61C2-AFD9-8C7D-6CD1BCBC1251}"/>
                      </a:ext>
                    </a:extLst>
                  </p:cNvPr>
                  <p:cNvSpPr/>
                  <p:nvPr/>
                </p:nvSpPr>
                <p:spPr>
                  <a:xfrm>
                    <a:off x="6346415" y="4478966"/>
                    <a:ext cx="15244" cy="21746"/>
                  </a:xfrm>
                  <a:custGeom>
                    <a:avLst/>
                    <a:gdLst>
                      <a:gd name="connsiteX0" fmla="*/ 9220 w 15244"/>
                      <a:gd name="connsiteY0" fmla="*/ 0 h 21746"/>
                      <a:gd name="connsiteX1" fmla="*/ 0 w 15244"/>
                      <a:gd name="connsiteY1" fmla="*/ 21747 h 21746"/>
                      <a:gd name="connsiteX2" fmla="*/ 15244 w 15244"/>
                      <a:gd name="connsiteY2" fmla="*/ 3673 h 21746"/>
                      <a:gd name="connsiteX3" fmla="*/ 12489 w 15244"/>
                      <a:gd name="connsiteY3" fmla="*/ 1286 h 21746"/>
                      <a:gd name="connsiteX4" fmla="*/ 9220 w 15244"/>
                      <a:gd name="connsiteY4" fmla="*/ 0 h 217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4" h="21746">
                        <a:moveTo>
                          <a:pt x="9220" y="0"/>
                        </a:moveTo>
                        <a:lnTo>
                          <a:pt x="0" y="21747"/>
                        </a:lnTo>
                        <a:lnTo>
                          <a:pt x="15244" y="3673"/>
                        </a:lnTo>
                        <a:lnTo>
                          <a:pt x="12489" y="1286"/>
                        </a:lnTo>
                        <a:lnTo>
                          <a:pt x="9220"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74" name="Freeform: Shape 3073">
                    <a:extLst>
                      <a:ext uri="{FF2B5EF4-FFF2-40B4-BE49-F238E27FC236}">
                        <a16:creationId xmlns:a16="http://schemas.microsoft.com/office/drawing/2014/main" id="{B5FA8387-C7CD-1C48-CD86-3231F04B62A8}"/>
                      </a:ext>
                    </a:extLst>
                  </p:cNvPr>
                  <p:cNvSpPr/>
                  <p:nvPr/>
                </p:nvSpPr>
                <p:spPr>
                  <a:xfrm>
                    <a:off x="6112640" y="5053926"/>
                    <a:ext cx="3452" cy="3673"/>
                  </a:xfrm>
                  <a:custGeom>
                    <a:avLst/>
                    <a:gdLst>
                      <a:gd name="connsiteX0" fmla="*/ 183 w 3452"/>
                      <a:gd name="connsiteY0" fmla="*/ 3673 h 3673"/>
                      <a:gd name="connsiteX1" fmla="*/ 3453 w 3452"/>
                      <a:gd name="connsiteY1" fmla="*/ 3673 h 3673"/>
                      <a:gd name="connsiteX2" fmla="*/ 3453 w 3452"/>
                      <a:gd name="connsiteY2" fmla="*/ 0 h 3673"/>
                      <a:gd name="connsiteX3" fmla="*/ 0 w 3452"/>
                      <a:gd name="connsiteY3" fmla="*/ 367 h 3673"/>
                      <a:gd name="connsiteX4" fmla="*/ 183 w 3452"/>
                      <a:gd name="connsiteY4" fmla="*/ 3673 h 3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2" h="3673">
                        <a:moveTo>
                          <a:pt x="183" y="3673"/>
                        </a:moveTo>
                        <a:lnTo>
                          <a:pt x="3453" y="3673"/>
                        </a:lnTo>
                        <a:lnTo>
                          <a:pt x="3453" y="0"/>
                        </a:lnTo>
                        <a:lnTo>
                          <a:pt x="0" y="367"/>
                        </a:lnTo>
                        <a:lnTo>
                          <a:pt x="183" y="367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75" name="Freeform: Shape 3074">
                    <a:extLst>
                      <a:ext uri="{FF2B5EF4-FFF2-40B4-BE49-F238E27FC236}">
                        <a16:creationId xmlns:a16="http://schemas.microsoft.com/office/drawing/2014/main" id="{7CE452FB-B3EB-22AC-DBD2-43E4C00B2EBC}"/>
                      </a:ext>
                    </a:extLst>
                  </p:cNvPr>
                  <p:cNvSpPr/>
                  <p:nvPr/>
                </p:nvSpPr>
                <p:spPr>
                  <a:xfrm>
                    <a:off x="5862923" y="5051355"/>
                    <a:ext cx="10909" cy="7530"/>
                  </a:xfrm>
                  <a:custGeom>
                    <a:avLst/>
                    <a:gdLst>
                      <a:gd name="connsiteX0" fmla="*/ 8192 w 10909"/>
                      <a:gd name="connsiteY0" fmla="*/ 0 h 7530"/>
                      <a:gd name="connsiteX1" fmla="*/ 0 w 10909"/>
                      <a:gd name="connsiteY1" fmla="*/ 7530 h 7530"/>
                      <a:gd name="connsiteX2" fmla="*/ 10910 w 10909"/>
                      <a:gd name="connsiteY2" fmla="*/ 6245 h 7530"/>
                      <a:gd name="connsiteX3" fmla="*/ 10543 w 10909"/>
                      <a:gd name="connsiteY3" fmla="*/ 2571 h 7530"/>
                      <a:gd name="connsiteX4" fmla="*/ 8192 w 10909"/>
                      <a:gd name="connsiteY4" fmla="*/ 0 h 7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09" h="7530">
                        <a:moveTo>
                          <a:pt x="8192" y="0"/>
                        </a:moveTo>
                        <a:lnTo>
                          <a:pt x="0" y="7530"/>
                        </a:lnTo>
                        <a:lnTo>
                          <a:pt x="10910" y="6245"/>
                        </a:lnTo>
                        <a:lnTo>
                          <a:pt x="10543" y="2571"/>
                        </a:lnTo>
                        <a:lnTo>
                          <a:pt x="8192"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76" name="Freeform: Shape 3075">
                    <a:extLst>
                      <a:ext uri="{FF2B5EF4-FFF2-40B4-BE49-F238E27FC236}">
                        <a16:creationId xmlns:a16="http://schemas.microsoft.com/office/drawing/2014/main" id="{9945FF1A-94EA-795A-D033-E74CF629E34C}"/>
                      </a:ext>
                    </a:extLst>
                  </p:cNvPr>
                  <p:cNvSpPr/>
                  <p:nvPr/>
                </p:nvSpPr>
                <p:spPr>
                  <a:xfrm>
                    <a:off x="5870122" y="5053926"/>
                    <a:ext cx="5730" cy="6612"/>
                  </a:xfrm>
                  <a:custGeom>
                    <a:avLst/>
                    <a:gdLst>
                      <a:gd name="connsiteX0" fmla="*/ 0 w 5730"/>
                      <a:gd name="connsiteY0" fmla="*/ 918 h 6612"/>
                      <a:gd name="connsiteX1" fmla="*/ 1433 w 5730"/>
                      <a:gd name="connsiteY1" fmla="*/ 6612 h 6612"/>
                      <a:gd name="connsiteX2" fmla="*/ 5730 w 5730"/>
                      <a:gd name="connsiteY2" fmla="*/ 2755 h 6612"/>
                      <a:gd name="connsiteX3" fmla="*/ 3343 w 5730"/>
                      <a:gd name="connsiteY3" fmla="*/ 0 h 6612"/>
                      <a:gd name="connsiteX4" fmla="*/ 0 w 5730"/>
                      <a:gd name="connsiteY4" fmla="*/ 918 h 6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0" h="6612">
                        <a:moveTo>
                          <a:pt x="0" y="918"/>
                        </a:moveTo>
                        <a:lnTo>
                          <a:pt x="1433" y="6612"/>
                        </a:lnTo>
                        <a:lnTo>
                          <a:pt x="5730" y="2755"/>
                        </a:lnTo>
                        <a:lnTo>
                          <a:pt x="3343" y="0"/>
                        </a:lnTo>
                        <a:lnTo>
                          <a:pt x="0" y="91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77" name="Freeform: Shape 3076">
                    <a:extLst>
                      <a:ext uri="{FF2B5EF4-FFF2-40B4-BE49-F238E27FC236}">
                        <a16:creationId xmlns:a16="http://schemas.microsoft.com/office/drawing/2014/main" id="{A3BD9DCF-CFF8-EB2E-2559-D91EAB754455}"/>
                      </a:ext>
                    </a:extLst>
                  </p:cNvPr>
                  <p:cNvSpPr/>
                  <p:nvPr/>
                </p:nvSpPr>
                <p:spPr>
                  <a:xfrm>
                    <a:off x="2303402" y="3078631"/>
                    <a:ext cx="986012" cy="998906"/>
                  </a:xfrm>
                  <a:custGeom>
                    <a:avLst/>
                    <a:gdLst>
                      <a:gd name="connsiteX0" fmla="*/ 981274 w 986012"/>
                      <a:gd name="connsiteY0" fmla="*/ 418216 h 998906"/>
                      <a:gd name="connsiteX1" fmla="*/ 980025 w 986012"/>
                      <a:gd name="connsiteY1" fmla="*/ 421375 h 998906"/>
                      <a:gd name="connsiteX2" fmla="*/ 976756 w 986012"/>
                      <a:gd name="connsiteY2" fmla="*/ 420089 h 998906"/>
                      <a:gd name="connsiteX3" fmla="*/ 737765 w 986012"/>
                      <a:gd name="connsiteY3" fmla="*/ 984874 h 998906"/>
                      <a:gd name="connsiteX4" fmla="*/ 21196 w 986012"/>
                      <a:gd name="connsiteY4" fmla="*/ 16604 h 998906"/>
                      <a:gd name="connsiteX5" fmla="*/ 976756 w 986012"/>
                      <a:gd name="connsiteY5" fmla="*/ 420089 h 998906"/>
                      <a:gd name="connsiteX6" fmla="*/ 978152 w 986012"/>
                      <a:gd name="connsiteY6" fmla="*/ 416747 h 998906"/>
                      <a:gd name="connsiteX7" fmla="*/ 981274 w 986012"/>
                      <a:gd name="connsiteY7" fmla="*/ 418216 h 998906"/>
                      <a:gd name="connsiteX8" fmla="*/ 982744 w 986012"/>
                      <a:gd name="connsiteY8" fmla="*/ 414910 h 998906"/>
                      <a:gd name="connsiteX9" fmla="*/ 0 w 986012"/>
                      <a:gd name="connsiteY9" fmla="*/ 0 h 998906"/>
                      <a:gd name="connsiteX10" fmla="*/ 739418 w 986012"/>
                      <a:gd name="connsiteY10" fmla="*/ 998906 h 998906"/>
                      <a:gd name="connsiteX11" fmla="*/ 986013 w 986012"/>
                      <a:gd name="connsiteY11" fmla="*/ 416196 h 998906"/>
                      <a:gd name="connsiteX12" fmla="*/ 982744 w 986012"/>
                      <a:gd name="connsiteY12" fmla="*/ 414910 h 998906"/>
                      <a:gd name="connsiteX13" fmla="*/ 981274 w 986012"/>
                      <a:gd name="connsiteY13" fmla="*/ 418216 h 998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6012" h="998906">
                        <a:moveTo>
                          <a:pt x="981274" y="418216"/>
                        </a:moveTo>
                        <a:lnTo>
                          <a:pt x="980025" y="421375"/>
                        </a:lnTo>
                        <a:lnTo>
                          <a:pt x="976756" y="420089"/>
                        </a:lnTo>
                        <a:lnTo>
                          <a:pt x="737765" y="984874"/>
                        </a:lnTo>
                        <a:lnTo>
                          <a:pt x="21196" y="16604"/>
                        </a:lnTo>
                        <a:lnTo>
                          <a:pt x="976756" y="420089"/>
                        </a:lnTo>
                        <a:lnTo>
                          <a:pt x="978152" y="416747"/>
                        </a:lnTo>
                        <a:lnTo>
                          <a:pt x="981274" y="418216"/>
                        </a:lnTo>
                        <a:lnTo>
                          <a:pt x="982744" y="414910"/>
                        </a:lnTo>
                        <a:lnTo>
                          <a:pt x="0" y="0"/>
                        </a:lnTo>
                        <a:lnTo>
                          <a:pt x="739418" y="998906"/>
                        </a:lnTo>
                        <a:lnTo>
                          <a:pt x="986013" y="416196"/>
                        </a:lnTo>
                        <a:lnTo>
                          <a:pt x="982744" y="414910"/>
                        </a:lnTo>
                        <a:lnTo>
                          <a:pt x="981274" y="41821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78" name="Freeform: Shape 3077">
                    <a:extLst>
                      <a:ext uri="{FF2B5EF4-FFF2-40B4-BE49-F238E27FC236}">
                        <a16:creationId xmlns:a16="http://schemas.microsoft.com/office/drawing/2014/main" id="{96AD54FC-8441-6B50-FF69-CBB1D0CEEE55}"/>
                      </a:ext>
                    </a:extLst>
                  </p:cNvPr>
                  <p:cNvSpPr/>
                  <p:nvPr/>
                </p:nvSpPr>
                <p:spPr>
                  <a:xfrm>
                    <a:off x="3280158" y="3495378"/>
                    <a:ext cx="4518" cy="4628"/>
                  </a:xfrm>
                  <a:custGeom>
                    <a:avLst/>
                    <a:gdLst>
                      <a:gd name="connsiteX0" fmla="*/ 0 w 4518"/>
                      <a:gd name="connsiteY0" fmla="*/ 3343 h 4628"/>
                      <a:gd name="connsiteX1" fmla="*/ 3269 w 4518"/>
                      <a:gd name="connsiteY1" fmla="*/ 4629 h 4628"/>
                      <a:gd name="connsiteX2" fmla="*/ 4518 w 4518"/>
                      <a:gd name="connsiteY2" fmla="*/ 1469 h 4628"/>
                      <a:gd name="connsiteX3" fmla="*/ 1396 w 4518"/>
                      <a:gd name="connsiteY3" fmla="*/ 0 h 4628"/>
                      <a:gd name="connsiteX4" fmla="*/ 0 w 4518"/>
                      <a:gd name="connsiteY4" fmla="*/ 3343 h 46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8" h="4628">
                        <a:moveTo>
                          <a:pt x="0" y="3343"/>
                        </a:moveTo>
                        <a:lnTo>
                          <a:pt x="3269" y="4629"/>
                        </a:lnTo>
                        <a:lnTo>
                          <a:pt x="4518" y="1469"/>
                        </a:lnTo>
                        <a:lnTo>
                          <a:pt x="1396" y="0"/>
                        </a:lnTo>
                        <a:lnTo>
                          <a:pt x="0" y="334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79" name="Freeform: Shape 3078">
                    <a:extLst>
                      <a:ext uri="{FF2B5EF4-FFF2-40B4-BE49-F238E27FC236}">
                        <a16:creationId xmlns:a16="http://schemas.microsoft.com/office/drawing/2014/main" id="{9467A2D6-6A64-2EFD-4BFA-4B7567039B7E}"/>
                      </a:ext>
                    </a:extLst>
                  </p:cNvPr>
                  <p:cNvSpPr/>
                  <p:nvPr/>
                </p:nvSpPr>
                <p:spPr>
                  <a:xfrm>
                    <a:off x="2307774" y="2836334"/>
                    <a:ext cx="979327" cy="663672"/>
                  </a:xfrm>
                  <a:custGeom>
                    <a:avLst/>
                    <a:gdLst>
                      <a:gd name="connsiteX0" fmla="*/ 246448 w 979327"/>
                      <a:gd name="connsiteY0" fmla="*/ 2204 h 663672"/>
                      <a:gd name="connsiteX1" fmla="*/ 248909 w 979327"/>
                      <a:gd name="connsiteY1" fmla="*/ 4812 h 663672"/>
                      <a:gd name="connsiteX2" fmla="*/ 251370 w 979327"/>
                      <a:gd name="connsiteY2" fmla="*/ 7384 h 663672"/>
                      <a:gd name="connsiteX3" fmla="*/ 249056 w 979327"/>
                      <a:gd name="connsiteY3" fmla="*/ 9588 h 663672"/>
                      <a:gd name="connsiteX4" fmla="*/ 958940 w 979327"/>
                      <a:gd name="connsiteY4" fmla="*/ 648905 h 663672"/>
                      <a:gd name="connsiteX5" fmla="*/ 12453 w 979327"/>
                      <a:gd name="connsiteY5" fmla="*/ 249314 h 663672"/>
                      <a:gd name="connsiteX6" fmla="*/ 249056 w 979327"/>
                      <a:gd name="connsiteY6" fmla="*/ 9588 h 663672"/>
                      <a:gd name="connsiteX7" fmla="*/ 246485 w 979327"/>
                      <a:gd name="connsiteY7" fmla="*/ 7384 h 663672"/>
                      <a:gd name="connsiteX8" fmla="*/ 248909 w 979327"/>
                      <a:gd name="connsiteY8" fmla="*/ 4812 h 663672"/>
                      <a:gd name="connsiteX9" fmla="*/ 246448 w 979327"/>
                      <a:gd name="connsiteY9" fmla="*/ 2204 h 663672"/>
                      <a:gd name="connsiteX10" fmla="*/ 0 w 979327"/>
                      <a:gd name="connsiteY10" fmla="*/ 251885 h 663672"/>
                      <a:gd name="connsiteX11" fmla="*/ 975654 w 979327"/>
                      <a:gd name="connsiteY11" fmla="*/ 663673 h 663672"/>
                      <a:gd name="connsiteX12" fmla="*/ 979327 w 979327"/>
                      <a:gd name="connsiteY12" fmla="*/ 657758 h 663672"/>
                      <a:gd name="connsiteX13" fmla="*/ 248689 w 979327"/>
                      <a:gd name="connsiteY13" fmla="*/ 0 h 663672"/>
                      <a:gd name="connsiteX14" fmla="*/ 246448 w 979327"/>
                      <a:gd name="connsiteY14" fmla="*/ 2204 h 66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9327" h="663672">
                        <a:moveTo>
                          <a:pt x="246448" y="2204"/>
                        </a:moveTo>
                        <a:lnTo>
                          <a:pt x="248909" y="4812"/>
                        </a:lnTo>
                        <a:lnTo>
                          <a:pt x="251370" y="7384"/>
                        </a:lnTo>
                        <a:lnTo>
                          <a:pt x="249056" y="9588"/>
                        </a:lnTo>
                        <a:lnTo>
                          <a:pt x="958940" y="648905"/>
                        </a:lnTo>
                        <a:lnTo>
                          <a:pt x="12453" y="249314"/>
                        </a:lnTo>
                        <a:lnTo>
                          <a:pt x="249056" y="9588"/>
                        </a:lnTo>
                        <a:lnTo>
                          <a:pt x="246485" y="7384"/>
                        </a:lnTo>
                        <a:lnTo>
                          <a:pt x="248909" y="4812"/>
                        </a:lnTo>
                        <a:lnTo>
                          <a:pt x="246448" y="2204"/>
                        </a:lnTo>
                        <a:lnTo>
                          <a:pt x="0" y="251885"/>
                        </a:lnTo>
                        <a:lnTo>
                          <a:pt x="975654" y="663673"/>
                        </a:lnTo>
                        <a:lnTo>
                          <a:pt x="979327" y="657758"/>
                        </a:lnTo>
                        <a:lnTo>
                          <a:pt x="248689" y="0"/>
                        </a:lnTo>
                        <a:lnTo>
                          <a:pt x="246448" y="220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80" name="Freeform: Shape 3079">
                    <a:extLst>
                      <a:ext uri="{FF2B5EF4-FFF2-40B4-BE49-F238E27FC236}">
                        <a16:creationId xmlns:a16="http://schemas.microsoft.com/office/drawing/2014/main" id="{1C922D91-84B2-5EBD-7E8D-3250A5F165EF}"/>
                      </a:ext>
                    </a:extLst>
                  </p:cNvPr>
                  <p:cNvSpPr/>
                  <p:nvPr/>
                </p:nvSpPr>
                <p:spPr>
                  <a:xfrm>
                    <a:off x="2554258" y="2841146"/>
                    <a:ext cx="4885" cy="4775"/>
                  </a:xfrm>
                  <a:custGeom>
                    <a:avLst/>
                    <a:gdLst>
                      <a:gd name="connsiteX0" fmla="*/ 0 w 4885"/>
                      <a:gd name="connsiteY0" fmla="*/ 2571 h 4775"/>
                      <a:gd name="connsiteX1" fmla="*/ 2571 w 4885"/>
                      <a:gd name="connsiteY1" fmla="*/ 4776 h 4775"/>
                      <a:gd name="connsiteX2" fmla="*/ 4885 w 4885"/>
                      <a:gd name="connsiteY2" fmla="*/ 2571 h 4775"/>
                      <a:gd name="connsiteX3" fmla="*/ 2424 w 4885"/>
                      <a:gd name="connsiteY3" fmla="*/ 0 h 4775"/>
                      <a:gd name="connsiteX4" fmla="*/ 0 w 4885"/>
                      <a:gd name="connsiteY4" fmla="*/ 2571 h 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5" h="4775">
                        <a:moveTo>
                          <a:pt x="0" y="2571"/>
                        </a:moveTo>
                        <a:lnTo>
                          <a:pt x="2571" y="4776"/>
                        </a:lnTo>
                        <a:lnTo>
                          <a:pt x="4885" y="2571"/>
                        </a:lnTo>
                        <a:lnTo>
                          <a:pt x="2424" y="0"/>
                        </a:lnTo>
                        <a:lnTo>
                          <a:pt x="0" y="257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81" name="Freeform: Shape 3080">
                    <a:extLst>
                      <a:ext uri="{FF2B5EF4-FFF2-40B4-BE49-F238E27FC236}">
                        <a16:creationId xmlns:a16="http://schemas.microsoft.com/office/drawing/2014/main" id="{09D67BDF-89A6-FA35-EB2F-A4A216E77F8D}"/>
                      </a:ext>
                    </a:extLst>
                  </p:cNvPr>
                  <p:cNvSpPr/>
                  <p:nvPr/>
                </p:nvSpPr>
                <p:spPr>
                  <a:xfrm>
                    <a:off x="2311116" y="3086933"/>
                    <a:ext cx="4591" cy="4628"/>
                  </a:xfrm>
                  <a:custGeom>
                    <a:avLst/>
                    <a:gdLst>
                      <a:gd name="connsiteX0" fmla="*/ 0 w 4591"/>
                      <a:gd name="connsiteY0" fmla="*/ 2241 h 4628"/>
                      <a:gd name="connsiteX1" fmla="*/ 1837 w 4591"/>
                      <a:gd name="connsiteY1" fmla="*/ 4629 h 4628"/>
                      <a:gd name="connsiteX2" fmla="*/ 4592 w 4591"/>
                      <a:gd name="connsiteY2" fmla="*/ 3159 h 4628"/>
                      <a:gd name="connsiteX3" fmla="*/ 2828 w 4591"/>
                      <a:gd name="connsiteY3" fmla="*/ 0 h 4628"/>
                      <a:gd name="connsiteX4" fmla="*/ 0 w 4591"/>
                      <a:gd name="connsiteY4" fmla="*/ 2241 h 46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1" h="4628">
                        <a:moveTo>
                          <a:pt x="0" y="2241"/>
                        </a:moveTo>
                        <a:lnTo>
                          <a:pt x="1837" y="4629"/>
                        </a:lnTo>
                        <a:lnTo>
                          <a:pt x="4592" y="3159"/>
                        </a:lnTo>
                        <a:lnTo>
                          <a:pt x="2828" y="0"/>
                        </a:lnTo>
                        <a:lnTo>
                          <a:pt x="0" y="224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82" name="Freeform: Shape 3081">
                    <a:extLst>
                      <a:ext uri="{FF2B5EF4-FFF2-40B4-BE49-F238E27FC236}">
                        <a16:creationId xmlns:a16="http://schemas.microsoft.com/office/drawing/2014/main" id="{1AFF97FF-016E-E56A-7FD0-37910BE24FD8}"/>
                      </a:ext>
                    </a:extLst>
                  </p:cNvPr>
                  <p:cNvSpPr/>
                  <p:nvPr/>
                </p:nvSpPr>
                <p:spPr>
                  <a:xfrm>
                    <a:off x="1089602" y="3082341"/>
                    <a:ext cx="1960528" cy="993175"/>
                  </a:xfrm>
                  <a:custGeom>
                    <a:avLst/>
                    <a:gdLst>
                      <a:gd name="connsiteX0" fmla="*/ 1222690 w 1960528"/>
                      <a:gd name="connsiteY0" fmla="*/ 1469 h 993175"/>
                      <a:gd name="connsiteX1" fmla="*/ 1224343 w 1960528"/>
                      <a:gd name="connsiteY1" fmla="*/ 4592 h 993175"/>
                      <a:gd name="connsiteX2" fmla="*/ 1226106 w 1960528"/>
                      <a:gd name="connsiteY2" fmla="*/ 7751 h 993175"/>
                      <a:gd name="connsiteX3" fmla="*/ 1223351 w 1960528"/>
                      <a:gd name="connsiteY3" fmla="*/ 9220 h 993175"/>
                      <a:gd name="connsiteX4" fmla="*/ 1944292 w 1960528"/>
                      <a:gd name="connsiteY4" fmla="*/ 983184 h 993175"/>
                      <a:gd name="connsiteX5" fmla="*/ 21673 w 1960528"/>
                      <a:gd name="connsiteY5" fmla="*/ 658493 h 993175"/>
                      <a:gd name="connsiteX6" fmla="*/ 1223351 w 1960528"/>
                      <a:gd name="connsiteY6" fmla="*/ 9220 h 993175"/>
                      <a:gd name="connsiteX7" fmla="*/ 1221514 w 1960528"/>
                      <a:gd name="connsiteY7" fmla="*/ 6832 h 993175"/>
                      <a:gd name="connsiteX8" fmla="*/ 1224343 w 1960528"/>
                      <a:gd name="connsiteY8" fmla="*/ 4592 h 993175"/>
                      <a:gd name="connsiteX9" fmla="*/ 1222690 w 1960528"/>
                      <a:gd name="connsiteY9" fmla="*/ 1469 h 993175"/>
                      <a:gd name="connsiteX10" fmla="*/ 0 w 1960528"/>
                      <a:gd name="connsiteY10" fmla="*/ 662166 h 993175"/>
                      <a:gd name="connsiteX11" fmla="*/ 1960528 w 1960528"/>
                      <a:gd name="connsiteY11" fmla="*/ 993176 h 993175"/>
                      <a:gd name="connsiteX12" fmla="*/ 1225445 w 1960528"/>
                      <a:gd name="connsiteY12" fmla="*/ 0 h 993175"/>
                      <a:gd name="connsiteX13" fmla="*/ 1222690 w 1960528"/>
                      <a:gd name="connsiteY13" fmla="*/ 1469 h 99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60528" h="993175">
                        <a:moveTo>
                          <a:pt x="1222690" y="1469"/>
                        </a:moveTo>
                        <a:lnTo>
                          <a:pt x="1224343" y="4592"/>
                        </a:lnTo>
                        <a:lnTo>
                          <a:pt x="1226106" y="7751"/>
                        </a:lnTo>
                        <a:lnTo>
                          <a:pt x="1223351" y="9220"/>
                        </a:lnTo>
                        <a:lnTo>
                          <a:pt x="1944292" y="983184"/>
                        </a:lnTo>
                        <a:lnTo>
                          <a:pt x="21673" y="658493"/>
                        </a:lnTo>
                        <a:lnTo>
                          <a:pt x="1223351" y="9220"/>
                        </a:lnTo>
                        <a:lnTo>
                          <a:pt x="1221514" y="6832"/>
                        </a:lnTo>
                        <a:lnTo>
                          <a:pt x="1224343" y="4592"/>
                        </a:lnTo>
                        <a:lnTo>
                          <a:pt x="1222690" y="1469"/>
                        </a:lnTo>
                        <a:lnTo>
                          <a:pt x="0" y="662166"/>
                        </a:lnTo>
                        <a:lnTo>
                          <a:pt x="1960528" y="993176"/>
                        </a:lnTo>
                        <a:lnTo>
                          <a:pt x="1225445" y="0"/>
                        </a:lnTo>
                        <a:lnTo>
                          <a:pt x="1222690" y="146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83" name="Freeform: Shape 3082">
                    <a:extLst>
                      <a:ext uri="{FF2B5EF4-FFF2-40B4-BE49-F238E27FC236}">
                        <a16:creationId xmlns:a16="http://schemas.microsoft.com/office/drawing/2014/main" id="{C818AFAF-0580-97E4-3D0E-90E11DDD5D10}"/>
                      </a:ext>
                    </a:extLst>
                  </p:cNvPr>
                  <p:cNvSpPr/>
                  <p:nvPr/>
                </p:nvSpPr>
                <p:spPr>
                  <a:xfrm>
                    <a:off x="2310602" y="2837620"/>
                    <a:ext cx="254566" cy="251921"/>
                  </a:xfrm>
                  <a:custGeom>
                    <a:avLst/>
                    <a:gdLst>
                      <a:gd name="connsiteX0" fmla="*/ 80778 w 254566"/>
                      <a:gd name="connsiteY0" fmla="*/ 2424 h 251921"/>
                      <a:gd name="connsiteX1" fmla="*/ 84194 w 254566"/>
                      <a:gd name="connsiteY1" fmla="*/ 3526 h 251921"/>
                      <a:gd name="connsiteX2" fmla="*/ 87610 w 254566"/>
                      <a:gd name="connsiteY2" fmla="*/ 4629 h 251921"/>
                      <a:gd name="connsiteX3" fmla="*/ 86802 w 254566"/>
                      <a:gd name="connsiteY3" fmla="*/ 7016 h 251921"/>
                      <a:gd name="connsiteX4" fmla="*/ 237485 w 254566"/>
                      <a:gd name="connsiteY4" fmla="*/ 7016 h 251921"/>
                      <a:gd name="connsiteX5" fmla="*/ 11424 w 254566"/>
                      <a:gd name="connsiteY5" fmla="*/ 236236 h 251921"/>
                      <a:gd name="connsiteX6" fmla="*/ 86802 w 254566"/>
                      <a:gd name="connsiteY6" fmla="*/ 7016 h 251921"/>
                      <a:gd name="connsiteX7" fmla="*/ 84194 w 254566"/>
                      <a:gd name="connsiteY7" fmla="*/ 7016 h 251921"/>
                      <a:gd name="connsiteX8" fmla="*/ 84194 w 254566"/>
                      <a:gd name="connsiteY8" fmla="*/ 3526 h 251921"/>
                      <a:gd name="connsiteX9" fmla="*/ 80778 w 254566"/>
                      <a:gd name="connsiteY9" fmla="*/ 2424 h 251921"/>
                      <a:gd name="connsiteX10" fmla="*/ 0 w 254566"/>
                      <a:gd name="connsiteY10" fmla="*/ 248211 h 251921"/>
                      <a:gd name="connsiteX11" fmla="*/ 5914 w 254566"/>
                      <a:gd name="connsiteY11" fmla="*/ 251922 h 251921"/>
                      <a:gd name="connsiteX12" fmla="*/ 254566 w 254566"/>
                      <a:gd name="connsiteY12" fmla="*/ 0 h 251921"/>
                      <a:gd name="connsiteX13" fmla="*/ 81660 w 254566"/>
                      <a:gd name="connsiteY13" fmla="*/ 0 h 251921"/>
                      <a:gd name="connsiteX14" fmla="*/ 80778 w 254566"/>
                      <a:gd name="connsiteY14" fmla="*/ 2424 h 25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566" h="251921">
                        <a:moveTo>
                          <a:pt x="80778" y="2424"/>
                        </a:moveTo>
                        <a:lnTo>
                          <a:pt x="84194" y="3526"/>
                        </a:lnTo>
                        <a:lnTo>
                          <a:pt x="87610" y="4629"/>
                        </a:lnTo>
                        <a:lnTo>
                          <a:pt x="86802" y="7016"/>
                        </a:lnTo>
                        <a:lnTo>
                          <a:pt x="237485" y="7016"/>
                        </a:lnTo>
                        <a:lnTo>
                          <a:pt x="11424" y="236236"/>
                        </a:lnTo>
                        <a:lnTo>
                          <a:pt x="86802" y="7016"/>
                        </a:lnTo>
                        <a:lnTo>
                          <a:pt x="84194" y="7016"/>
                        </a:lnTo>
                        <a:lnTo>
                          <a:pt x="84194" y="3526"/>
                        </a:lnTo>
                        <a:lnTo>
                          <a:pt x="80778" y="2424"/>
                        </a:lnTo>
                        <a:lnTo>
                          <a:pt x="0" y="248211"/>
                        </a:lnTo>
                        <a:lnTo>
                          <a:pt x="5914" y="251922"/>
                        </a:lnTo>
                        <a:lnTo>
                          <a:pt x="254566" y="0"/>
                        </a:lnTo>
                        <a:lnTo>
                          <a:pt x="81660" y="0"/>
                        </a:lnTo>
                        <a:lnTo>
                          <a:pt x="80778" y="242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84" name="Freeform: Shape 3083">
                    <a:extLst>
                      <a:ext uri="{FF2B5EF4-FFF2-40B4-BE49-F238E27FC236}">
                        <a16:creationId xmlns:a16="http://schemas.microsoft.com/office/drawing/2014/main" id="{C0D4ADDC-8AFE-DC8B-F9E1-9743E336D590}"/>
                      </a:ext>
                    </a:extLst>
                  </p:cNvPr>
                  <p:cNvSpPr/>
                  <p:nvPr/>
                </p:nvSpPr>
                <p:spPr>
                  <a:xfrm>
                    <a:off x="2394796" y="2841146"/>
                    <a:ext cx="3416" cy="3489"/>
                  </a:xfrm>
                  <a:custGeom>
                    <a:avLst/>
                    <a:gdLst>
                      <a:gd name="connsiteX0" fmla="*/ 0 w 3416"/>
                      <a:gd name="connsiteY0" fmla="*/ 3490 h 3489"/>
                      <a:gd name="connsiteX1" fmla="*/ 2608 w 3416"/>
                      <a:gd name="connsiteY1" fmla="*/ 3490 h 3489"/>
                      <a:gd name="connsiteX2" fmla="*/ 3416 w 3416"/>
                      <a:gd name="connsiteY2" fmla="*/ 1102 h 3489"/>
                      <a:gd name="connsiteX3" fmla="*/ 0 w 3416"/>
                      <a:gd name="connsiteY3" fmla="*/ 0 h 3489"/>
                      <a:gd name="connsiteX4" fmla="*/ 0 w 3416"/>
                      <a:gd name="connsiteY4" fmla="*/ 3490 h 3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6" h="3489">
                        <a:moveTo>
                          <a:pt x="0" y="3490"/>
                        </a:moveTo>
                        <a:lnTo>
                          <a:pt x="2608" y="3490"/>
                        </a:lnTo>
                        <a:lnTo>
                          <a:pt x="3416" y="1102"/>
                        </a:lnTo>
                        <a:lnTo>
                          <a:pt x="0" y="0"/>
                        </a:lnTo>
                        <a:lnTo>
                          <a:pt x="0" y="349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85" name="Freeform: Shape 3084">
                    <a:extLst>
                      <a:ext uri="{FF2B5EF4-FFF2-40B4-BE49-F238E27FC236}">
                        <a16:creationId xmlns:a16="http://schemas.microsoft.com/office/drawing/2014/main" id="{F876EB20-68F6-ABBE-569A-032FD776D0EB}"/>
                      </a:ext>
                    </a:extLst>
                  </p:cNvPr>
                  <p:cNvSpPr/>
                  <p:nvPr/>
                </p:nvSpPr>
                <p:spPr>
                  <a:xfrm>
                    <a:off x="2390425" y="2840044"/>
                    <a:ext cx="4371" cy="4224"/>
                  </a:xfrm>
                  <a:custGeom>
                    <a:avLst/>
                    <a:gdLst>
                      <a:gd name="connsiteX0" fmla="*/ 0 w 4371"/>
                      <a:gd name="connsiteY0" fmla="*/ 2939 h 4224"/>
                      <a:gd name="connsiteX1" fmla="*/ 2755 w 4371"/>
                      <a:gd name="connsiteY1" fmla="*/ 4224 h 4224"/>
                      <a:gd name="connsiteX2" fmla="*/ 4371 w 4371"/>
                      <a:gd name="connsiteY2" fmla="*/ 1102 h 4224"/>
                      <a:gd name="connsiteX3" fmla="*/ 955 w 4371"/>
                      <a:gd name="connsiteY3" fmla="*/ 0 h 4224"/>
                      <a:gd name="connsiteX4" fmla="*/ 0 w 4371"/>
                      <a:gd name="connsiteY4" fmla="*/ 2939 h 4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1" h="4224">
                        <a:moveTo>
                          <a:pt x="0" y="2939"/>
                        </a:moveTo>
                        <a:lnTo>
                          <a:pt x="2755" y="4224"/>
                        </a:lnTo>
                        <a:lnTo>
                          <a:pt x="4371" y="1102"/>
                        </a:lnTo>
                        <a:lnTo>
                          <a:pt x="955" y="0"/>
                        </a:lnTo>
                        <a:lnTo>
                          <a:pt x="0" y="293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86" name="Freeform: Shape 3085">
                    <a:extLst>
                      <a:ext uri="{FF2B5EF4-FFF2-40B4-BE49-F238E27FC236}">
                        <a16:creationId xmlns:a16="http://schemas.microsoft.com/office/drawing/2014/main" id="{68EE90D7-726B-01C3-6328-056FB3937C20}"/>
                      </a:ext>
                    </a:extLst>
                  </p:cNvPr>
                  <p:cNvSpPr/>
                  <p:nvPr/>
                </p:nvSpPr>
                <p:spPr>
                  <a:xfrm>
                    <a:off x="1745156" y="2510136"/>
                    <a:ext cx="654011" cy="583445"/>
                  </a:xfrm>
                  <a:custGeom>
                    <a:avLst/>
                    <a:gdLst>
                      <a:gd name="connsiteX0" fmla="*/ 649640 w 654011"/>
                      <a:gd name="connsiteY0" fmla="*/ 331010 h 583445"/>
                      <a:gd name="connsiteX1" fmla="*/ 648024 w 654011"/>
                      <a:gd name="connsiteY1" fmla="*/ 334132 h 583445"/>
                      <a:gd name="connsiteX2" fmla="*/ 645269 w 654011"/>
                      <a:gd name="connsiteY2" fmla="*/ 332846 h 583445"/>
                      <a:gd name="connsiteX3" fmla="*/ 567356 w 654011"/>
                      <a:gd name="connsiteY3" fmla="*/ 570185 h 583445"/>
                      <a:gd name="connsiteX4" fmla="*/ 20277 w 654011"/>
                      <a:gd name="connsiteY4" fmla="*/ 16237 h 583445"/>
                      <a:gd name="connsiteX5" fmla="*/ 645269 w 654011"/>
                      <a:gd name="connsiteY5" fmla="*/ 332846 h 583445"/>
                      <a:gd name="connsiteX6" fmla="*/ 646224 w 654011"/>
                      <a:gd name="connsiteY6" fmla="*/ 329908 h 583445"/>
                      <a:gd name="connsiteX7" fmla="*/ 649640 w 654011"/>
                      <a:gd name="connsiteY7" fmla="*/ 331010 h 583445"/>
                      <a:gd name="connsiteX8" fmla="*/ 651220 w 654011"/>
                      <a:gd name="connsiteY8" fmla="*/ 327851 h 583445"/>
                      <a:gd name="connsiteX9" fmla="*/ 4078 w 654011"/>
                      <a:gd name="connsiteY9" fmla="*/ 0 h 583445"/>
                      <a:gd name="connsiteX10" fmla="*/ 0 w 654011"/>
                      <a:gd name="connsiteY10" fmla="*/ 5730 h 583445"/>
                      <a:gd name="connsiteX11" fmla="*/ 570332 w 654011"/>
                      <a:gd name="connsiteY11" fmla="*/ 583446 h 583445"/>
                      <a:gd name="connsiteX12" fmla="*/ 654011 w 654011"/>
                      <a:gd name="connsiteY12" fmla="*/ 329173 h 583445"/>
                      <a:gd name="connsiteX13" fmla="*/ 651220 w 654011"/>
                      <a:gd name="connsiteY13" fmla="*/ 327851 h 583445"/>
                      <a:gd name="connsiteX14" fmla="*/ 649640 w 654011"/>
                      <a:gd name="connsiteY14" fmla="*/ 331010 h 583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11" h="583445">
                        <a:moveTo>
                          <a:pt x="649640" y="331010"/>
                        </a:moveTo>
                        <a:lnTo>
                          <a:pt x="648024" y="334132"/>
                        </a:lnTo>
                        <a:lnTo>
                          <a:pt x="645269" y="332846"/>
                        </a:lnTo>
                        <a:lnTo>
                          <a:pt x="567356" y="570185"/>
                        </a:lnTo>
                        <a:lnTo>
                          <a:pt x="20277" y="16237"/>
                        </a:lnTo>
                        <a:lnTo>
                          <a:pt x="645269" y="332846"/>
                        </a:lnTo>
                        <a:lnTo>
                          <a:pt x="646224" y="329908"/>
                        </a:lnTo>
                        <a:lnTo>
                          <a:pt x="649640" y="331010"/>
                        </a:lnTo>
                        <a:lnTo>
                          <a:pt x="651220" y="327851"/>
                        </a:lnTo>
                        <a:lnTo>
                          <a:pt x="4078" y="0"/>
                        </a:lnTo>
                        <a:lnTo>
                          <a:pt x="0" y="5730"/>
                        </a:lnTo>
                        <a:lnTo>
                          <a:pt x="570332" y="583446"/>
                        </a:lnTo>
                        <a:lnTo>
                          <a:pt x="654011" y="329173"/>
                        </a:lnTo>
                        <a:lnTo>
                          <a:pt x="651220" y="327851"/>
                        </a:lnTo>
                        <a:lnTo>
                          <a:pt x="649640" y="33101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87" name="Freeform: Shape 3086">
                    <a:extLst>
                      <a:ext uri="{FF2B5EF4-FFF2-40B4-BE49-F238E27FC236}">
                        <a16:creationId xmlns:a16="http://schemas.microsoft.com/office/drawing/2014/main" id="{C34F4732-975A-9850-B0A7-602E4ECE8059}"/>
                      </a:ext>
                    </a:extLst>
                  </p:cNvPr>
                  <p:cNvSpPr/>
                  <p:nvPr/>
                </p:nvSpPr>
                <p:spPr>
                  <a:xfrm>
                    <a:off x="1745156" y="2513259"/>
                    <a:ext cx="5069" cy="5179"/>
                  </a:xfrm>
                  <a:custGeom>
                    <a:avLst/>
                    <a:gdLst>
                      <a:gd name="connsiteX0" fmla="*/ 0 w 5069"/>
                      <a:gd name="connsiteY0" fmla="*/ 2608 h 5179"/>
                      <a:gd name="connsiteX1" fmla="*/ 2535 w 5069"/>
                      <a:gd name="connsiteY1" fmla="*/ 5179 h 5179"/>
                      <a:gd name="connsiteX2" fmla="*/ 5069 w 5069"/>
                      <a:gd name="connsiteY2" fmla="*/ 2424 h 5179"/>
                      <a:gd name="connsiteX3" fmla="*/ 2461 w 5069"/>
                      <a:gd name="connsiteY3" fmla="*/ 0 h 5179"/>
                      <a:gd name="connsiteX4" fmla="*/ 0 w 5069"/>
                      <a:gd name="connsiteY4" fmla="*/ 2608 h 5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69" h="5179">
                        <a:moveTo>
                          <a:pt x="0" y="2608"/>
                        </a:moveTo>
                        <a:lnTo>
                          <a:pt x="2535" y="5179"/>
                        </a:lnTo>
                        <a:lnTo>
                          <a:pt x="5069" y="2424"/>
                        </a:lnTo>
                        <a:lnTo>
                          <a:pt x="2461" y="0"/>
                        </a:lnTo>
                        <a:lnTo>
                          <a:pt x="0" y="260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88" name="Freeform: Shape 3087">
                    <a:extLst>
                      <a:ext uri="{FF2B5EF4-FFF2-40B4-BE49-F238E27FC236}">
                        <a16:creationId xmlns:a16="http://schemas.microsoft.com/office/drawing/2014/main" id="{65515A52-5A3F-BC30-78D2-0DF59888570B}"/>
                      </a:ext>
                    </a:extLst>
                  </p:cNvPr>
                  <p:cNvSpPr/>
                  <p:nvPr/>
                </p:nvSpPr>
                <p:spPr>
                  <a:xfrm>
                    <a:off x="928450" y="2508116"/>
                    <a:ext cx="1392474" cy="912765"/>
                  </a:xfrm>
                  <a:custGeom>
                    <a:avLst/>
                    <a:gdLst>
                      <a:gd name="connsiteX0" fmla="*/ 816633 w 1392474"/>
                      <a:gd name="connsiteY0" fmla="*/ 2755 h 912765"/>
                      <a:gd name="connsiteX1" fmla="*/ 819167 w 1392474"/>
                      <a:gd name="connsiteY1" fmla="*/ 5143 h 912765"/>
                      <a:gd name="connsiteX2" fmla="*/ 821775 w 1392474"/>
                      <a:gd name="connsiteY2" fmla="*/ 7567 h 912765"/>
                      <a:gd name="connsiteX3" fmla="*/ 819241 w 1392474"/>
                      <a:gd name="connsiteY3" fmla="*/ 10322 h 912765"/>
                      <a:gd name="connsiteX4" fmla="*/ 1378589 w 1392474"/>
                      <a:gd name="connsiteY4" fmla="*/ 576797 h 912765"/>
                      <a:gd name="connsiteX5" fmla="*/ 20497 w 1392474"/>
                      <a:gd name="connsiteY5" fmla="*/ 900606 h 912765"/>
                      <a:gd name="connsiteX6" fmla="*/ 819241 w 1392474"/>
                      <a:gd name="connsiteY6" fmla="*/ 10322 h 912765"/>
                      <a:gd name="connsiteX7" fmla="*/ 816706 w 1392474"/>
                      <a:gd name="connsiteY7" fmla="*/ 7751 h 912765"/>
                      <a:gd name="connsiteX8" fmla="*/ 819167 w 1392474"/>
                      <a:gd name="connsiteY8" fmla="*/ 5143 h 912765"/>
                      <a:gd name="connsiteX9" fmla="*/ 816633 w 1392474"/>
                      <a:gd name="connsiteY9" fmla="*/ 2755 h 912765"/>
                      <a:gd name="connsiteX10" fmla="*/ 0 w 1392474"/>
                      <a:gd name="connsiteY10" fmla="*/ 912765 h 912765"/>
                      <a:gd name="connsiteX11" fmla="*/ 1392474 w 1392474"/>
                      <a:gd name="connsiteY11" fmla="*/ 580837 h 912765"/>
                      <a:gd name="connsiteX12" fmla="*/ 819094 w 1392474"/>
                      <a:gd name="connsiteY12" fmla="*/ 0 h 912765"/>
                      <a:gd name="connsiteX13" fmla="*/ 816633 w 1392474"/>
                      <a:gd name="connsiteY13" fmla="*/ 2755 h 91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92474" h="912765">
                        <a:moveTo>
                          <a:pt x="816633" y="2755"/>
                        </a:moveTo>
                        <a:lnTo>
                          <a:pt x="819167" y="5143"/>
                        </a:lnTo>
                        <a:lnTo>
                          <a:pt x="821775" y="7567"/>
                        </a:lnTo>
                        <a:lnTo>
                          <a:pt x="819241" y="10322"/>
                        </a:lnTo>
                        <a:lnTo>
                          <a:pt x="1378589" y="576797"/>
                        </a:lnTo>
                        <a:lnTo>
                          <a:pt x="20497" y="900606"/>
                        </a:lnTo>
                        <a:lnTo>
                          <a:pt x="819241" y="10322"/>
                        </a:lnTo>
                        <a:lnTo>
                          <a:pt x="816706" y="7751"/>
                        </a:lnTo>
                        <a:lnTo>
                          <a:pt x="819167" y="5143"/>
                        </a:lnTo>
                        <a:lnTo>
                          <a:pt x="816633" y="2755"/>
                        </a:lnTo>
                        <a:lnTo>
                          <a:pt x="0" y="912765"/>
                        </a:lnTo>
                        <a:lnTo>
                          <a:pt x="1392474" y="580837"/>
                        </a:lnTo>
                        <a:lnTo>
                          <a:pt x="819094" y="0"/>
                        </a:lnTo>
                        <a:lnTo>
                          <a:pt x="816633" y="275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89" name="Freeform: Shape 3088">
                    <a:extLst>
                      <a:ext uri="{FF2B5EF4-FFF2-40B4-BE49-F238E27FC236}">
                        <a16:creationId xmlns:a16="http://schemas.microsoft.com/office/drawing/2014/main" id="{11107544-A657-C2A6-458D-21B12170C978}"/>
                      </a:ext>
                    </a:extLst>
                  </p:cNvPr>
                  <p:cNvSpPr/>
                  <p:nvPr/>
                </p:nvSpPr>
                <p:spPr>
                  <a:xfrm>
                    <a:off x="933556" y="3083443"/>
                    <a:ext cx="1382151" cy="664186"/>
                  </a:xfrm>
                  <a:custGeom>
                    <a:avLst/>
                    <a:gdLst>
                      <a:gd name="connsiteX0" fmla="*/ 1380389 w 1382151"/>
                      <a:gd name="connsiteY0" fmla="*/ 3490 h 664186"/>
                      <a:gd name="connsiteX1" fmla="*/ 1381197 w 1382151"/>
                      <a:gd name="connsiteY1" fmla="*/ 7016 h 664186"/>
                      <a:gd name="connsiteX2" fmla="*/ 1354785 w 1382151"/>
                      <a:gd name="connsiteY2" fmla="*/ 13261 h 664186"/>
                      <a:gd name="connsiteX3" fmla="*/ 168499 w 1382151"/>
                      <a:gd name="connsiteY3" fmla="*/ 654416 h 664186"/>
                      <a:gd name="connsiteX4" fmla="*/ 10322 w 1382151"/>
                      <a:gd name="connsiteY4" fmla="*/ 333765 h 664186"/>
                      <a:gd name="connsiteX5" fmla="*/ 1354785 w 1382151"/>
                      <a:gd name="connsiteY5" fmla="*/ 13261 h 664186"/>
                      <a:gd name="connsiteX6" fmla="*/ 1378736 w 1382151"/>
                      <a:gd name="connsiteY6" fmla="*/ 367 h 664186"/>
                      <a:gd name="connsiteX7" fmla="*/ 1380389 w 1382151"/>
                      <a:gd name="connsiteY7" fmla="*/ 3490 h 664186"/>
                      <a:gd name="connsiteX8" fmla="*/ 1379617 w 1382151"/>
                      <a:gd name="connsiteY8" fmla="*/ 0 h 664186"/>
                      <a:gd name="connsiteX9" fmla="*/ 0 w 1382151"/>
                      <a:gd name="connsiteY9" fmla="*/ 328953 h 664186"/>
                      <a:gd name="connsiteX10" fmla="*/ 165376 w 1382151"/>
                      <a:gd name="connsiteY10" fmla="*/ 664187 h 664186"/>
                      <a:gd name="connsiteX11" fmla="*/ 1382152 w 1382151"/>
                      <a:gd name="connsiteY11" fmla="*/ 6649 h 664186"/>
                      <a:gd name="connsiteX12" fmla="*/ 1379617 w 1382151"/>
                      <a:gd name="connsiteY12" fmla="*/ 0 h 664186"/>
                      <a:gd name="connsiteX13" fmla="*/ 1380389 w 1382151"/>
                      <a:gd name="connsiteY13" fmla="*/ 3490 h 664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82151" h="664186">
                        <a:moveTo>
                          <a:pt x="1380389" y="3490"/>
                        </a:moveTo>
                        <a:lnTo>
                          <a:pt x="1381197" y="7016"/>
                        </a:lnTo>
                        <a:lnTo>
                          <a:pt x="1354785" y="13261"/>
                        </a:lnTo>
                        <a:lnTo>
                          <a:pt x="168499" y="654416"/>
                        </a:lnTo>
                        <a:lnTo>
                          <a:pt x="10322" y="333765"/>
                        </a:lnTo>
                        <a:lnTo>
                          <a:pt x="1354785" y="13261"/>
                        </a:lnTo>
                        <a:lnTo>
                          <a:pt x="1378736" y="367"/>
                        </a:lnTo>
                        <a:lnTo>
                          <a:pt x="1380389" y="3490"/>
                        </a:lnTo>
                        <a:lnTo>
                          <a:pt x="1379617" y="0"/>
                        </a:lnTo>
                        <a:lnTo>
                          <a:pt x="0" y="328953"/>
                        </a:lnTo>
                        <a:lnTo>
                          <a:pt x="165376" y="664187"/>
                        </a:lnTo>
                        <a:lnTo>
                          <a:pt x="1382152" y="6649"/>
                        </a:lnTo>
                        <a:lnTo>
                          <a:pt x="1379617" y="0"/>
                        </a:lnTo>
                        <a:lnTo>
                          <a:pt x="1380389" y="349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90" name="Freeform: Shape 3089">
                    <a:extLst>
                      <a:ext uri="{FF2B5EF4-FFF2-40B4-BE49-F238E27FC236}">
                        <a16:creationId xmlns:a16="http://schemas.microsoft.com/office/drawing/2014/main" id="{5F934B30-6F4D-D1DC-01C5-F2F8E9311932}"/>
                      </a:ext>
                    </a:extLst>
                  </p:cNvPr>
                  <p:cNvSpPr/>
                  <p:nvPr/>
                </p:nvSpPr>
                <p:spPr>
                  <a:xfrm>
                    <a:off x="2288341" y="3083811"/>
                    <a:ext cx="26411" cy="12893"/>
                  </a:xfrm>
                  <a:custGeom>
                    <a:avLst/>
                    <a:gdLst>
                      <a:gd name="connsiteX0" fmla="*/ 23950 w 26411"/>
                      <a:gd name="connsiteY0" fmla="*/ 0 h 12893"/>
                      <a:gd name="connsiteX1" fmla="*/ 0 w 26411"/>
                      <a:gd name="connsiteY1" fmla="*/ 12893 h 12893"/>
                      <a:gd name="connsiteX2" fmla="*/ 26412 w 26411"/>
                      <a:gd name="connsiteY2" fmla="*/ 6649 h 12893"/>
                      <a:gd name="connsiteX3" fmla="*/ 25603 w 26411"/>
                      <a:gd name="connsiteY3" fmla="*/ 3122 h 12893"/>
                      <a:gd name="connsiteX4" fmla="*/ 23950 w 26411"/>
                      <a:gd name="connsiteY4" fmla="*/ 0 h 128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1" h="12893">
                        <a:moveTo>
                          <a:pt x="23950" y="0"/>
                        </a:moveTo>
                        <a:lnTo>
                          <a:pt x="0" y="12893"/>
                        </a:lnTo>
                        <a:lnTo>
                          <a:pt x="26412" y="6649"/>
                        </a:lnTo>
                        <a:lnTo>
                          <a:pt x="25603" y="3122"/>
                        </a:lnTo>
                        <a:lnTo>
                          <a:pt x="23950"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91" name="Freeform: Shape 3090">
                    <a:extLst>
                      <a:ext uri="{FF2B5EF4-FFF2-40B4-BE49-F238E27FC236}">
                        <a16:creationId xmlns:a16="http://schemas.microsoft.com/office/drawing/2014/main" id="{4969089D-6D9E-FC94-E9F1-3435A5248383}"/>
                      </a:ext>
                    </a:extLst>
                  </p:cNvPr>
                  <p:cNvSpPr/>
                  <p:nvPr/>
                </p:nvSpPr>
                <p:spPr>
                  <a:xfrm>
                    <a:off x="7403949" y="3823596"/>
                    <a:ext cx="8705" cy="10175"/>
                  </a:xfrm>
                  <a:custGeom>
                    <a:avLst/>
                    <a:gdLst>
                      <a:gd name="connsiteX0" fmla="*/ 3342 w 8705"/>
                      <a:gd name="connsiteY0" fmla="*/ 0 h 10175"/>
                      <a:gd name="connsiteX1" fmla="*/ 0 w 8705"/>
                      <a:gd name="connsiteY1" fmla="*/ 10175 h 10175"/>
                      <a:gd name="connsiteX2" fmla="*/ 8706 w 8705"/>
                      <a:gd name="connsiteY2" fmla="*/ 3894 h 10175"/>
                      <a:gd name="connsiteX3" fmla="*/ 6612 w 8705"/>
                      <a:gd name="connsiteY3" fmla="*/ 1139 h 10175"/>
                      <a:gd name="connsiteX4" fmla="*/ 3342 w 8705"/>
                      <a:gd name="connsiteY4" fmla="*/ 0 h 1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05" h="10175">
                        <a:moveTo>
                          <a:pt x="3342" y="0"/>
                        </a:moveTo>
                        <a:lnTo>
                          <a:pt x="0" y="10175"/>
                        </a:lnTo>
                        <a:lnTo>
                          <a:pt x="8706" y="3894"/>
                        </a:lnTo>
                        <a:lnTo>
                          <a:pt x="6612" y="1139"/>
                        </a:lnTo>
                        <a:lnTo>
                          <a:pt x="3342"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92" name="Freeform: Shape 3091">
                    <a:extLst>
                      <a:ext uri="{FF2B5EF4-FFF2-40B4-BE49-F238E27FC236}">
                        <a16:creationId xmlns:a16="http://schemas.microsoft.com/office/drawing/2014/main" id="{CE16469C-C9D1-1913-33A9-B25B73760999}"/>
                      </a:ext>
                    </a:extLst>
                  </p:cNvPr>
                  <p:cNvSpPr/>
                  <p:nvPr/>
                </p:nvSpPr>
                <p:spPr>
                  <a:xfrm>
                    <a:off x="6597344" y="3815478"/>
                    <a:ext cx="819975" cy="1495292"/>
                  </a:xfrm>
                  <a:custGeom>
                    <a:avLst/>
                    <a:gdLst>
                      <a:gd name="connsiteX0" fmla="*/ 813216 w 819975"/>
                      <a:gd name="connsiteY0" fmla="*/ 9257 h 1495292"/>
                      <a:gd name="connsiteX1" fmla="*/ 815310 w 819975"/>
                      <a:gd name="connsiteY1" fmla="*/ 12012 h 1495292"/>
                      <a:gd name="connsiteX2" fmla="*/ 806605 w 819975"/>
                      <a:gd name="connsiteY2" fmla="*/ 18293 h 1495292"/>
                      <a:gd name="connsiteX3" fmla="*/ 327703 w 819975"/>
                      <a:gd name="connsiteY3" fmla="*/ 1473546 h 1495292"/>
                      <a:gd name="connsiteX4" fmla="*/ 8559 w 819975"/>
                      <a:gd name="connsiteY4" fmla="*/ 584180 h 1495292"/>
                      <a:gd name="connsiteX5" fmla="*/ 806605 w 819975"/>
                      <a:gd name="connsiteY5" fmla="*/ 18293 h 1495292"/>
                      <a:gd name="connsiteX6" fmla="*/ 809947 w 819975"/>
                      <a:gd name="connsiteY6" fmla="*/ 8118 h 1495292"/>
                      <a:gd name="connsiteX7" fmla="*/ 813216 w 819975"/>
                      <a:gd name="connsiteY7" fmla="*/ 9257 h 1495292"/>
                      <a:gd name="connsiteX8" fmla="*/ 811233 w 819975"/>
                      <a:gd name="connsiteY8" fmla="*/ 6281 h 1495292"/>
                      <a:gd name="connsiteX9" fmla="*/ 0 w 819975"/>
                      <a:gd name="connsiteY9" fmla="*/ 581425 h 1495292"/>
                      <a:gd name="connsiteX10" fmla="*/ 327998 w 819975"/>
                      <a:gd name="connsiteY10" fmla="*/ 1495292 h 1495292"/>
                      <a:gd name="connsiteX11" fmla="*/ 819975 w 819975"/>
                      <a:gd name="connsiteY11" fmla="*/ 0 h 1495292"/>
                      <a:gd name="connsiteX12" fmla="*/ 811233 w 819975"/>
                      <a:gd name="connsiteY12" fmla="*/ 6281 h 1495292"/>
                      <a:gd name="connsiteX13" fmla="*/ 813216 w 819975"/>
                      <a:gd name="connsiteY13" fmla="*/ 9257 h 1495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9975" h="1495292">
                        <a:moveTo>
                          <a:pt x="813216" y="9257"/>
                        </a:moveTo>
                        <a:lnTo>
                          <a:pt x="815310" y="12012"/>
                        </a:lnTo>
                        <a:lnTo>
                          <a:pt x="806605" y="18293"/>
                        </a:lnTo>
                        <a:lnTo>
                          <a:pt x="327703" y="1473546"/>
                        </a:lnTo>
                        <a:lnTo>
                          <a:pt x="8559" y="584180"/>
                        </a:lnTo>
                        <a:lnTo>
                          <a:pt x="806605" y="18293"/>
                        </a:lnTo>
                        <a:lnTo>
                          <a:pt x="809947" y="8118"/>
                        </a:lnTo>
                        <a:lnTo>
                          <a:pt x="813216" y="9257"/>
                        </a:lnTo>
                        <a:lnTo>
                          <a:pt x="811233" y="6281"/>
                        </a:lnTo>
                        <a:lnTo>
                          <a:pt x="0" y="581425"/>
                        </a:lnTo>
                        <a:lnTo>
                          <a:pt x="327998" y="1495292"/>
                        </a:lnTo>
                        <a:lnTo>
                          <a:pt x="819975" y="0"/>
                        </a:lnTo>
                        <a:lnTo>
                          <a:pt x="811233" y="6281"/>
                        </a:lnTo>
                        <a:lnTo>
                          <a:pt x="813216" y="925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93" name="Freeform: Shape 3092">
                    <a:extLst>
                      <a:ext uri="{FF2B5EF4-FFF2-40B4-BE49-F238E27FC236}">
                        <a16:creationId xmlns:a16="http://schemas.microsoft.com/office/drawing/2014/main" id="{B3229A90-AD8C-4CFF-DF1B-1E506100735C}"/>
                      </a:ext>
                    </a:extLst>
                  </p:cNvPr>
                  <p:cNvSpPr/>
                  <p:nvPr/>
                </p:nvSpPr>
                <p:spPr>
                  <a:xfrm>
                    <a:off x="6598336" y="4398372"/>
                    <a:ext cx="4371" cy="4444"/>
                  </a:xfrm>
                  <a:custGeom>
                    <a:avLst/>
                    <a:gdLst>
                      <a:gd name="connsiteX0" fmla="*/ 0 w 4371"/>
                      <a:gd name="connsiteY0" fmla="*/ 1102 h 4444"/>
                      <a:gd name="connsiteX1" fmla="*/ 1212 w 4371"/>
                      <a:gd name="connsiteY1" fmla="*/ 4445 h 4444"/>
                      <a:gd name="connsiteX2" fmla="*/ 4371 w 4371"/>
                      <a:gd name="connsiteY2" fmla="*/ 3306 h 4444"/>
                      <a:gd name="connsiteX3" fmla="*/ 3306 w 4371"/>
                      <a:gd name="connsiteY3" fmla="*/ 0 h 4444"/>
                      <a:gd name="connsiteX4" fmla="*/ 0 w 4371"/>
                      <a:gd name="connsiteY4" fmla="*/ 1102 h 4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1" h="4444">
                        <a:moveTo>
                          <a:pt x="0" y="1102"/>
                        </a:moveTo>
                        <a:lnTo>
                          <a:pt x="1212" y="4445"/>
                        </a:lnTo>
                        <a:lnTo>
                          <a:pt x="4371" y="3306"/>
                        </a:lnTo>
                        <a:lnTo>
                          <a:pt x="3306" y="0"/>
                        </a:lnTo>
                        <a:lnTo>
                          <a:pt x="0" y="110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94" name="Freeform: Shape 3093">
                    <a:extLst>
                      <a:ext uri="{FF2B5EF4-FFF2-40B4-BE49-F238E27FC236}">
                        <a16:creationId xmlns:a16="http://schemas.microsoft.com/office/drawing/2014/main" id="{72EE7EE0-A457-E149-3D82-E5F611AABFEC}"/>
                      </a:ext>
                    </a:extLst>
                  </p:cNvPr>
                  <p:cNvSpPr/>
                  <p:nvPr/>
                </p:nvSpPr>
                <p:spPr>
                  <a:xfrm>
                    <a:off x="6353284" y="4393780"/>
                    <a:ext cx="575143" cy="908136"/>
                  </a:xfrm>
                  <a:custGeom>
                    <a:avLst/>
                    <a:gdLst>
                      <a:gd name="connsiteX0" fmla="*/ 247256 w 575143"/>
                      <a:gd name="connsiteY0" fmla="*/ 1102 h 908136"/>
                      <a:gd name="connsiteX1" fmla="*/ 248358 w 575143"/>
                      <a:gd name="connsiteY1" fmla="*/ 4592 h 908136"/>
                      <a:gd name="connsiteX2" fmla="*/ 249423 w 575143"/>
                      <a:gd name="connsiteY2" fmla="*/ 7898 h 908136"/>
                      <a:gd name="connsiteX3" fmla="*/ 246264 w 575143"/>
                      <a:gd name="connsiteY3" fmla="*/ 9036 h 908136"/>
                      <a:gd name="connsiteX4" fmla="*/ 559495 w 575143"/>
                      <a:gd name="connsiteY4" fmla="*/ 881798 h 908136"/>
                      <a:gd name="connsiteX5" fmla="*/ 11277 w 575143"/>
                      <a:gd name="connsiteY5" fmla="*/ 88309 h 908136"/>
                      <a:gd name="connsiteX6" fmla="*/ 246264 w 575143"/>
                      <a:gd name="connsiteY6" fmla="*/ 9036 h 908136"/>
                      <a:gd name="connsiteX7" fmla="*/ 245052 w 575143"/>
                      <a:gd name="connsiteY7" fmla="*/ 5693 h 908136"/>
                      <a:gd name="connsiteX8" fmla="*/ 248358 w 575143"/>
                      <a:gd name="connsiteY8" fmla="*/ 4592 h 908136"/>
                      <a:gd name="connsiteX9" fmla="*/ 247256 w 575143"/>
                      <a:gd name="connsiteY9" fmla="*/ 1102 h 908136"/>
                      <a:gd name="connsiteX10" fmla="*/ 0 w 575143"/>
                      <a:gd name="connsiteY10" fmla="*/ 84635 h 908136"/>
                      <a:gd name="connsiteX11" fmla="*/ 568936 w 575143"/>
                      <a:gd name="connsiteY11" fmla="*/ 908137 h 908136"/>
                      <a:gd name="connsiteX12" fmla="*/ 575143 w 575143"/>
                      <a:gd name="connsiteY12" fmla="*/ 904831 h 908136"/>
                      <a:gd name="connsiteX13" fmla="*/ 250452 w 575143"/>
                      <a:gd name="connsiteY13" fmla="*/ 0 h 908136"/>
                      <a:gd name="connsiteX14" fmla="*/ 247256 w 575143"/>
                      <a:gd name="connsiteY14" fmla="*/ 1102 h 908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5143" h="908136">
                        <a:moveTo>
                          <a:pt x="247256" y="1102"/>
                        </a:moveTo>
                        <a:lnTo>
                          <a:pt x="248358" y="4592"/>
                        </a:lnTo>
                        <a:lnTo>
                          <a:pt x="249423" y="7898"/>
                        </a:lnTo>
                        <a:lnTo>
                          <a:pt x="246264" y="9036"/>
                        </a:lnTo>
                        <a:lnTo>
                          <a:pt x="559495" y="881798"/>
                        </a:lnTo>
                        <a:lnTo>
                          <a:pt x="11277" y="88309"/>
                        </a:lnTo>
                        <a:lnTo>
                          <a:pt x="246264" y="9036"/>
                        </a:lnTo>
                        <a:lnTo>
                          <a:pt x="245052" y="5693"/>
                        </a:lnTo>
                        <a:lnTo>
                          <a:pt x="248358" y="4592"/>
                        </a:lnTo>
                        <a:lnTo>
                          <a:pt x="247256" y="1102"/>
                        </a:lnTo>
                        <a:lnTo>
                          <a:pt x="0" y="84635"/>
                        </a:lnTo>
                        <a:lnTo>
                          <a:pt x="568936" y="908137"/>
                        </a:lnTo>
                        <a:lnTo>
                          <a:pt x="575143" y="904831"/>
                        </a:lnTo>
                        <a:lnTo>
                          <a:pt x="250452" y="0"/>
                        </a:lnTo>
                        <a:lnTo>
                          <a:pt x="247256" y="110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95" name="Freeform: Shape 3094">
                    <a:extLst>
                      <a:ext uri="{FF2B5EF4-FFF2-40B4-BE49-F238E27FC236}">
                        <a16:creationId xmlns:a16="http://schemas.microsoft.com/office/drawing/2014/main" id="{1C00A276-26AF-9FE3-6B36-D2A68B7D775B}"/>
                      </a:ext>
                    </a:extLst>
                  </p:cNvPr>
                  <p:cNvSpPr/>
                  <p:nvPr/>
                </p:nvSpPr>
                <p:spPr>
                  <a:xfrm>
                    <a:off x="5951011" y="3249224"/>
                    <a:ext cx="655811" cy="1235620"/>
                  </a:xfrm>
                  <a:custGeom>
                    <a:avLst/>
                    <a:gdLst>
                      <a:gd name="connsiteX0" fmla="*/ 650632 w 655811"/>
                      <a:gd name="connsiteY0" fmla="*/ 1149148 h 1235620"/>
                      <a:gd name="connsiteX1" fmla="*/ 647619 w 655811"/>
                      <a:gd name="connsiteY1" fmla="*/ 1150801 h 1235620"/>
                      <a:gd name="connsiteX2" fmla="*/ 645452 w 655811"/>
                      <a:gd name="connsiteY2" fmla="*/ 1147128 h 1235620"/>
                      <a:gd name="connsiteX3" fmla="*/ 410098 w 655811"/>
                      <a:gd name="connsiteY3" fmla="*/ 1226620 h 1235620"/>
                      <a:gd name="connsiteX4" fmla="*/ 18036 w 655811"/>
                      <a:gd name="connsiteY4" fmla="*/ 34824 h 1235620"/>
                      <a:gd name="connsiteX5" fmla="*/ 645452 w 655811"/>
                      <a:gd name="connsiteY5" fmla="*/ 1147128 h 1235620"/>
                      <a:gd name="connsiteX6" fmla="*/ 649530 w 655811"/>
                      <a:gd name="connsiteY6" fmla="*/ 1145658 h 1235620"/>
                      <a:gd name="connsiteX7" fmla="*/ 650632 w 655811"/>
                      <a:gd name="connsiteY7" fmla="*/ 1149148 h 1235620"/>
                      <a:gd name="connsiteX8" fmla="*/ 653717 w 655811"/>
                      <a:gd name="connsiteY8" fmla="*/ 1147312 h 1235620"/>
                      <a:gd name="connsiteX9" fmla="*/ 6465 w 655811"/>
                      <a:gd name="connsiteY9" fmla="*/ 0 h 1235620"/>
                      <a:gd name="connsiteX10" fmla="*/ 0 w 655811"/>
                      <a:gd name="connsiteY10" fmla="*/ 2755 h 1235620"/>
                      <a:gd name="connsiteX11" fmla="*/ 405726 w 655811"/>
                      <a:gd name="connsiteY11" fmla="*/ 1235620 h 1235620"/>
                      <a:gd name="connsiteX12" fmla="*/ 655811 w 655811"/>
                      <a:gd name="connsiteY12" fmla="*/ 1151169 h 1235620"/>
                      <a:gd name="connsiteX13" fmla="*/ 653717 w 655811"/>
                      <a:gd name="connsiteY13" fmla="*/ 1147312 h 1235620"/>
                      <a:gd name="connsiteX14" fmla="*/ 650632 w 655811"/>
                      <a:gd name="connsiteY14" fmla="*/ 1149148 h 1235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811" h="1235620">
                        <a:moveTo>
                          <a:pt x="650632" y="1149148"/>
                        </a:moveTo>
                        <a:lnTo>
                          <a:pt x="647619" y="1150801"/>
                        </a:lnTo>
                        <a:lnTo>
                          <a:pt x="645452" y="1147128"/>
                        </a:lnTo>
                        <a:lnTo>
                          <a:pt x="410098" y="1226620"/>
                        </a:lnTo>
                        <a:lnTo>
                          <a:pt x="18036" y="34824"/>
                        </a:lnTo>
                        <a:lnTo>
                          <a:pt x="645452" y="1147128"/>
                        </a:lnTo>
                        <a:lnTo>
                          <a:pt x="649530" y="1145658"/>
                        </a:lnTo>
                        <a:lnTo>
                          <a:pt x="650632" y="1149148"/>
                        </a:lnTo>
                        <a:lnTo>
                          <a:pt x="653717" y="1147312"/>
                        </a:lnTo>
                        <a:lnTo>
                          <a:pt x="6465" y="0"/>
                        </a:lnTo>
                        <a:lnTo>
                          <a:pt x="0" y="2755"/>
                        </a:lnTo>
                        <a:lnTo>
                          <a:pt x="405726" y="1235620"/>
                        </a:lnTo>
                        <a:lnTo>
                          <a:pt x="655811" y="1151169"/>
                        </a:lnTo>
                        <a:lnTo>
                          <a:pt x="653717" y="1147312"/>
                        </a:lnTo>
                        <a:lnTo>
                          <a:pt x="650632" y="114914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96" name="Freeform: Shape 3095">
                    <a:extLst>
                      <a:ext uri="{FF2B5EF4-FFF2-40B4-BE49-F238E27FC236}">
                        <a16:creationId xmlns:a16="http://schemas.microsoft.com/office/drawing/2014/main" id="{FF59DEA7-E5C1-3D50-4F2B-309B588D8C6E}"/>
                      </a:ext>
                    </a:extLst>
                  </p:cNvPr>
                  <p:cNvSpPr/>
                  <p:nvPr/>
                </p:nvSpPr>
                <p:spPr>
                  <a:xfrm>
                    <a:off x="6596463" y="4394882"/>
                    <a:ext cx="5179" cy="5142"/>
                  </a:xfrm>
                  <a:custGeom>
                    <a:avLst/>
                    <a:gdLst>
                      <a:gd name="connsiteX0" fmla="*/ 0 w 5179"/>
                      <a:gd name="connsiteY0" fmla="*/ 1469 h 5142"/>
                      <a:gd name="connsiteX1" fmla="*/ 2167 w 5179"/>
                      <a:gd name="connsiteY1" fmla="*/ 5143 h 5142"/>
                      <a:gd name="connsiteX2" fmla="*/ 5180 w 5179"/>
                      <a:gd name="connsiteY2" fmla="*/ 3490 h 5142"/>
                      <a:gd name="connsiteX3" fmla="*/ 4077 w 5179"/>
                      <a:gd name="connsiteY3" fmla="*/ 0 h 5142"/>
                      <a:gd name="connsiteX4" fmla="*/ 0 w 5179"/>
                      <a:gd name="connsiteY4" fmla="*/ 1469 h 5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9" h="5142">
                        <a:moveTo>
                          <a:pt x="0" y="1469"/>
                        </a:moveTo>
                        <a:lnTo>
                          <a:pt x="2167" y="5143"/>
                        </a:lnTo>
                        <a:lnTo>
                          <a:pt x="5180" y="3490"/>
                        </a:lnTo>
                        <a:lnTo>
                          <a:pt x="4077" y="0"/>
                        </a:lnTo>
                        <a:lnTo>
                          <a:pt x="0" y="146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97" name="Freeform: Shape 3096">
                    <a:extLst>
                      <a:ext uri="{FF2B5EF4-FFF2-40B4-BE49-F238E27FC236}">
                        <a16:creationId xmlns:a16="http://schemas.microsoft.com/office/drawing/2014/main" id="{D189B878-43B0-069D-33A5-491EA1A57B7D}"/>
                      </a:ext>
                    </a:extLst>
                  </p:cNvPr>
                  <p:cNvSpPr/>
                  <p:nvPr/>
                </p:nvSpPr>
                <p:spPr>
                  <a:xfrm>
                    <a:off x="1741226" y="2510871"/>
                    <a:ext cx="6391" cy="5914"/>
                  </a:xfrm>
                  <a:custGeom>
                    <a:avLst/>
                    <a:gdLst>
                      <a:gd name="connsiteX0" fmla="*/ 0 w 6391"/>
                      <a:gd name="connsiteY0" fmla="*/ 4445 h 5914"/>
                      <a:gd name="connsiteX1" fmla="*/ 5437 w 6391"/>
                      <a:gd name="connsiteY1" fmla="*/ 5914 h 5914"/>
                      <a:gd name="connsiteX2" fmla="*/ 6392 w 6391"/>
                      <a:gd name="connsiteY2" fmla="*/ 2388 h 5914"/>
                      <a:gd name="connsiteX3" fmla="*/ 3857 w 6391"/>
                      <a:gd name="connsiteY3" fmla="*/ 0 h 5914"/>
                      <a:gd name="connsiteX4" fmla="*/ 0 w 6391"/>
                      <a:gd name="connsiteY4" fmla="*/ 4445 h 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1" h="5914">
                        <a:moveTo>
                          <a:pt x="0" y="4445"/>
                        </a:moveTo>
                        <a:lnTo>
                          <a:pt x="5437" y="5914"/>
                        </a:lnTo>
                        <a:lnTo>
                          <a:pt x="6392" y="2388"/>
                        </a:lnTo>
                        <a:lnTo>
                          <a:pt x="3857" y="0"/>
                        </a:lnTo>
                        <a:lnTo>
                          <a:pt x="0" y="444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98" name="Freeform: Shape 3097">
                    <a:extLst>
                      <a:ext uri="{FF2B5EF4-FFF2-40B4-BE49-F238E27FC236}">
                        <a16:creationId xmlns:a16="http://schemas.microsoft.com/office/drawing/2014/main" id="{14D34FDD-7848-7115-A5EC-17956F2875B6}"/>
                      </a:ext>
                    </a:extLst>
                  </p:cNvPr>
                  <p:cNvSpPr/>
                  <p:nvPr/>
                </p:nvSpPr>
                <p:spPr>
                  <a:xfrm>
                    <a:off x="0" y="2061505"/>
                    <a:ext cx="1754083" cy="1359009"/>
                  </a:xfrm>
                  <a:custGeom>
                    <a:avLst/>
                    <a:gdLst>
                      <a:gd name="connsiteX0" fmla="*/ 1754083 w 1754083"/>
                      <a:gd name="connsiteY0" fmla="*/ 449918 h 1359009"/>
                      <a:gd name="connsiteX1" fmla="*/ 1748500 w 1754083"/>
                      <a:gd name="connsiteY1" fmla="*/ 448264 h 1359009"/>
                      <a:gd name="connsiteX2" fmla="*/ 1747618 w 1754083"/>
                      <a:gd name="connsiteY2" fmla="*/ 451754 h 1359009"/>
                      <a:gd name="connsiteX3" fmla="*/ 1746663 w 1754083"/>
                      <a:gd name="connsiteY3" fmla="*/ 455281 h 1359009"/>
                      <a:gd name="connsiteX4" fmla="*/ 1741226 w 1754083"/>
                      <a:gd name="connsiteY4" fmla="*/ 453811 h 1359009"/>
                      <a:gd name="connsiteX5" fmla="*/ 938993 w 1754083"/>
                      <a:gd name="connsiteY5" fmla="*/ 1347585 h 1359009"/>
                      <a:gd name="connsiteX6" fmla="*/ 0 w 1754083"/>
                      <a:gd name="connsiteY6" fmla="*/ 0 h 1359009"/>
                      <a:gd name="connsiteX7" fmla="*/ 0 w 1754083"/>
                      <a:gd name="connsiteY7" fmla="*/ 12343 h 1359009"/>
                      <a:gd name="connsiteX8" fmla="*/ 938406 w 1754083"/>
                      <a:gd name="connsiteY8" fmla="*/ 1359009 h 1359009"/>
                      <a:gd name="connsiteX9" fmla="*/ 1754083 w 1754083"/>
                      <a:gd name="connsiteY9" fmla="*/ 449918 h 1359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4083" h="1359009">
                        <a:moveTo>
                          <a:pt x="1754083" y="449918"/>
                        </a:moveTo>
                        <a:lnTo>
                          <a:pt x="1748500" y="448264"/>
                        </a:lnTo>
                        <a:lnTo>
                          <a:pt x="1747618" y="451754"/>
                        </a:lnTo>
                        <a:lnTo>
                          <a:pt x="1746663" y="455281"/>
                        </a:lnTo>
                        <a:lnTo>
                          <a:pt x="1741226" y="453811"/>
                        </a:lnTo>
                        <a:lnTo>
                          <a:pt x="938993" y="1347585"/>
                        </a:lnTo>
                        <a:lnTo>
                          <a:pt x="0" y="0"/>
                        </a:lnTo>
                        <a:lnTo>
                          <a:pt x="0" y="12343"/>
                        </a:lnTo>
                        <a:lnTo>
                          <a:pt x="938406" y="1359009"/>
                        </a:lnTo>
                        <a:lnTo>
                          <a:pt x="1754083" y="44991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99" name="Freeform: Shape 3098">
                    <a:extLst>
                      <a:ext uri="{FF2B5EF4-FFF2-40B4-BE49-F238E27FC236}">
                        <a16:creationId xmlns:a16="http://schemas.microsoft.com/office/drawing/2014/main" id="{C8F6BECE-ED80-9AB5-F2C9-02E563686558}"/>
                      </a:ext>
                    </a:extLst>
                  </p:cNvPr>
                  <p:cNvSpPr/>
                  <p:nvPr/>
                </p:nvSpPr>
                <p:spPr>
                  <a:xfrm>
                    <a:off x="0" y="2061321"/>
                    <a:ext cx="945054" cy="1462819"/>
                  </a:xfrm>
                  <a:custGeom>
                    <a:avLst/>
                    <a:gdLst>
                      <a:gd name="connsiteX0" fmla="*/ 0 w 945054"/>
                      <a:gd name="connsiteY0" fmla="*/ 0 h 1462819"/>
                      <a:gd name="connsiteX1" fmla="*/ 0 w 945054"/>
                      <a:gd name="connsiteY1" fmla="*/ 12526 h 1462819"/>
                      <a:gd name="connsiteX2" fmla="*/ 932381 w 945054"/>
                      <a:gd name="connsiteY2" fmla="*/ 1350708 h 1462819"/>
                      <a:gd name="connsiteX3" fmla="*/ 0 w 945054"/>
                      <a:gd name="connsiteY3" fmla="*/ 1455620 h 1462819"/>
                      <a:gd name="connsiteX4" fmla="*/ 0 w 945054"/>
                      <a:gd name="connsiteY4" fmla="*/ 1462820 h 1462819"/>
                      <a:gd name="connsiteX5" fmla="*/ 945054 w 945054"/>
                      <a:gd name="connsiteY5" fmla="*/ 1356438 h 1462819"/>
                      <a:gd name="connsiteX6" fmla="*/ 0 w 945054"/>
                      <a:gd name="connsiteY6" fmla="*/ 0 h 1462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5054" h="1462819">
                        <a:moveTo>
                          <a:pt x="0" y="0"/>
                        </a:moveTo>
                        <a:lnTo>
                          <a:pt x="0" y="12526"/>
                        </a:lnTo>
                        <a:lnTo>
                          <a:pt x="932381" y="1350708"/>
                        </a:lnTo>
                        <a:lnTo>
                          <a:pt x="0" y="1455620"/>
                        </a:lnTo>
                        <a:lnTo>
                          <a:pt x="0" y="1462820"/>
                        </a:lnTo>
                        <a:lnTo>
                          <a:pt x="945054" y="1356438"/>
                        </a:lnTo>
                        <a:lnTo>
                          <a:pt x="0"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2900" name="Graphic 1629">
                <a:extLst>
                  <a:ext uri="{FF2B5EF4-FFF2-40B4-BE49-F238E27FC236}">
                    <a16:creationId xmlns:a16="http://schemas.microsoft.com/office/drawing/2014/main" id="{1A6E7C9E-4CFF-E196-2E9B-6DCB15CA52B2}"/>
                  </a:ext>
                </a:extLst>
              </p:cNvPr>
              <p:cNvGrpSpPr/>
              <p:nvPr/>
            </p:nvGrpSpPr>
            <p:grpSpPr>
              <a:xfrm>
                <a:off x="38350" y="1512112"/>
                <a:ext cx="7419431" cy="3832049"/>
                <a:chOff x="38350" y="1512112"/>
                <a:chExt cx="7419431" cy="3832049"/>
              </a:xfrm>
              <a:grpFill/>
            </p:grpSpPr>
            <p:sp>
              <p:nvSpPr>
                <p:cNvPr id="2901" name="Freeform: Shape 2900">
                  <a:extLst>
                    <a:ext uri="{FF2B5EF4-FFF2-40B4-BE49-F238E27FC236}">
                      <a16:creationId xmlns:a16="http://schemas.microsoft.com/office/drawing/2014/main" id="{57D98DB5-39A3-BDA5-6D5A-0904B6A01D97}"/>
                    </a:ext>
                  </a:extLst>
                </p:cNvPr>
                <p:cNvSpPr/>
                <p:nvPr/>
              </p:nvSpPr>
              <p:spPr>
                <a:xfrm>
                  <a:off x="1945577" y="2904292"/>
                  <a:ext cx="45403" cy="45403"/>
                </a:xfrm>
                <a:custGeom>
                  <a:avLst/>
                  <a:gdLst>
                    <a:gd name="connsiteX0" fmla="*/ 45403 w 45403"/>
                    <a:gd name="connsiteY0" fmla="*/ 22702 h 45403"/>
                    <a:gd name="connsiteX1" fmla="*/ 22702 w 45403"/>
                    <a:gd name="connsiteY1" fmla="*/ 45403 h 45403"/>
                    <a:gd name="connsiteX2" fmla="*/ 0 w 45403"/>
                    <a:gd name="connsiteY2" fmla="*/ 22702 h 45403"/>
                    <a:gd name="connsiteX3" fmla="*/ 22702 w 45403"/>
                    <a:gd name="connsiteY3" fmla="*/ 0 h 45403"/>
                    <a:gd name="connsiteX4" fmla="*/ 45403 w 45403"/>
                    <a:gd name="connsiteY4" fmla="*/ 22702 h 45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03" h="45403">
                      <a:moveTo>
                        <a:pt x="45403" y="22702"/>
                      </a:moveTo>
                      <a:cubicBezTo>
                        <a:pt x="45403" y="35240"/>
                        <a:pt x="35239" y="45403"/>
                        <a:pt x="22702" y="45403"/>
                      </a:cubicBezTo>
                      <a:cubicBezTo>
                        <a:pt x="10164" y="45403"/>
                        <a:pt x="0" y="35239"/>
                        <a:pt x="0" y="22702"/>
                      </a:cubicBezTo>
                      <a:cubicBezTo>
                        <a:pt x="0" y="10164"/>
                        <a:pt x="10164" y="0"/>
                        <a:pt x="22702" y="0"/>
                      </a:cubicBezTo>
                      <a:cubicBezTo>
                        <a:pt x="35239" y="0"/>
                        <a:pt x="45403" y="10164"/>
                        <a:pt x="45403" y="22702"/>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02" name="Freeform: Shape 2901">
                  <a:extLst>
                    <a:ext uri="{FF2B5EF4-FFF2-40B4-BE49-F238E27FC236}">
                      <a16:creationId xmlns:a16="http://schemas.microsoft.com/office/drawing/2014/main" id="{B0ECD973-684E-D744-8F60-CB02FF7A1643}"/>
                    </a:ext>
                  </a:extLst>
                </p:cNvPr>
                <p:cNvSpPr/>
                <p:nvPr/>
              </p:nvSpPr>
              <p:spPr>
                <a:xfrm>
                  <a:off x="3265465" y="3481235"/>
                  <a:ext cx="45366" cy="45403"/>
                </a:xfrm>
                <a:custGeom>
                  <a:avLst/>
                  <a:gdLst>
                    <a:gd name="connsiteX0" fmla="*/ 22702 w 45366"/>
                    <a:gd name="connsiteY0" fmla="*/ 0 h 45403"/>
                    <a:gd name="connsiteX1" fmla="*/ 0 w 45366"/>
                    <a:gd name="connsiteY1" fmla="*/ 22702 h 45403"/>
                    <a:gd name="connsiteX2" fmla="*/ 22702 w 45366"/>
                    <a:gd name="connsiteY2" fmla="*/ 45403 h 45403"/>
                    <a:gd name="connsiteX3" fmla="*/ 45366 w 45366"/>
                    <a:gd name="connsiteY3" fmla="*/ 22702 h 45403"/>
                    <a:gd name="connsiteX4" fmla="*/ 22702 w 45366"/>
                    <a:gd name="connsiteY4" fmla="*/ 0 h 45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66" h="45403">
                      <a:moveTo>
                        <a:pt x="22702" y="0"/>
                      </a:moveTo>
                      <a:cubicBezTo>
                        <a:pt x="10175" y="0"/>
                        <a:pt x="0" y="10139"/>
                        <a:pt x="0" y="22702"/>
                      </a:cubicBezTo>
                      <a:cubicBezTo>
                        <a:pt x="0" y="35265"/>
                        <a:pt x="10139" y="45403"/>
                        <a:pt x="22702" y="45403"/>
                      </a:cubicBezTo>
                      <a:cubicBezTo>
                        <a:pt x="35265" y="45403"/>
                        <a:pt x="45366" y="35265"/>
                        <a:pt x="45366" y="22702"/>
                      </a:cubicBezTo>
                      <a:cubicBezTo>
                        <a:pt x="45366" y="10139"/>
                        <a:pt x="35191" y="0"/>
                        <a:pt x="22702"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03" name="Freeform: Shape 2902">
                  <a:extLst>
                    <a:ext uri="{FF2B5EF4-FFF2-40B4-BE49-F238E27FC236}">
                      <a16:creationId xmlns:a16="http://schemas.microsoft.com/office/drawing/2014/main" id="{C18261FB-DB46-BF3E-5944-1920CBEBDE16}"/>
                    </a:ext>
                  </a:extLst>
                </p:cNvPr>
                <p:cNvSpPr/>
                <p:nvPr/>
              </p:nvSpPr>
              <p:spPr>
                <a:xfrm>
                  <a:off x="4137308" y="4120296"/>
                  <a:ext cx="45403" cy="45403"/>
                </a:xfrm>
                <a:custGeom>
                  <a:avLst/>
                  <a:gdLst>
                    <a:gd name="connsiteX0" fmla="*/ 22701 w 45403"/>
                    <a:gd name="connsiteY0" fmla="*/ 0 h 45403"/>
                    <a:gd name="connsiteX1" fmla="*/ 0 w 45403"/>
                    <a:gd name="connsiteY1" fmla="*/ 22702 h 45403"/>
                    <a:gd name="connsiteX2" fmla="*/ 22701 w 45403"/>
                    <a:gd name="connsiteY2" fmla="*/ 45403 h 45403"/>
                    <a:gd name="connsiteX3" fmla="*/ 45403 w 45403"/>
                    <a:gd name="connsiteY3" fmla="*/ 22702 h 45403"/>
                    <a:gd name="connsiteX4" fmla="*/ 22701 w 45403"/>
                    <a:gd name="connsiteY4" fmla="*/ 0 h 45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03" h="45403">
                      <a:moveTo>
                        <a:pt x="22701" y="0"/>
                      </a:moveTo>
                      <a:cubicBezTo>
                        <a:pt x="10175" y="0"/>
                        <a:pt x="0" y="10175"/>
                        <a:pt x="0" y="22702"/>
                      </a:cubicBezTo>
                      <a:cubicBezTo>
                        <a:pt x="0" y="35228"/>
                        <a:pt x="10139" y="45403"/>
                        <a:pt x="22701" y="45403"/>
                      </a:cubicBezTo>
                      <a:cubicBezTo>
                        <a:pt x="35265" y="45403"/>
                        <a:pt x="45403" y="35265"/>
                        <a:pt x="45403" y="22702"/>
                      </a:cubicBezTo>
                      <a:cubicBezTo>
                        <a:pt x="45403" y="10139"/>
                        <a:pt x="35228" y="0"/>
                        <a:pt x="22701"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04" name="Freeform: Shape 2903">
                  <a:extLst>
                    <a:ext uri="{FF2B5EF4-FFF2-40B4-BE49-F238E27FC236}">
                      <a16:creationId xmlns:a16="http://schemas.microsoft.com/office/drawing/2014/main" id="{E7A4A94B-827D-944D-EC42-3C2B7E69F0E3}"/>
                    </a:ext>
                  </a:extLst>
                </p:cNvPr>
                <p:cNvSpPr/>
                <p:nvPr/>
              </p:nvSpPr>
              <p:spPr>
                <a:xfrm>
                  <a:off x="4704223" y="4367001"/>
                  <a:ext cx="80520" cy="80520"/>
                </a:xfrm>
                <a:custGeom>
                  <a:avLst/>
                  <a:gdLst>
                    <a:gd name="connsiteX0" fmla="*/ 40260 w 80520"/>
                    <a:gd name="connsiteY0" fmla="*/ 0 h 80520"/>
                    <a:gd name="connsiteX1" fmla="*/ 0 w 80520"/>
                    <a:gd name="connsiteY1" fmla="*/ 40261 h 80520"/>
                    <a:gd name="connsiteX2" fmla="*/ 40260 w 80520"/>
                    <a:gd name="connsiteY2" fmla="*/ 80521 h 80520"/>
                    <a:gd name="connsiteX3" fmla="*/ 80521 w 80520"/>
                    <a:gd name="connsiteY3" fmla="*/ 40261 h 80520"/>
                    <a:gd name="connsiteX4" fmla="*/ 40260 w 80520"/>
                    <a:gd name="connsiteY4" fmla="*/ 0 h 80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20" h="80520">
                      <a:moveTo>
                        <a:pt x="40260" y="0"/>
                      </a:moveTo>
                      <a:cubicBezTo>
                        <a:pt x="18000" y="0"/>
                        <a:pt x="0" y="18036"/>
                        <a:pt x="0" y="40261"/>
                      </a:cubicBezTo>
                      <a:cubicBezTo>
                        <a:pt x="0" y="62484"/>
                        <a:pt x="18036" y="80521"/>
                        <a:pt x="40260" y="80521"/>
                      </a:cubicBezTo>
                      <a:cubicBezTo>
                        <a:pt x="62484" y="80521"/>
                        <a:pt x="80521" y="62484"/>
                        <a:pt x="80521" y="40261"/>
                      </a:cubicBezTo>
                      <a:cubicBezTo>
                        <a:pt x="80521" y="18036"/>
                        <a:pt x="62484" y="0"/>
                        <a:pt x="40260"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05" name="Freeform: Shape 2904">
                  <a:extLst>
                    <a:ext uri="{FF2B5EF4-FFF2-40B4-BE49-F238E27FC236}">
                      <a16:creationId xmlns:a16="http://schemas.microsoft.com/office/drawing/2014/main" id="{729DC420-AAF1-E8D9-18C8-7F3D32137425}"/>
                    </a:ext>
                  </a:extLst>
                </p:cNvPr>
                <p:cNvSpPr/>
                <p:nvPr/>
              </p:nvSpPr>
              <p:spPr>
                <a:xfrm>
                  <a:off x="3829110" y="3638457"/>
                  <a:ext cx="209787" cy="209750"/>
                </a:xfrm>
                <a:custGeom>
                  <a:avLst/>
                  <a:gdLst>
                    <a:gd name="connsiteX0" fmla="*/ 104912 w 209787"/>
                    <a:gd name="connsiteY0" fmla="*/ 0 h 209750"/>
                    <a:gd name="connsiteX1" fmla="*/ 0 w 209787"/>
                    <a:gd name="connsiteY1" fmla="*/ 104875 h 209750"/>
                    <a:gd name="connsiteX2" fmla="*/ 104912 w 209787"/>
                    <a:gd name="connsiteY2" fmla="*/ 209751 h 209750"/>
                    <a:gd name="connsiteX3" fmla="*/ 209788 w 209787"/>
                    <a:gd name="connsiteY3" fmla="*/ 104875 h 209750"/>
                    <a:gd name="connsiteX4" fmla="*/ 104912 w 209787"/>
                    <a:gd name="connsiteY4" fmla="*/ 0 h 209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787" h="209750">
                      <a:moveTo>
                        <a:pt x="104912" y="0"/>
                      </a:moveTo>
                      <a:cubicBezTo>
                        <a:pt x="46983" y="0"/>
                        <a:pt x="0" y="46946"/>
                        <a:pt x="0" y="104875"/>
                      </a:cubicBezTo>
                      <a:cubicBezTo>
                        <a:pt x="0" y="162805"/>
                        <a:pt x="46946" y="209751"/>
                        <a:pt x="104912" y="209751"/>
                      </a:cubicBezTo>
                      <a:cubicBezTo>
                        <a:pt x="162878" y="209751"/>
                        <a:pt x="209788" y="162805"/>
                        <a:pt x="209788" y="104875"/>
                      </a:cubicBezTo>
                      <a:cubicBezTo>
                        <a:pt x="209788" y="46946"/>
                        <a:pt x="162805" y="0"/>
                        <a:pt x="104912"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06" name="Freeform: Shape 2905">
                  <a:extLst>
                    <a:ext uri="{FF2B5EF4-FFF2-40B4-BE49-F238E27FC236}">
                      <a16:creationId xmlns:a16="http://schemas.microsoft.com/office/drawing/2014/main" id="{7C2E770C-FF40-4659-8DA7-0F9594FE6E3F}"/>
                    </a:ext>
                  </a:extLst>
                </p:cNvPr>
                <p:cNvSpPr/>
                <p:nvPr/>
              </p:nvSpPr>
              <p:spPr>
                <a:xfrm>
                  <a:off x="3396568" y="4118790"/>
                  <a:ext cx="62300" cy="62300"/>
                </a:xfrm>
                <a:custGeom>
                  <a:avLst/>
                  <a:gdLst>
                    <a:gd name="connsiteX0" fmla="*/ 31150 w 62300"/>
                    <a:gd name="connsiteY0" fmla="*/ 0 h 62300"/>
                    <a:gd name="connsiteX1" fmla="*/ 0 w 62300"/>
                    <a:gd name="connsiteY1" fmla="*/ 31150 h 62300"/>
                    <a:gd name="connsiteX2" fmla="*/ 31150 w 62300"/>
                    <a:gd name="connsiteY2" fmla="*/ 62301 h 62300"/>
                    <a:gd name="connsiteX3" fmla="*/ 62301 w 62300"/>
                    <a:gd name="connsiteY3" fmla="*/ 31150 h 62300"/>
                    <a:gd name="connsiteX4" fmla="*/ 31150 w 62300"/>
                    <a:gd name="connsiteY4" fmla="*/ 0 h 62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300" h="62300">
                      <a:moveTo>
                        <a:pt x="31150" y="0"/>
                      </a:moveTo>
                      <a:cubicBezTo>
                        <a:pt x="13922" y="0"/>
                        <a:pt x="0" y="13959"/>
                        <a:pt x="0" y="31150"/>
                      </a:cubicBezTo>
                      <a:cubicBezTo>
                        <a:pt x="0" y="48342"/>
                        <a:pt x="13959" y="62301"/>
                        <a:pt x="31150" y="62301"/>
                      </a:cubicBezTo>
                      <a:cubicBezTo>
                        <a:pt x="48342" y="62301"/>
                        <a:pt x="62301" y="48342"/>
                        <a:pt x="62301" y="31150"/>
                      </a:cubicBezTo>
                      <a:cubicBezTo>
                        <a:pt x="62301" y="13959"/>
                        <a:pt x="48342" y="0"/>
                        <a:pt x="31150"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07" name="Freeform: Shape 2906">
                  <a:extLst>
                    <a:ext uri="{FF2B5EF4-FFF2-40B4-BE49-F238E27FC236}">
                      <a16:creationId xmlns:a16="http://schemas.microsoft.com/office/drawing/2014/main" id="{631C05AB-F98B-3D3A-2814-8BB7F9EE34F5}"/>
                    </a:ext>
                  </a:extLst>
                </p:cNvPr>
                <p:cNvSpPr/>
                <p:nvPr/>
              </p:nvSpPr>
              <p:spPr>
                <a:xfrm>
                  <a:off x="4905599" y="4483301"/>
                  <a:ext cx="45403" cy="45403"/>
                </a:xfrm>
                <a:custGeom>
                  <a:avLst/>
                  <a:gdLst>
                    <a:gd name="connsiteX0" fmla="*/ 22702 w 45403"/>
                    <a:gd name="connsiteY0" fmla="*/ 0 h 45403"/>
                    <a:gd name="connsiteX1" fmla="*/ 0 w 45403"/>
                    <a:gd name="connsiteY1" fmla="*/ 22701 h 45403"/>
                    <a:gd name="connsiteX2" fmla="*/ 22702 w 45403"/>
                    <a:gd name="connsiteY2" fmla="*/ 45403 h 45403"/>
                    <a:gd name="connsiteX3" fmla="*/ 45404 w 45403"/>
                    <a:gd name="connsiteY3" fmla="*/ 22701 h 45403"/>
                    <a:gd name="connsiteX4" fmla="*/ 22702 w 45403"/>
                    <a:gd name="connsiteY4" fmla="*/ 0 h 45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03" h="45403">
                      <a:moveTo>
                        <a:pt x="22702" y="0"/>
                      </a:moveTo>
                      <a:cubicBezTo>
                        <a:pt x="10175" y="0"/>
                        <a:pt x="0" y="10175"/>
                        <a:pt x="0" y="22701"/>
                      </a:cubicBezTo>
                      <a:cubicBezTo>
                        <a:pt x="0" y="35228"/>
                        <a:pt x="10139" y="45403"/>
                        <a:pt x="22702" y="45403"/>
                      </a:cubicBezTo>
                      <a:cubicBezTo>
                        <a:pt x="35265" y="45403"/>
                        <a:pt x="45404" y="35265"/>
                        <a:pt x="45404" y="22701"/>
                      </a:cubicBezTo>
                      <a:cubicBezTo>
                        <a:pt x="45404" y="10139"/>
                        <a:pt x="35228" y="0"/>
                        <a:pt x="22702"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08" name="Freeform: Shape 2907">
                  <a:extLst>
                    <a:ext uri="{FF2B5EF4-FFF2-40B4-BE49-F238E27FC236}">
                      <a16:creationId xmlns:a16="http://schemas.microsoft.com/office/drawing/2014/main" id="{E0F8F500-CD91-4754-9679-7D5E1ED3A0F3}"/>
                    </a:ext>
                  </a:extLst>
                </p:cNvPr>
                <p:cNvSpPr/>
                <p:nvPr/>
              </p:nvSpPr>
              <p:spPr>
                <a:xfrm>
                  <a:off x="5517770" y="3069264"/>
                  <a:ext cx="45403" cy="45403"/>
                </a:xfrm>
                <a:custGeom>
                  <a:avLst/>
                  <a:gdLst>
                    <a:gd name="connsiteX0" fmla="*/ 22702 w 45403"/>
                    <a:gd name="connsiteY0" fmla="*/ 0 h 45403"/>
                    <a:gd name="connsiteX1" fmla="*/ 0 w 45403"/>
                    <a:gd name="connsiteY1" fmla="*/ 22702 h 45403"/>
                    <a:gd name="connsiteX2" fmla="*/ 22702 w 45403"/>
                    <a:gd name="connsiteY2" fmla="*/ 45403 h 45403"/>
                    <a:gd name="connsiteX3" fmla="*/ 45403 w 45403"/>
                    <a:gd name="connsiteY3" fmla="*/ 22702 h 45403"/>
                    <a:gd name="connsiteX4" fmla="*/ 22702 w 45403"/>
                    <a:gd name="connsiteY4" fmla="*/ 0 h 45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03" h="45403">
                      <a:moveTo>
                        <a:pt x="22702" y="0"/>
                      </a:moveTo>
                      <a:cubicBezTo>
                        <a:pt x="10175" y="0"/>
                        <a:pt x="0" y="10175"/>
                        <a:pt x="0" y="22702"/>
                      </a:cubicBezTo>
                      <a:cubicBezTo>
                        <a:pt x="0" y="35228"/>
                        <a:pt x="10139" y="45403"/>
                        <a:pt x="22702" y="45403"/>
                      </a:cubicBezTo>
                      <a:cubicBezTo>
                        <a:pt x="35265" y="45403"/>
                        <a:pt x="45403" y="35265"/>
                        <a:pt x="45403" y="22702"/>
                      </a:cubicBezTo>
                      <a:cubicBezTo>
                        <a:pt x="45403" y="10139"/>
                        <a:pt x="35228" y="0"/>
                        <a:pt x="22702"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09" name="Freeform: Shape 2908">
                  <a:extLst>
                    <a:ext uri="{FF2B5EF4-FFF2-40B4-BE49-F238E27FC236}">
                      <a16:creationId xmlns:a16="http://schemas.microsoft.com/office/drawing/2014/main" id="{D1EA044A-A179-BAC1-3F73-9DF888CBF314}"/>
                    </a:ext>
                  </a:extLst>
                </p:cNvPr>
                <p:cNvSpPr/>
                <p:nvPr/>
              </p:nvSpPr>
              <p:spPr>
                <a:xfrm>
                  <a:off x="4940092" y="4379858"/>
                  <a:ext cx="45366" cy="45366"/>
                </a:xfrm>
                <a:custGeom>
                  <a:avLst/>
                  <a:gdLst>
                    <a:gd name="connsiteX0" fmla="*/ 22665 w 45366"/>
                    <a:gd name="connsiteY0" fmla="*/ 0 h 45366"/>
                    <a:gd name="connsiteX1" fmla="*/ 0 w 45366"/>
                    <a:gd name="connsiteY1" fmla="*/ 22702 h 45366"/>
                    <a:gd name="connsiteX2" fmla="*/ 22665 w 45366"/>
                    <a:gd name="connsiteY2" fmla="*/ 45366 h 45366"/>
                    <a:gd name="connsiteX3" fmla="*/ 45367 w 45366"/>
                    <a:gd name="connsiteY3" fmla="*/ 22702 h 45366"/>
                    <a:gd name="connsiteX4" fmla="*/ 22665 w 45366"/>
                    <a:gd name="connsiteY4" fmla="*/ 0 h 4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66" h="45366">
                      <a:moveTo>
                        <a:pt x="22665" y="0"/>
                      </a:moveTo>
                      <a:cubicBezTo>
                        <a:pt x="10139" y="0"/>
                        <a:pt x="0" y="10175"/>
                        <a:pt x="0" y="22702"/>
                      </a:cubicBezTo>
                      <a:cubicBezTo>
                        <a:pt x="0" y="35228"/>
                        <a:pt x="10139" y="45366"/>
                        <a:pt x="22665" y="45366"/>
                      </a:cubicBezTo>
                      <a:cubicBezTo>
                        <a:pt x="35191" y="45366"/>
                        <a:pt x="45367" y="35228"/>
                        <a:pt x="45367" y="22702"/>
                      </a:cubicBezTo>
                      <a:cubicBezTo>
                        <a:pt x="45367" y="10175"/>
                        <a:pt x="35191" y="0"/>
                        <a:pt x="22665"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10" name="Freeform: Shape 2909">
                  <a:extLst>
                    <a:ext uri="{FF2B5EF4-FFF2-40B4-BE49-F238E27FC236}">
                      <a16:creationId xmlns:a16="http://schemas.microsoft.com/office/drawing/2014/main" id="{4F9F6D74-C654-405C-F17A-C4ABCB68F238}"/>
                    </a:ext>
                  </a:extLst>
                </p:cNvPr>
                <p:cNvSpPr/>
                <p:nvPr/>
              </p:nvSpPr>
              <p:spPr>
                <a:xfrm>
                  <a:off x="6869727" y="4854277"/>
                  <a:ext cx="72219" cy="72219"/>
                </a:xfrm>
                <a:custGeom>
                  <a:avLst/>
                  <a:gdLst>
                    <a:gd name="connsiteX0" fmla="*/ 36109 w 72219"/>
                    <a:gd name="connsiteY0" fmla="*/ 0 h 72219"/>
                    <a:gd name="connsiteX1" fmla="*/ 0 w 72219"/>
                    <a:gd name="connsiteY1" fmla="*/ 36109 h 72219"/>
                    <a:gd name="connsiteX2" fmla="*/ 36109 w 72219"/>
                    <a:gd name="connsiteY2" fmla="*/ 72219 h 72219"/>
                    <a:gd name="connsiteX3" fmla="*/ 72219 w 72219"/>
                    <a:gd name="connsiteY3" fmla="*/ 36109 h 72219"/>
                    <a:gd name="connsiteX4" fmla="*/ 36109 w 72219"/>
                    <a:gd name="connsiteY4" fmla="*/ 0 h 72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219" h="72219">
                      <a:moveTo>
                        <a:pt x="36109" y="0"/>
                      </a:moveTo>
                      <a:cubicBezTo>
                        <a:pt x="16163" y="0"/>
                        <a:pt x="0" y="16163"/>
                        <a:pt x="0" y="36109"/>
                      </a:cubicBezTo>
                      <a:cubicBezTo>
                        <a:pt x="0" y="56056"/>
                        <a:pt x="16163" y="72219"/>
                        <a:pt x="36109" y="72219"/>
                      </a:cubicBezTo>
                      <a:cubicBezTo>
                        <a:pt x="56056" y="72219"/>
                        <a:pt x="72219" y="56056"/>
                        <a:pt x="72219" y="36109"/>
                      </a:cubicBezTo>
                      <a:cubicBezTo>
                        <a:pt x="72219" y="16163"/>
                        <a:pt x="56056" y="0"/>
                        <a:pt x="3610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11" name="Freeform: Shape 2910">
                  <a:extLst>
                    <a:ext uri="{FF2B5EF4-FFF2-40B4-BE49-F238E27FC236}">
                      <a16:creationId xmlns:a16="http://schemas.microsoft.com/office/drawing/2014/main" id="{8276FEDE-32D4-4812-CBA8-DC316996BA07}"/>
                    </a:ext>
                  </a:extLst>
                </p:cNvPr>
                <p:cNvSpPr/>
                <p:nvPr/>
              </p:nvSpPr>
              <p:spPr>
                <a:xfrm>
                  <a:off x="5663531" y="4464346"/>
                  <a:ext cx="45366" cy="45403"/>
                </a:xfrm>
                <a:custGeom>
                  <a:avLst/>
                  <a:gdLst>
                    <a:gd name="connsiteX0" fmla="*/ 22665 w 45366"/>
                    <a:gd name="connsiteY0" fmla="*/ 0 h 45403"/>
                    <a:gd name="connsiteX1" fmla="*/ 0 w 45366"/>
                    <a:gd name="connsiteY1" fmla="*/ 22702 h 45403"/>
                    <a:gd name="connsiteX2" fmla="*/ 22665 w 45366"/>
                    <a:gd name="connsiteY2" fmla="*/ 45403 h 45403"/>
                    <a:gd name="connsiteX3" fmla="*/ 45366 w 45366"/>
                    <a:gd name="connsiteY3" fmla="*/ 22702 h 45403"/>
                    <a:gd name="connsiteX4" fmla="*/ 22665 w 45366"/>
                    <a:gd name="connsiteY4" fmla="*/ 0 h 45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66" h="45403">
                      <a:moveTo>
                        <a:pt x="22665" y="0"/>
                      </a:moveTo>
                      <a:cubicBezTo>
                        <a:pt x="10139" y="0"/>
                        <a:pt x="0" y="10139"/>
                        <a:pt x="0" y="22702"/>
                      </a:cubicBezTo>
                      <a:cubicBezTo>
                        <a:pt x="0" y="35265"/>
                        <a:pt x="10175" y="45403"/>
                        <a:pt x="22665" y="45403"/>
                      </a:cubicBezTo>
                      <a:cubicBezTo>
                        <a:pt x="35154" y="45403"/>
                        <a:pt x="45366" y="35265"/>
                        <a:pt x="45366" y="22702"/>
                      </a:cubicBezTo>
                      <a:cubicBezTo>
                        <a:pt x="45366" y="10139"/>
                        <a:pt x="35191" y="0"/>
                        <a:pt x="22665"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12" name="Freeform: Shape 2911">
                  <a:extLst>
                    <a:ext uri="{FF2B5EF4-FFF2-40B4-BE49-F238E27FC236}">
                      <a16:creationId xmlns:a16="http://schemas.microsoft.com/office/drawing/2014/main" id="{1248E04F-2051-C469-17BC-A21531DA0DA1}"/>
                    </a:ext>
                  </a:extLst>
                </p:cNvPr>
                <p:cNvSpPr/>
                <p:nvPr/>
              </p:nvSpPr>
              <p:spPr>
                <a:xfrm>
                  <a:off x="6089902" y="2737997"/>
                  <a:ext cx="45403" cy="45366"/>
                </a:xfrm>
                <a:custGeom>
                  <a:avLst/>
                  <a:gdLst>
                    <a:gd name="connsiteX0" fmla="*/ 22702 w 45403"/>
                    <a:gd name="connsiteY0" fmla="*/ 0 h 45366"/>
                    <a:gd name="connsiteX1" fmla="*/ 0 w 45403"/>
                    <a:gd name="connsiteY1" fmla="*/ 22665 h 45366"/>
                    <a:gd name="connsiteX2" fmla="*/ 22702 w 45403"/>
                    <a:gd name="connsiteY2" fmla="*/ 45366 h 45366"/>
                    <a:gd name="connsiteX3" fmla="*/ 45403 w 45403"/>
                    <a:gd name="connsiteY3" fmla="*/ 22665 h 45366"/>
                    <a:gd name="connsiteX4" fmla="*/ 22702 w 45403"/>
                    <a:gd name="connsiteY4" fmla="*/ 0 h 4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03" h="45366">
                      <a:moveTo>
                        <a:pt x="22702" y="0"/>
                      </a:moveTo>
                      <a:cubicBezTo>
                        <a:pt x="10175" y="0"/>
                        <a:pt x="0" y="10139"/>
                        <a:pt x="0" y="22665"/>
                      </a:cubicBezTo>
                      <a:cubicBezTo>
                        <a:pt x="0" y="35191"/>
                        <a:pt x="10175" y="45366"/>
                        <a:pt x="22702" y="45366"/>
                      </a:cubicBezTo>
                      <a:cubicBezTo>
                        <a:pt x="35228" y="45366"/>
                        <a:pt x="45403" y="35228"/>
                        <a:pt x="45403" y="22665"/>
                      </a:cubicBezTo>
                      <a:cubicBezTo>
                        <a:pt x="45403" y="10102"/>
                        <a:pt x="35228" y="0"/>
                        <a:pt x="22702"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13" name="Freeform: Shape 2912">
                  <a:extLst>
                    <a:ext uri="{FF2B5EF4-FFF2-40B4-BE49-F238E27FC236}">
                      <a16:creationId xmlns:a16="http://schemas.microsoft.com/office/drawing/2014/main" id="{F73D174F-D50B-A3F7-97AF-8269679EF7F3}"/>
                    </a:ext>
                  </a:extLst>
                </p:cNvPr>
                <p:cNvSpPr/>
                <p:nvPr/>
              </p:nvSpPr>
              <p:spPr>
                <a:xfrm>
                  <a:off x="5568133" y="3535785"/>
                  <a:ext cx="83092" cy="83092"/>
                </a:xfrm>
                <a:custGeom>
                  <a:avLst/>
                  <a:gdLst>
                    <a:gd name="connsiteX0" fmla="*/ 83092 w 83092"/>
                    <a:gd name="connsiteY0" fmla="*/ 41546 h 83092"/>
                    <a:gd name="connsiteX1" fmla="*/ 41546 w 83092"/>
                    <a:gd name="connsiteY1" fmla="*/ 83092 h 83092"/>
                    <a:gd name="connsiteX2" fmla="*/ 0 w 83092"/>
                    <a:gd name="connsiteY2" fmla="*/ 41546 h 83092"/>
                    <a:gd name="connsiteX3" fmla="*/ 41546 w 83092"/>
                    <a:gd name="connsiteY3" fmla="*/ 0 h 83092"/>
                    <a:gd name="connsiteX4" fmla="*/ 83092 w 83092"/>
                    <a:gd name="connsiteY4" fmla="*/ 41546 h 8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092" h="83092">
                      <a:moveTo>
                        <a:pt x="83092" y="41546"/>
                      </a:moveTo>
                      <a:cubicBezTo>
                        <a:pt x="83092" y="64491"/>
                        <a:pt x="64492" y="83092"/>
                        <a:pt x="41546" y="83092"/>
                      </a:cubicBezTo>
                      <a:cubicBezTo>
                        <a:pt x="18601" y="83092"/>
                        <a:pt x="0" y="64491"/>
                        <a:pt x="0" y="41546"/>
                      </a:cubicBezTo>
                      <a:cubicBezTo>
                        <a:pt x="0" y="18601"/>
                        <a:pt x="18600" y="0"/>
                        <a:pt x="41546" y="0"/>
                      </a:cubicBezTo>
                      <a:cubicBezTo>
                        <a:pt x="64491" y="0"/>
                        <a:pt x="83092" y="18601"/>
                        <a:pt x="83092" y="41546"/>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14" name="Freeform: Shape 2913">
                  <a:extLst>
                    <a:ext uri="{FF2B5EF4-FFF2-40B4-BE49-F238E27FC236}">
                      <a16:creationId xmlns:a16="http://schemas.microsoft.com/office/drawing/2014/main" id="{DB258C08-5023-6AA9-48DB-DFFFDC5AEDFB}"/>
                    </a:ext>
                  </a:extLst>
                </p:cNvPr>
                <p:cNvSpPr/>
                <p:nvPr/>
              </p:nvSpPr>
              <p:spPr>
                <a:xfrm>
                  <a:off x="6100408" y="5037726"/>
                  <a:ext cx="45329" cy="45329"/>
                </a:xfrm>
                <a:custGeom>
                  <a:avLst/>
                  <a:gdLst>
                    <a:gd name="connsiteX0" fmla="*/ 45330 w 45329"/>
                    <a:gd name="connsiteY0" fmla="*/ 22665 h 45329"/>
                    <a:gd name="connsiteX1" fmla="*/ 22665 w 45329"/>
                    <a:gd name="connsiteY1" fmla="*/ 45330 h 45329"/>
                    <a:gd name="connsiteX2" fmla="*/ 0 w 45329"/>
                    <a:gd name="connsiteY2" fmla="*/ 22665 h 45329"/>
                    <a:gd name="connsiteX3" fmla="*/ 22665 w 45329"/>
                    <a:gd name="connsiteY3" fmla="*/ 0 h 45329"/>
                    <a:gd name="connsiteX4" fmla="*/ 45330 w 45329"/>
                    <a:gd name="connsiteY4" fmla="*/ 22665 h 45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29" h="45329">
                      <a:moveTo>
                        <a:pt x="45330" y="22665"/>
                      </a:moveTo>
                      <a:cubicBezTo>
                        <a:pt x="45330" y="35182"/>
                        <a:pt x="35182" y="45330"/>
                        <a:pt x="22665" y="45330"/>
                      </a:cubicBezTo>
                      <a:cubicBezTo>
                        <a:pt x="10147" y="45330"/>
                        <a:pt x="0" y="35182"/>
                        <a:pt x="0" y="22665"/>
                      </a:cubicBezTo>
                      <a:cubicBezTo>
                        <a:pt x="0" y="10147"/>
                        <a:pt x="10147" y="0"/>
                        <a:pt x="22665" y="0"/>
                      </a:cubicBezTo>
                      <a:cubicBezTo>
                        <a:pt x="35182" y="0"/>
                        <a:pt x="45330" y="10147"/>
                        <a:pt x="45330" y="22665"/>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15" name="Freeform: Shape 2914">
                  <a:extLst>
                    <a:ext uri="{FF2B5EF4-FFF2-40B4-BE49-F238E27FC236}">
                      <a16:creationId xmlns:a16="http://schemas.microsoft.com/office/drawing/2014/main" id="{9BD05FD5-01F8-52F0-1B95-F72CB5DA62AD}"/>
                    </a:ext>
                  </a:extLst>
                </p:cNvPr>
                <p:cNvSpPr/>
                <p:nvPr/>
              </p:nvSpPr>
              <p:spPr>
                <a:xfrm>
                  <a:off x="2354499" y="3056517"/>
                  <a:ext cx="45366" cy="45403"/>
                </a:xfrm>
                <a:custGeom>
                  <a:avLst/>
                  <a:gdLst>
                    <a:gd name="connsiteX0" fmla="*/ 22702 w 45366"/>
                    <a:gd name="connsiteY0" fmla="*/ 0 h 45403"/>
                    <a:gd name="connsiteX1" fmla="*/ 0 w 45366"/>
                    <a:gd name="connsiteY1" fmla="*/ 22702 h 45403"/>
                    <a:gd name="connsiteX2" fmla="*/ 22702 w 45366"/>
                    <a:gd name="connsiteY2" fmla="*/ 45403 h 45403"/>
                    <a:gd name="connsiteX3" fmla="*/ 45366 w 45366"/>
                    <a:gd name="connsiteY3" fmla="*/ 22702 h 45403"/>
                    <a:gd name="connsiteX4" fmla="*/ 22702 w 45366"/>
                    <a:gd name="connsiteY4" fmla="*/ 0 h 45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66" h="45403">
                      <a:moveTo>
                        <a:pt x="22702" y="0"/>
                      </a:moveTo>
                      <a:cubicBezTo>
                        <a:pt x="10175" y="0"/>
                        <a:pt x="0" y="10175"/>
                        <a:pt x="0" y="22702"/>
                      </a:cubicBezTo>
                      <a:cubicBezTo>
                        <a:pt x="0" y="35228"/>
                        <a:pt x="10138" y="45403"/>
                        <a:pt x="22702" y="45403"/>
                      </a:cubicBezTo>
                      <a:cubicBezTo>
                        <a:pt x="35265" y="45403"/>
                        <a:pt x="45366" y="35265"/>
                        <a:pt x="45366" y="22702"/>
                      </a:cubicBezTo>
                      <a:cubicBezTo>
                        <a:pt x="45366" y="10139"/>
                        <a:pt x="35228" y="0"/>
                        <a:pt x="22702"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16" name="Freeform: Shape 2915">
                  <a:extLst>
                    <a:ext uri="{FF2B5EF4-FFF2-40B4-BE49-F238E27FC236}">
                      <a16:creationId xmlns:a16="http://schemas.microsoft.com/office/drawing/2014/main" id="{7F48AC46-9326-8DCD-FC27-675F0A27CF03}"/>
                    </a:ext>
                  </a:extLst>
                </p:cNvPr>
                <p:cNvSpPr/>
                <p:nvPr/>
              </p:nvSpPr>
              <p:spPr>
                <a:xfrm>
                  <a:off x="3137006" y="1714295"/>
                  <a:ext cx="95728" cy="95728"/>
                </a:xfrm>
                <a:custGeom>
                  <a:avLst/>
                  <a:gdLst>
                    <a:gd name="connsiteX0" fmla="*/ 47864 w 95728"/>
                    <a:gd name="connsiteY0" fmla="*/ 0 h 95728"/>
                    <a:gd name="connsiteX1" fmla="*/ 0 w 95728"/>
                    <a:gd name="connsiteY1" fmla="*/ 47864 h 95728"/>
                    <a:gd name="connsiteX2" fmla="*/ 47864 w 95728"/>
                    <a:gd name="connsiteY2" fmla="*/ 95729 h 95728"/>
                    <a:gd name="connsiteX3" fmla="*/ 95729 w 95728"/>
                    <a:gd name="connsiteY3" fmla="*/ 47864 h 95728"/>
                    <a:gd name="connsiteX4" fmla="*/ 47864 w 95728"/>
                    <a:gd name="connsiteY4" fmla="*/ 0 h 95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28" h="95728">
                      <a:moveTo>
                        <a:pt x="47864" y="0"/>
                      </a:moveTo>
                      <a:cubicBezTo>
                        <a:pt x="21416" y="0"/>
                        <a:pt x="0" y="21453"/>
                        <a:pt x="0" y="47864"/>
                      </a:cubicBezTo>
                      <a:cubicBezTo>
                        <a:pt x="0" y="74276"/>
                        <a:pt x="21416" y="95729"/>
                        <a:pt x="47864" y="95729"/>
                      </a:cubicBezTo>
                      <a:cubicBezTo>
                        <a:pt x="74313" y="95729"/>
                        <a:pt x="95729" y="74313"/>
                        <a:pt x="95729" y="47864"/>
                      </a:cubicBezTo>
                      <a:cubicBezTo>
                        <a:pt x="95729" y="21416"/>
                        <a:pt x="74276" y="0"/>
                        <a:pt x="47864"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17" name="Freeform: Shape 2916">
                  <a:extLst>
                    <a:ext uri="{FF2B5EF4-FFF2-40B4-BE49-F238E27FC236}">
                      <a16:creationId xmlns:a16="http://schemas.microsoft.com/office/drawing/2014/main" id="{E8ADF191-1A79-AB43-9326-2A920B0E84FF}"/>
                    </a:ext>
                  </a:extLst>
                </p:cNvPr>
                <p:cNvSpPr/>
                <p:nvPr/>
              </p:nvSpPr>
              <p:spPr>
                <a:xfrm>
                  <a:off x="3486236" y="3201616"/>
                  <a:ext cx="95728" cy="95728"/>
                </a:xfrm>
                <a:custGeom>
                  <a:avLst/>
                  <a:gdLst>
                    <a:gd name="connsiteX0" fmla="*/ 47864 w 95728"/>
                    <a:gd name="connsiteY0" fmla="*/ 0 h 95728"/>
                    <a:gd name="connsiteX1" fmla="*/ 0 w 95728"/>
                    <a:gd name="connsiteY1" fmla="*/ 47864 h 95728"/>
                    <a:gd name="connsiteX2" fmla="*/ 47864 w 95728"/>
                    <a:gd name="connsiteY2" fmla="*/ 95729 h 95728"/>
                    <a:gd name="connsiteX3" fmla="*/ 95729 w 95728"/>
                    <a:gd name="connsiteY3" fmla="*/ 47864 h 95728"/>
                    <a:gd name="connsiteX4" fmla="*/ 47864 w 95728"/>
                    <a:gd name="connsiteY4" fmla="*/ 0 h 95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28" h="95728">
                      <a:moveTo>
                        <a:pt x="47864" y="0"/>
                      </a:moveTo>
                      <a:cubicBezTo>
                        <a:pt x="21416" y="0"/>
                        <a:pt x="0" y="21453"/>
                        <a:pt x="0" y="47864"/>
                      </a:cubicBezTo>
                      <a:cubicBezTo>
                        <a:pt x="0" y="74276"/>
                        <a:pt x="21416" y="95729"/>
                        <a:pt x="47864" y="95729"/>
                      </a:cubicBezTo>
                      <a:cubicBezTo>
                        <a:pt x="74313" y="95729"/>
                        <a:pt x="95729" y="74313"/>
                        <a:pt x="95729" y="47864"/>
                      </a:cubicBezTo>
                      <a:cubicBezTo>
                        <a:pt x="95729" y="21416"/>
                        <a:pt x="74276" y="0"/>
                        <a:pt x="47864"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18" name="Freeform: Shape 2917">
                  <a:extLst>
                    <a:ext uri="{FF2B5EF4-FFF2-40B4-BE49-F238E27FC236}">
                      <a16:creationId xmlns:a16="http://schemas.microsoft.com/office/drawing/2014/main" id="{00856BD2-6B1E-AB2A-218F-7C9DE5C862C3}"/>
                    </a:ext>
                  </a:extLst>
                </p:cNvPr>
                <p:cNvSpPr/>
                <p:nvPr/>
              </p:nvSpPr>
              <p:spPr>
                <a:xfrm>
                  <a:off x="5060249" y="3761111"/>
                  <a:ext cx="95728" cy="95728"/>
                </a:xfrm>
                <a:custGeom>
                  <a:avLst/>
                  <a:gdLst>
                    <a:gd name="connsiteX0" fmla="*/ 47864 w 95728"/>
                    <a:gd name="connsiteY0" fmla="*/ 0 h 95728"/>
                    <a:gd name="connsiteX1" fmla="*/ 0 w 95728"/>
                    <a:gd name="connsiteY1" fmla="*/ 47864 h 95728"/>
                    <a:gd name="connsiteX2" fmla="*/ 47864 w 95728"/>
                    <a:gd name="connsiteY2" fmla="*/ 95729 h 95728"/>
                    <a:gd name="connsiteX3" fmla="*/ 95728 w 95728"/>
                    <a:gd name="connsiteY3" fmla="*/ 47864 h 95728"/>
                    <a:gd name="connsiteX4" fmla="*/ 47864 w 95728"/>
                    <a:gd name="connsiteY4" fmla="*/ 0 h 95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28" h="95728">
                      <a:moveTo>
                        <a:pt x="47864" y="0"/>
                      </a:moveTo>
                      <a:cubicBezTo>
                        <a:pt x="21416" y="0"/>
                        <a:pt x="0" y="21453"/>
                        <a:pt x="0" y="47864"/>
                      </a:cubicBezTo>
                      <a:cubicBezTo>
                        <a:pt x="0" y="74276"/>
                        <a:pt x="21416" y="95729"/>
                        <a:pt x="47864" y="95729"/>
                      </a:cubicBezTo>
                      <a:cubicBezTo>
                        <a:pt x="74313" y="95729"/>
                        <a:pt x="95728" y="74313"/>
                        <a:pt x="95728" y="47864"/>
                      </a:cubicBezTo>
                      <a:cubicBezTo>
                        <a:pt x="95728" y="21416"/>
                        <a:pt x="74276" y="0"/>
                        <a:pt x="47864"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19" name="Freeform: Shape 2918">
                  <a:extLst>
                    <a:ext uri="{FF2B5EF4-FFF2-40B4-BE49-F238E27FC236}">
                      <a16:creationId xmlns:a16="http://schemas.microsoft.com/office/drawing/2014/main" id="{CDD2F706-9F89-0476-F1C9-C4E334E61941}"/>
                    </a:ext>
                  </a:extLst>
                </p:cNvPr>
                <p:cNvSpPr/>
                <p:nvPr/>
              </p:nvSpPr>
              <p:spPr>
                <a:xfrm>
                  <a:off x="2637387" y="2907488"/>
                  <a:ext cx="95728" cy="95728"/>
                </a:xfrm>
                <a:custGeom>
                  <a:avLst/>
                  <a:gdLst>
                    <a:gd name="connsiteX0" fmla="*/ 47864 w 95728"/>
                    <a:gd name="connsiteY0" fmla="*/ 0 h 95728"/>
                    <a:gd name="connsiteX1" fmla="*/ 0 w 95728"/>
                    <a:gd name="connsiteY1" fmla="*/ 47864 h 95728"/>
                    <a:gd name="connsiteX2" fmla="*/ 47864 w 95728"/>
                    <a:gd name="connsiteY2" fmla="*/ 95729 h 95728"/>
                    <a:gd name="connsiteX3" fmla="*/ 95729 w 95728"/>
                    <a:gd name="connsiteY3" fmla="*/ 47864 h 95728"/>
                    <a:gd name="connsiteX4" fmla="*/ 47864 w 95728"/>
                    <a:gd name="connsiteY4" fmla="*/ 0 h 95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28" h="95728">
                      <a:moveTo>
                        <a:pt x="47864" y="0"/>
                      </a:moveTo>
                      <a:cubicBezTo>
                        <a:pt x="21416" y="0"/>
                        <a:pt x="0" y="21453"/>
                        <a:pt x="0" y="47864"/>
                      </a:cubicBezTo>
                      <a:cubicBezTo>
                        <a:pt x="0" y="74276"/>
                        <a:pt x="21416" y="95729"/>
                        <a:pt x="47864" y="95729"/>
                      </a:cubicBezTo>
                      <a:cubicBezTo>
                        <a:pt x="74313" y="95729"/>
                        <a:pt x="95729" y="74313"/>
                        <a:pt x="95729" y="47864"/>
                      </a:cubicBezTo>
                      <a:cubicBezTo>
                        <a:pt x="95729" y="21416"/>
                        <a:pt x="74276" y="0"/>
                        <a:pt x="47864"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20" name="Freeform: Shape 2919">
                  <a:extLst>
                    <a:ext uri="{FF2B5EF4-FFF2-40B4-BE49-F238E27FC236}">
                      <a16:creationId xmlns:a16="http://schemas.microsoft.com/office/drawing/2014/main" id="{721787AC-FA81-2C5D-FD6C-BA7E40C46879}"/>
                    </a:ext>
                  </a:extLst>
                </p:cNvPr>
                <p:cNvSpPr/>
                <p:nvPr/>
              </p:nvSpPr>
              <p:spPr>
                <a:xfrm>
                  <a:off x="2197645" y="2217734"/>
                  <a:ext cx="95728" cy="95728"/>
                </a:xfrm>
                <a:custGeom>
                  <a:avLst/>
                  <a:gdLst>
                    <a:gd name="connsiteX0" fmla="*/ 47864 w 95728"/>
                    <a:gd name="connsiteY0" fmla="*/ 0 h 95728"/>
                    <a:gd name="connsiteX1" fmla="*/ 0 w 95728"/>
                    <a:gd name="connsiteY1" fmla="*/ 47864 h 95728"/>
                    <a:gd name="connsiteX2" fmla="*/ 47864 w 95728"/>
                    <a:gd name="connsiteY2" fmla="*/ 95729 h 95728"/>
                    <a:gd name="connsiteX3" fmla="*/ 95729 w 95728"/>
                    <a:gd name="connsiteY3" fmla="*/ 47864 h 95728"/>
                    <a:gd name="connsiteX4" fmla="*/ 47864 w 95728"/>
                    <a:gd name="connsiteY4" fmla="*/ 0 h 95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28" h="95728">
                      <a:moveTo>
                        <a:pt x="47864" y="0"/>
                      </a:moveTo>
                      <a:cubicBezTo>
                        <a:pt x="21416" y="0"/>
                        <a:pt x="0" y="21453"/>
                        <a:pt x="0" y="47864"/>
                      </a:cubicBezTo>
                      <a:cubicBezTo>
                        <a:pt x="0" y="74276"/>
                        <a:pt x="21416" y="95729"/>
                        <a:pt x="47864" y="95729"/>
                      </a:cubicBezTo>
                      <a:cubicBezTo>
                        <a:pt x="74313" y="95729"/>
                        <a:pt x="95729" y="74313"/>
                        <a:pt x="95729" y="47864"/>
                      </a:cubicBezTo>
                      <a:cubicBezTo>
                        <a:pt x="95729" y="21416"/>
                        <a:pt x="74276" y="0"/>
                        <a:pt x="47864"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21" name="Freeform: Shape 2920">
                  <a:extLst>
                    <a:ext uri="{FF2B5EF4-FFF2-40B4-BE49-F238E27FC236}">
                      <a16:creationId xmlns:a16="http://schemas.microsoft.com/office/drawing/2014/main" id="{1E11FB2C-D257-5706-7FEA-BC1A2709CF90}"/>
                    </a:ext>
                  </a:extLst>
                </p:cNvPr>
                <p:cNvSpPr/>
                <p:nvPr/>
              </p:nvSpPr>
              <p:spPr>
                <a:xfrm>
                  <a:off x="6879535" y="5248432"/>
                  <a:ext cx="95728" cy="95728"/>
                </a:xfrm>
                <a:custGeom>
                  <a:avLst/>
                  <a:gdLst>
                    <a:gd name="connsiteX0" fmla="*/ 47864 w 95728"/>
                    <a:gd name="connsiteY0" fmla="*/ 0 h 95728"/>
                    <a:gd name="connsiteX1" fmla="*/ 0 w 95728"/>
                    <a:gd name="connsiteY1" fmla="*/ 47864 h 95728"/>
                    <a:gd name="connsiteX2" fmla="*/ 47864 w 95728"/>
                    <a:gd name="connsiteY2" fmla="*/ 95728 h 95728"/>
                    <a:gd name="connsiteX3" fmla="*/ 95728 w 95728"/>
                    <a:gd name="connsiteY3" fmla="*/ 47864 h 95728"/>
                    <a:gd name="connsiteX4" fmla="*/ 47864 w 95728"/>
                    <a:gd name="connsiteY4" fmla="*/ 0 h 95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28" h="95728">
                      <a:moveTo>
                        <a:pt x="47864" y="0"/>
                      </a:moveTo>
                      <a:cubicBezTo>
                        <a:pt x="21416" y="0"/>
                        <a:pt x="0" y="21453"/>
                        <a:pt x="0" y="47864"/>
                      </a:cubicBezTo>
                      <a:cubicBezTo>
                        <a:pt x="0" y="74276"/>
                        <a:pt x="21416" y="95728"/>
                        <a:pt x="47864" y="95728"/>
                      </a:cubicBezTo>
                      <a:cubicBezTo>
                        <a:pt x="74313" y="95728"/>
                        <a:pt x="95728" y="74313"/>
                        <a:pt x="95728" y="47864"/>
                      </a:cubicBezTo>
                      <a:cubicBezTo>
                        <a:pt x="95728" y="21416"/>
                        <a:pt x="74276" y="0"/>
                        <a:pt x="47864"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22" name="Freeform: Shape 2921">
                  <a:extLst>
                    <a:ext uri="{FF2B5EF4-FFF2-40B4-BE49-F238E27FC236}">
                      <a16:creationId xmlns:a16="http://schemas.microsoft.com/office/drawing/2014/main" id="{3E6B8C4D-2898-E187-93C7-A95B3B4A5C36}"/>
                    </a:ext>
                  </a:extLst>
                </p:cNvPr>
                <p:cNvSpPr/>
                <p:nvPr/>
              </p:nvSpPr>
              <p:spPr>
                <a:xfrm>
                  <a:off x="2085092" y="4171613"/>
                  <a:ext cx="95728" cy="95728"/>
                </a:xfrm>
                <a:custGeom>
                  <a:avLst/>
                  <a:gdLst>
                    <a:gd name="connsiteX0" fmla="*/ 47864 w 95728"/>
                    <a:gd name="connsiteY0" fmla="*/ 0 h 95728"/>
                    <a:gd name="connsiteX1" fmla="*/ 0 w 95728"/>
                    <a:gd name="connsiteY1" fmla="*/ 47864 h 95728"/>
                    <a:gd name="connsiteX2" fmla="*/ 47864 w 95728"/>
                    <a:gd name="connsiteY2" fmla="*/ 95728 h 95728"/>
                    <a:gd name="connsiteX3" fmla="*/ 95729 w 95728"/>
                    <a:gd name="connsiteY3" fmla="*/ 47864 h 95728"/>
                    <a:gd name="connsiteX4" fmla="*/ 47864 w 95728"/>
                    <a:gd name="connsiteY4" fmla="*/ 0 h 95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28" h="95728">
                      <a:moveTo>
                        <a:pt x="47864" y="0"/>
                      </a:moveTo>
                      <a:cubicBezTo>
                        <a:pt x="21416" y="0"/>
                        <a:pt x="0" y="21453"/>
                        <a:pt x="0" y="47864"/>
                      </a:cubicBezTo>
                      <a:cubicBezTo>
                        <a:pt x="0" y="74276"/>
                        <a:pt x="21416" y="95728"/>
                        <a:pt x="47864" y="95728"/>
                      </a:cubicBezTo>
                      <a:cubicBezTo>
                        <a:pt x="74313" y="95728"/>
                        <a:pt x="95729" y="74313"/>
                        <a:pt x="95729" y="47864"/>
                      </a:cubicBezTo>
                      <a:cubicBezTo>
                        <a:pt x="95729" y="21416"/>
                        <a:pt x="74276" y="0"/>
                        <a:pt x="47864"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23" name="Freeform: Shape 2922">
                  <a:extLst>
                    <a:ext uri="{FF2B5EF4-FFF2-40B4-BE49-F238E27FC236}">
                      <a16:creationId xmlns:a16="http://schemas.microsoft.com/office/drawing/2014/main" id="{B669A2F2-D99E-66EA-1A48-65260ABD3E28}"/>
                    </a:ext>
                  </a:extLst>
                </p:cNvPr>
                <p:cNvSpPr/>
                <p:nvPr/>
              </p:nvSpPr>
              <p:spPr>
                <a:xfrm>
                  <a:off x="324801" y="2739136"/>
                  <a:ext cx="45403" cy="45403"/>
                </a:xfrm>
                <a:custGeom>
                  <a:avLst/>
                  <a:gdLst>
                    <a:gd name="connsiteX0" fmla="*/ 22702 w 45403"/>
                    <a:gd name="connsiteY0" fmla="*/ 0 h 45403"/>
                    <a:gd name="connsiteX1" fmla="*/ 0 w 45403"/>
                    <a:gd name="connsiteY1" fmla="*/ 22702 h 45403"/>
                    <a:gd name="connsiteX2" fmla="*/ 22702 w 45403"/>
                    <a:gd name="connsiteY2" fmla="*/ 45403 h 45403"/>
                    <a:gd name="connsiteX3" fmla="*/ 45403 w 45403"/>
                    <a:gd name="connsiteY3" fmla="*/ 22702 h 45403"/>
                    <a:gd name="connsiteX4" fmla="*/ 22702 w 45403"/>
                    <a:gd name="connsiteY4" fmla="*/ 0 h 45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03" h="45403">
                      <a:moveTo>
                        <a:pt x="22702" y="0"/>
                      </a:moveTo>
                      <a:cubicBezTo>
                        <a:pt x="10175" y="0"/>
                        <a:pt x="0" y="10175"/>
                        <a:pt x="0" y="22702"/>
                      </a:cubicBezTo>
                      <a:cubicBezTo>
                        <a:pt x="0" y="35228"/>
                        <a:pt x="10139" y="45403"/>
                        <a:pt x="22702" y="45403"/>
                      </a:cubicBezTo>
                      <a:cubicBezTo>
                        <a:pt x="35265" y="45403"/>
                        <a:pt x="45403" y="35265"/>
                        <a:pt x="45403" y="22702"/>
                      </a:cubicBezTo>
                      <a:cubicBezTo>
                        <a:pt x="45403" y="10139"/>
                        <a:pt x="35228" y="0"/>
                        <a:pt x="22702"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24" name="Freeform: Shape 2923">
                  <a:extLst>
                    <a:ext uri="{FF2B5EF4-FFF2-40B4-BE49-F238E27FC236}">
                      <a16:creationId xmlns:a16="http://schemas.microsoft.com/office/drawing/2014/main" id="{D0A344F5-650B-CB6F-E202-2DCD929262A1}"/>
                    </a:ext>
                  </a:extLst>
                </p:cNvPr>
                <p:cNvSpPr/>
                <p:nvPr/>
              </p:nvSpPr>
              <p:spPr>
                <a:xfrm>
                  <a:off x="479855" y="2307181"/>
                  <a:ext cx="83679" cy="83680"/>
                </a:xfrm>
                <a:custGeom>
                  <a:avLst/>
                  <a:gdLst>
                    <a:gd name="connsiteX0" fmla="*/ 41840 w 83679"/>
                    <a:gd name="connsiteY0" fmla="*/ 0 h 83680"/>
                    <a:gd name="connsiteX1" fmla="*/ 0 w 83679"/>
                    <a:gd name="connsiteY1" fmla="*/ 41840 h 83680"/>
                    <a:gd name="connsiteX2" fmla="*/ 41840 w 83679"/>
                    <a:gd name="connsiteY2" fmla="*/ 83680 h 83680"/>
                    <a:gd name="connsiteX3" fmla="*/ 83680 w 83679"/>
                    <a:gd name="connsiteY3" fmla="*/ 41840 h 83680"/>
                    <a:gd name="connsiteX4" fmla="*/ 41840 w 83679"/>
                    <a:gd name="connsiteY4" fmla="*/ 0 h 83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79" h="83680">
                      <a:moveTo>
                        <a:pt x="41840" y="0"/>
                      </a:moveTo>
                      <a:cubicBezTo>
                        <a:pt x="18734" y="0"/>
                        <a:pt x="0" y="18734"/>
                        <a:pt x="0" y="41840"/>
                      </a:cubicBezTo>
                      <a:cubicBezTo>
                        <a:pt x="0" y="64946"/>
                        <a:pt x="18734" y="83680"/>
                        <a:pt x="41840" y="83680"/>
                      </a:cubicBezTo>
                      <a:cubicBezTo>
                        <a:pt x="64946" y="83680"/>
                        <a:pt x="83680" y="64946"/>
                        <a:pt x="83680" y="41840"/>
                      </a:cubicBezTo>
                      <a:cubicBezTo>
                        <a:pt x="83680" y="18734"/>
                        <a:pt x="64946" y="0"/>
                        <a:pt x="41840"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25" name="Freeform: Shape 2924">
                  <a:extLst>
                    <a:ext uri="{FF2B5EF4-FFF2-40B4-BE49-F238E27FC236}">
                      <a16:creationId xmlns:a16="http://schemas.microsoft.com/office/drawing/2014/main" id="{DDA20426-D798-C9D6-6458-349592495589}"/>
                    </a:ext>
                  </a:extLst>
                </p:cNvPr>
                <p:cNvSpPr/>
                <p:nvPr/>
              </p:nvSpPr>
              <p:spPr>
                <a:xfrm>
                  <a:off x="908871" y="3383780"/>
                  <a:ext cx="58333" cy="58333"/>
                </a:xfrm>
                <a:custGeom>
                  <a:avLst/>
                  <a:gdLst>
                    <a:gd name="connsiteX0" fmla="*/ 29167 w 58333"/>
                    <a:gd name="connsiteY0" fmla="*/ 0 h 58333"/>
                    <a:gd name="connsiteX1" fmla="*/ 0 w 58333"/>
                    <a:gd name="connsiteY1" fmla="*/ 29167 h 58333"/>
                    <a:gd name="connsiteX2" fmla="*/ 29167 w 58333"/>
                    <a:gd name="connsiteY2" fmla="*/ 58334 h 58333"/>
                    <a:gd name="connsiteX3" fmla="*/ 58333 w 58333"/>
                    <a:gd name="connsiteY3" fmla="*/ 29167 h 58333"/>
                    <a:gd name="connsiteX4" fmla="*/ 29167 w 58333"/>
                    <a:gd name="connsiteY4" fmla="*/ 0 h 5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333" h="58333">
                      <a:moveTo>
                        <a:pt x="29167" y="0"/>
                      </a:moveTo>
                      <a:cubicBezTo>
                        <a:pt x="13077" y="0"/>
                        <a:pt x="0" y="13041"/>
                        <a:pt x="0" y="29167"/>
                      </a:cubicBezTo>
                      <a:cubicBezTo>
                        <a:pt x="0" y="45293"/>
                        <a:pt x="13041" y="58334"/>
                        <a:pt x="29167" y="58334"/>
                      </a:cubicBezTo>
                      <a:cubicBezTo>
                        <a:pt x="45293" y="58334"/>
                        <a:pt x="58333" y="45293"/>
                        <a:pt x="58333" y="29167"/>
                      </a:cubicBezTo>
                      <a:cubicBezTo>
                        <a:pt x="58333" y="13041"/>
                        <a:pt x="45293" y="0"/>
                        <a:pt x="29167"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26" name="Freeform: Shape 2925">
                  <a:extLst>
                    <a:ext uri="{FF2B5EF4-FFF2-40B4-BE49-F238E27FC236}">
                      <a16:creationId xmlns:a16="http://schemas.microsoft.com/office/drawing/2014/main" id="{C808F69D-FACB-0941-1489-87174A2BA966}"/>
                    </a:ext>
                  </a:extLst>
                </p:cNvPr>
                <p:cNvSpPr/>
                <p:nvPr/>
              </p:nvSpPr>
              <p:spPr>
                <a:xfrm>
                  <a:off x="958682" y="3634820"/>
                  <a:ext cx="45403" cy="45403"/>
                </a:xfrm>
                <a:custGeom>
                  <a:avLst/>
                  <a:gdLst>
                    <a:gd name="connsiteX0" fmla="*/ 22702 w 45403"/>
                    <a:gd name="connsiteY0" fmla="*/ 0 h 45403"/>
                    <a:gd name="connsiteX1" fmla="*/ 0 w 45403"/>
                    <a:gd name="connsiteY1" fmla="*/ 22702 h 45403"/>
                    <a:gd name="connsiteX2" fmla="*/ 22702 w 45403"/>
                    <a:gd name="connsiteY2" fmla="*/ 45403 h 45403"/>
                    <a:gd name="connsiteX3" fmla="*/ 45403 w 45403"/>
                    <a:gd name="connsiteY3" fmla="*/ 22702 h 45403"/>
                    <a:gd name="connsiteX4" fmla="*/ 22702 w 45403"/>
                    <a:gd name="connsiteY4" fmla="*/ 0 h 45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03" h="45403">
                      <a:moveTo>
                        <a:pt x="22702" y="0"/>
                      </a:moveTo>
                      <a:cubicBezTo>
                        <a:pt x="10175" y="0"/>
                        <a:pt x="0" y="10175"/>
                        <a:pt x="0" y="22702"/>
                      </a:cubicBezTo>
                      <a:cubicBezTo>
                        <a:pt x="0" y="35228"/>
                        <a:pt x="10138" y="45403"/>
                        <a:pt x="22702" y="45403"/>
                      </a:cubicBezTo>
                      <a:cubicBezTo>
                        <a:pt x="35265" y="45403"/>
                        <a:pt x="45403" y="35265"/>
                        <a:pt x="45403" y="22702"/>
                      </a:cubicBezTo>
                      <a:cubicBezTo>
                        <a:pt x="45403" y="10138"/>
                        <a:pt x="35228" y="0"/>
                        <a:pt x="22702"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27" name="Freeform: Shape 2926">
                  <a:extLst>
                    <a:ext uri="{FF2B5EF4-FFF2-40B4-BE49-F238E27FC236}">
                      <a16:creationId xmlns:a16="http://schemas.microsoft.com/office/drawing/2014/main" id="{A5829825-481B-8F9B-365A-78E7B4907998}"/>
                    </a:ext>
                  </a:extLst>
                </p:cNvPr>
                <p:cNvSpPr/>
                <p:nvPr/>
              </p:nvSpPr>
              <p:spPr>
                <a:xfrm>
                  <a:off x="2357254" y="2808600"/>
                  <a:ext cx="51500" cy="51537"/>
                </a:xfrm>
                <a:custGeom>
                  <a:avLst/>
                  <a:gdLst>
                    <a:gd name="connsiteX0" fmla="*/ 25750 w 51500"/>
                    <a:gd name="connsiteY0" fmla="*/ 0 h 51537"/>
                    <a:gd name="connsiteX1" fmla="*/ 0 w 51500"/>
                    <a:gd name="connsiteY1" fmla="*/ 25751 h 51537"/>
                    <a:gd name="connsiteX2" fmla="*/ 25750 w 51500"/>
                    <a:gd name="connsiteY2" fmla="*/ 51538 h 51537"/>
                    <a:gd name="connsiteX3" fmla="*/ 51501 w 51500"/>
                    <a:gd name="connsiteY3" fmla="*/ 25751 h 51537"/>
                    <a:gd name="connsiteX4" fmla="*/ 25750 w 51500"/>
                    <a:gd name="connsiteY4" fmla="*/ 0 h 51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00" h="51537">
                      <a:moveTo>
                        <a:pt x="25750" y="0"/>
                      </a:moveTo>
                      <a:cubicBezTo>
                        <a:pt x="11534" y="0"/>
                        <a:pt x="0" y="11535"/>
                        <a:pt x="0" y="25751"/>
                      </a:cubicBezTo>
                      <a:cubicBezTo>
                        <a:pt x="0" y="39967"/>
                        <a:pt x="11534" y="51538"/>
                        <a:pt x="25750" y="51538"/>
                      </a:cubicBezTo>
                      <a:cubicBezTo>
                        <a:pt x="39967" y="51538"/>
                        <a:pt x="51501" y="40003"/>
                        <a:pt x="51501" y="25751"/>
                      </a:cubicBezTo>
                      <a:cubicBezTo>
                        <a:pt x="51501" y="11498"/>
                        <a:pt x="39967" y="0"/>
                        <a:pt x="25750"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28" name="Freeform: Shape 2927">
                  <a:extLst>
                    <a:ext uri="{FF2B5EF4-FFF2-40B4-BE49-F238E27FC236}">
                      <a16:creationId xmlns:a16="http://schemas.microsoft.com/office/drawing/2014/main" id="{47E3E18E-1AFD-A055-63C5-6A5982A24BB8}"/>
                    </a:ext>
                  </a:extLst>
                </p:cNvPr>
                <p:cNvSpPr/>
                <p:nvPr/>
              </p:nvSpPr>
              <p:spPr>
                <a:xfrm>
                  <a:off x="38350" y="3486084"/>
                  <a:ext cx="51501" cy="51537"/>
                </a:xfrm>
                <a:custGeom>
                  <a:avLst/>
                  <a:gdLst>
                    <a:gd name="connsiteX0" fmla="*/ 25751 w 51501"/>
                    <a:gd name="connsiteY0" fmla="*/ 0 h 51537"/>
                    <a:gd name="connsiteX1" fmla="*/ 0 w 51501"/>
                    <a:gd name="connsiteY1" fmla="*/ 25751 h 51537"/>
                    <a:gd name="connsiteX2" fmla="*/ 25751 w 51501"/>
                    <a:gd name="connsiteY2" fmla="*/ 51538 h 51537"/>
                    <a:gd name="connsiteX3" fmla="*/ 51501 w 51501"/>
                    <a:gd name="connsiteY3" fmla="*/ 25751 h 51537"/>
                    <a:gd name="connsiteX4" fmla="*/ 25751 w 51501"/>
                    <a:gd name="connsiteY4" fmla="*/ 0 h 51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01" h="51537">
                      <a:moveTo>
                        <a:pt x="25751" y="0"/>
                      </a:moveTo>
                      <a:cubicBezTo>
                        <a:pt x="11534" y="0"/>
                        <a:pt x="0" y="11535"/>
                        <a:pt x="0" y="25751"/>
                      </a:cubicBezTo>
                      <a:cubicBezTo>
                        <a:pt x="0" y="39967"/>
                        <a:pt x="11534" y="51538"/>
                        <a:pt x="25751" y="51538"/>
                      </a:cubicBezTo>
                      <a:cubicBezTo>
                        <a:pt x="39967" y="51538"/>
                        <a:pt x="51501" y="40003"/>
                        <a:pt x="51501" y="25751"/>
                      </a:cubicBezTo>
                      <a:cubicBezTo>
                        <a:pt x="51501" y="11498"/>
                        <a:pt x="39967" y="0"/>
                        <a:pt x="25751"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29" name="Freeform: Shape 2928">
                  <a:extLst>
                    <a:ext uri="{FF2B5EF4-FFF2-40B4-BE49-F238E27FC236}">
                      <a16:creationId xmlns:a16="http://schemas.microsoft.com/office/drawing/2014/main" id="{978689C9-81BF-351C-7F88-B1A3DC632404}"/>
                    </a:ext>
                  </a:extLst>
                </p:cNvPr>
                <p:cNvSpPr/>
                <p:nvPr/>
              </p:nvSpPr>
              <p:spPr>
                <a:xfrm>
                  <a:off x="217391" y="2385792"/>
                  <a:ext cx="27770" cy="27770"/>
                </a:xfrm>
                <a:custGeom>
                  <a:avLst/>
                  <a:gdLst>
                    <a:gd name="connsiteX0" fmla="*/ 13885 w 27770"/>
                    <a:gd name="connsiteY0" fmla="*/ 0 h 27770"/>
                    <a:gd name="connsiteX1" fmla="*/ 0 w 27770"/>
                    <a:gd name="connsiteY1" fmla="*/ 13885 h 27770"/>
                    <a:gd name="connsiteX2" fmla="*/ 13885 w 27770"/>
                    <a:gd name="connsiteY2" fmla="*/ 27771 h 27770"/>
                    <a:gd name="connsiteX3" fmla="*/ 27771 w 27770"/>
                    <a:gd name="connsiteY3" fmla="*/ 13885 h 27770"/>
                    <a:gd name="connsiteX4" fmla="*/ 13885 w 27770"/>
                    <a:gd name="connsiteY4" fmla="*/ 0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0" h="27770">
                      <a:moveTo>
                        <a:pt x="13885" y="0"/>
                      </a:moveTo>
                      <a:cubicBezTo>
                        <a:pt x="6208" y="0"/>
                        <a:pt x="0" y="6208"/>
                        <a:pt x="0" y="13885"/>
                      </a:cubicBezTo>
                      <a:cubicBezTo>
                        <a:pt x="0" y="21563"/>
                        <a:pt x="6208" y="27771"/>
                        <a:pt x="13885" y="27771"/>
                      </a:cubicBezTo>
                      <a:cubicBezTo>
                        <a:pt x="21563" y="27771"/>
                        <a:pt x="27771" y="21563"/>
                        <a:pt x="27771" y="13885"/>
                      </a:cubicBezTo>
                      <a:cubicBezTo>
                        <a:pt x="27771" y="6208"/>
                        <a:pt x="21563" y="0"/>
                        <a:pt x="13885"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30" name="Freeform: Shape 2929">
                  <a:extLst>
                    <a:ext uri="{FF2B5EF4-FFF2-40B4-BE49-F238E27FC236}">
                      <a16:creationId xmlns:a16="http://schemas.microsoft.com/office/drawing/2014/main" id="{45D8F4DB-7E8A-C99D-5455-C8563308ACC6}"/>
                    </a:ext>
                  </a:extLst>
                </p:cNvPr>
                <p:cNvSpPr/>
                <p:nvPr/>
              </p:nvSpPr>
              <p:spPr>
                <a:xfrm>
                  <a:off x="158543" y="2306814"/>
                  <a:ext cx="56423" cy="56460"/>
                </a:xfrm>
                <a:custGeom>
                  <a:avLst/>
                  <a:gdLst>
                    <a:gd name="connsiteX0" fmla="*/ 28212 w 56423"/>
                    <a:gd name="connsiteY0" fmla="*/ 0 h 56460"/>
                    <a:gd name="connsiteX1" fmla="*/ 0 w 56423"/>
                    <a:gd name="connsiteY1" fmla="*/ 28212 h 56460"/>
                    <a:gd name="connsiteX2" fmla="*/ 28212 w 56423"/>
                    <a:gd name="connsiteY2" fmla="*/ 56460 h 56460"/>
                    <a:gd name="connsiteX3" fmla="*/ 56423 w 56423"/>
                    <a:gd name="connsiteY3" fmla="*/ 28212 h 56460"/>
                    <a:gd name="connsiteX4" fmla="*/ 28212 w 56423"/>
                    <a:gd name="connsiteY4" fmla="*/ 0 h 56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23" h="56460">
                      <a:moveTo>
                        <a:pt x="28212" y="0"/>
                      </a:moveTo>
                      <a:cubicBezTo>
                        <a:pt x="12636" y="0"/>
                        <a:pt x="0" y="12636"/>
                        <a:pt x="0" y="28212"/>
                      </a:cubicBezTo>
                      <a:cubicBezTo>
                        <a:pt x="0" y="43787"/>
                        <a:pt x="12636" y="56460"/>
                        <a:pt x="28212" y="56460"/>
                      </a:cubicBezTo>
                      <a:cubicBezTo>
                        <a:pt x="43787" y="56460"/>
                        <a:pt x="56423" y="43824"/>
                        <a:pt x="56423" y="28212"/>
                      </a:cubicBezTo>
                      <a:cubicBezTo>
                        <a:pt x="56423" y="12600"/>
                        <a:pt x="43787" y="0"/>
                        <a:pt x="28212"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31" name="Freeform: Shape 2930">
                  <a:extLst>
                    <a:ext uri="{FF2B5EF4-FFF2-40B4-BE49-F238E27FC236}">
                      <a16:creationId xmlns:a16="http://schemas.microsoft.com/office/drawing/2014/main" id="{D9D02DAE-C3EE-F6A6-8BFC-782F1F02AC31}"/>
                    </a:ext>
                  </a:extLst>
                </p:cNvPr>
                <p:cNvSpPr/>
                <p:nvPr/>
              </p:nvSpPr>
              <p:spPr>
                <a:xfrm>
                  <a:off x="363188" y="2612955"/>
                  <a:ext cx="54439" cy="54439"/>
                </a:xfrm>
                <a:custGeom>
                  <a:avLst/>
                  <a:gdLst>
                    <a:gd name="connsiteX0" fmla="*/ 27220 w 54439"/>
                    <a:gd name="connsiteY0" fmla="*/ 0 h 54439"/>
                    <a:gd name="connsiteX1" fmla="*/ 0 w 54439"/>
                    <a:gd name="connsiteY1" fmla="*/ 27220 h 54439"/>
                    <a:gd name="connsiteX2" fmla="*/ 27220 w 54439"/>
                    <a:gd name="connsiteY2" fmla="*/ 54440 h 54439"/>
                    <a:gd name="connsiteX3" fmla="*/ 54440 w 54439"/>
                    <a:gd name="connsiteY3" fmla="*/ 27220 h 54439"/>
                    <a:gd name="connsiteX4" fmla="*/ 27220 w 54439"/>
                    <a:gd name="connsiteY4" fmla="*/ 0 h 54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39" h="54439">
                      <a:moveTo>
                        <a:pt x="27220" y="0"/>
                      </a:moveTo>
                      <a:cubicBezTo>
                        <a:pt x="12196" y="0"/>
                        <a:pt x="0" y="12196"/>
                        <a:pt x="0" y="27220"/>
                      </a:cubicBezTo>
                      <a:cubicBezTo>
                        <a:pt x="0" y="42244"/>
                        <a:pt x="12196" y="54440"/>
                        <a:pt x="27220" y="54440"/>
                      </a:cubicBezTo>
                      <a:cubicBezTo>
                        <a:pt x="42244" y="54440"/>
                        <a:pt x="54440" y="42244"/>
                        <a:pt x="54440" y="27220"/>
                      </a:cubicBezTo>
                      <a:cubicBezTo>
                        <a:pt x="54440" y="12196"/>
                        <a:pt x="42244" y="0"/>
                        <a:pt x="27220"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32" name="Freeform: Shape 2931">
                  <a:extLst>
                    <a:ext uri="{FF2B5EF4-FFF2-40B4-BE49-F238E27FC236}">
                      <a16:creationId xmlns:a16="http://schemas.microsoft.com/office/drawing/2014/main" id="{9E4145C4-08FA-B2CD-E099-92A92E8298EF}"/>
                    </a:ext>
                  </a:extLst>
                </p:cNvPr>
                <p:cNvSpPr/>
                <p:nvPr/>
              </p:nvSpPr>
              <p:spPr>
                <a:xfrm>
                  <a:off x="82945" y="3311377"/>
                  <a:ext cx="45843" cy="45844"/>
                </a:xfrm>
                <a:custGeom>
                  <a:avLst/>
                  <a:gdLst>
                    <a:gd name="connsiteX0" fmla="*/ 22922 w 45843"/>
                    <a:gd name="connsiteY0" fmla="*/ 0 h 45844"/>
                    <a:gd name="connsiteX1" fmla="*/ 0 w 45843"/>
                    <a:gd name="connsiteY1" fmla="*/ 22922 h 45844"/>
                    <a:gd name="connsiteX2" fmla="*/ 22922 w 45843"/>
                    <a:gd name="connsiteY2" fmla="*/ 45844 h 45844"/>
                    <a:gd name="connsiteX3" fmla="*/ 45844 w 45843"/>
                    <a:gd name="connsiteY3" fmla="*/ 22922 h 45844"/>
                    <a:gd name="connsiteX4" fmla="*/ 22922 w 45843"/>
                    <a:gd name="connsiteY4" fmla="*/ 0 h 458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43" h="45844">
                      <a:moveTo>
                        <a:pt x="22922" y="0"/>
                      </a:moveTo>
                      <a:cubicBezTo>
                        <a:pt x="10249" y="0"/>
                        <a:pt x="0" y="10249"/>
                        <a:pt x="0" y="22922"/>
                      </a:cubicBezTo>
                      <a:cubicBezTo>
                        <a:pt x="0" y="35595"/>
                        <a:pt x="10249" y="45844"/>
                        <a:pt x="22922" y="45844"/>
                      </a:cubicBezTo>
                      <a:cubicBezTo>
                        <a:pt x="35595" y="45844"/>
                        <a:pt x="45844" y="35595"/>
                        <a:pt x="45844" y="22922"/>
                      </a:cubicBezTo>
                      <a:cubicBezTo>
                        <a:pt x="45844" y="10249"/>
                        <a:pt x="35595" y="0"/>
                        <a:pt x="22922"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33" name="Freeform: Shape 2932">
                  <a:extLst>
                    <a:ext uri="{FF2B5EF4-FFF2-40B4-BE49-F238E27FC236}">
                      <a16:creationId xmlns:a16="http://schemas.microsoft.com/office/drawing/2014/main" id="{6E3D8847-5AC8-CEE1-5CDD-5839EC61786F}"/>
                    </a:ext>
                  </a:extLst>
                </p:cNvPr>
                <p:cNvSpPr/>
                <p:nvPr/>
              </p:nvSpPr>
              <p:spPr>
                <a:xfrm>
                  <a:off x="1056138" y="3070770"/>
                  <a:ext cx="27770" cy="27770"/>
                </a:xfrm>
                <a:custGeom>
                  <a:avLst/>
                  <a:gdLst>
                    <a:gd name="connsiteX0" fmla="*/ 13885 w 27770"/>
                    <a:gd name="connsiteY0" fmla="*/ 0 h 27770"/>
                    <a:gd name="connsiteX1" fmla="*/ 0 w 27770"/>
                    <a:gd name="connsiteY1" fmla="*/ 13886 h 27770"/>
                    <a:gd name="connsiteX2" fmla="*/ 13885 w 27770"/>
                    <a:gd name="connsiteY2" fmla="*/ 27771 h 27770"/>
                    <a:gd name="connsiteX3" fmla="*/ 27771 w 27770"/>
                    <a:gd name="connsiteY3" fmla="*/ 13886 h 27770"/>
                    <a:gd name="connsiteX4" fmla="*/ 13885 w 27770"/>
                    <a:gd name="connsiteY4" fmla="*/ 0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0" h="27770">
                      <a:moveTo>
                        <a:pt x="13885" y="0"/>
                      </a:moveTo>
                      <a:cubicBezTo>
                        <a:pt x="6208" y="0"/>
                        <a:pt x="0" y="6208"/>
                        <a:pt x="0" y="13886"/>
                      </a:cubicBezTo>
                      <a:cubicBezTo>
                        <a:pt x="0" y="21563"/>
                        <a:pt x="6208" y="27771"/>
                        <a:pt x="13885" y="27771"/>
                      </a:cubicBezTo>
                      <a:cubicBezTo>
                        <a:pt x="21563" y="27771"/>
                        <a:pt x="27771" y="21563"/>
                        <a:pt x="27771" y="13886"/>
                      </a:cubicBezTo>
                      <a:cubicBezTo>
                        <a:pt x="27771" y="6208"/>
                        <a:pt x="21563" y="0"/>
                        <a:pt x="13885"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34" name="Freeform: Shape 2933">
                  <a:extLst>
                    <a:ext uri="{FF2B5EF4-FFF2-40B4-BE49-F238E27FC236}">
                      <a16:creationId xmlns:a16="http://schemas.microsoft.com/office/drawing/2014/main" id="{BE555ED7-61B1-872B-A051-F37E0FF23D0E}"/>
                    </a:ext>
                  </a:extLst>
                </p:cNvPr>
                <p:cNvSpPr/>
                <p:nvPr/>
              </p:nvSpPr>
              <p:spPr>
                <a:xfrm>
                  <a:off x="2690835" y="2725875"/>
                  <a:ext cx="53778" cy="53778"/>
                </a:xfrm>
                <a:custGeom>
                  <a:avLst/>
                  <a:gdLst>
                    <a:gd name="connsiteX0" fmla="*/ 26889 w 53778"/>
                    <a:gd name="connsiteY0" fmla="*/ 0 h 53778"/>
                    <a:gd name="connsiteX1" fmla="*/ 0 w 53778"/>
                    <a:gd name="connsiteY1" fmla="*/ 26889 h 53778"/>
                    <a:gd name="connsiteX2" fmla="*/ 26889 w 53778"/>
                    <a:gd name="connsiteY2" fmla="*/ 53778 h 53778"/>
                    <a:gd name="connsiteX3" fmla="*/ 53778 w 53778"/>
                    <a:gd name="connsiteY3" fmla="*/ 26889 h 53778"/>
                    <a:gd name="connsiteX4" fmla="*/ 26889 w 53778"/>
                    <a:gd name="connsiteY4" fmla="*/ 0 h 537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8" h="53778">
                      <a:moveTo>
                        <a:pt x="26889" y="0"/>
                      </a:moveTo>
                      <a:cubicBezTo>
                        <a:pt x="12049" y="0"/>
                        <a:pt x="0" y="12012"/>
                        <a:pt x="0" y="26889"/>
                      </a:cubicBezTo>
                      <a:cubicBezTo>
                        <a:pt x="0" y="41766"/>
                        <a:pt x="12049" y="53778"/>
                        <a:pt x="26889" y="53778"/>
                      </a:cubicBezTo>
                      <a:cubicBezTo>
                        <a:pt x="41730" y="53778"/>
                        <a:pt x="53778" y="41730"/>
                        <a:pt x="53778" y="26889"/>
                      </a:cubicBezTo>
                      <a:cubicBezTo>
                        <a:pt x="53778" y="12049"/>
                        <a:pt x="41730" y="0"/>
                        <a:pt x="2688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35" name="Freeform: Shape 2934">
                  <a:extLst>
                    <a:ext uri="{FF2B5EF4-FFF2-40B4-BE49-F238E27FC236}">
                      <a16:creationId xmlns:a16="http://schemas.microsoft.com/office/drawing/2014/main" id="{EF9466E2-539F-E372-EEC1-A2ACF55EF8BF}"/>
                    </a:ext>
                  </a:extLst>
                </p:cNvPr>
                <p:cNvSpPr/>
                <p:nvPr/>
              </p:nvSpPr>
              <p:spPr>
                <a:xfrm>
                  <a:off x="1712206" y="2488757"/>
                  <a:ext cx="53778" cy="53778"/>
                </a:xfrm>
                <a:custGeom>
                  <a:avLst/>
                  <a:gdLst>
                    <a:gd name="connsiteX0" fmla="*/ 26889 w 53778"/>
                    <a:gd name="connsiteY0" fmla="*/ 0 h 53778"/>
                    <a:gd name="connsiteX1" fmla="*/ 0 w 53778"/>
                    <a:gd name="connsiteY1" fmla="*/ 26889 h 53778"/>
                    <a:gd name="connsiteX2" fmla="*/ 26889 w 53778"/>
                    <a:gd name="connsiteY2" fmla="*/ 53779 h 53778"/>
                    <a:gd name="connsiteX3" fmla="*/ 53779 w 53778"/>
                    <a:gd name="connsiteY3" fmla="*/ 26889 h 53778"/>
                    <a:gd name="connsiteX4" fmla="*/ 26889 w 53778"/>
                    <a:gd name="connsiteY4" fmla="*/ 0 h 537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8" h="53778">
                      <a:moveTo>
                        <a:pt x="26889" y="0"/>
                      </a:moveTo>
                      <a:cubicBezTo>
                        <a:pt x="12049" y="0"/>
                        <a:pt x="0" y="12012"/>
                        <a:pt x="0" y="26889"/>
                      </a:cubicBezTo>
                      <a:cubicBezTo>
                        <a:pt x="0" y="41766"/>
                        <a:pt x="12049" y="53779"/>
                        <a:pt x="26889" y="53779"/>
                      </a:cubicBezTo>
                      <a:cubicBezTo>
                        <a:pt x="41730" y="53779"/>
                        <a:pt x="53779" y="41730"/>
                        <a:pt x="53779" y="26889"/>
                      </a:cubicBezTo>
                      <a:cubicBezTo>
                        <a:pt x="53779" y="12049"/>
                        <a:pt x="41730" y="0"/>
                        <a:pt x="2688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36" name="Freeform: Shape 2935">
                  <a:extLst>
                    <a:ext uri="{FF2B5EF4-FFF2-40B4-BE49-F238E27FC236}">
                      <a16:creationId xmlns:a16="http://schemas.microsoft.com/office/drawing/2014/main" id="{1C7B4497-00C3-1202-912E-3ADE3021F775}"/>
                    </a:ext>
                  </a:extLst>
                </p:cNvPr>
                <p:cNvSpPr/>
                <p:nvPr/>
              </p:nvSpPr>
              <p:spPr>
                <a:xfrm>
                  <a:off x="2422420" y="2465872"/>
                  <a:ext cx="27770" cy="27770"/>
                </a:xfrm>
                <a:custGeom>
                  <a:avLst/>
                  <a:gdLst>
                    <a:gd name="connsiteX0" fmla="*/ 13885 w 27770"/>
                    <a:gd name="connsiteY0" fmla="*/ 0 h 27770"/>
                    <a:gd name="connsiteX1" fmla="*/ 0 w 27770"/>
                    <a:gd name="connsiteY1" fmla="*/ 13886 h 27770"/>
                    <a:gd name="connsiteX2" fmla="*/ 13885 w 27770"/>
                    <a:gd name="connsiteY2" fmla="*/ 27771 h 27770"/>
                    <a:gd name="connsiteX3" fmla="*/ 27771 w 27770"/>
                    <a:gd name="connsiteY3" fmla="*/ 13886 h 27770"/>
                    <a:gd name="connsiteX4" fmla="*/ 13885 w 27770"/>
                    <a:gd name="connsiteY4" fmla="*/ 0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0" h="27770">
                      <a:moveTo>
                        <a:pt x="13885" y="0"/>
                      </a:moveTo>
                      <a:cubicBezTo>
                        <a:pt x="6208" y="0"/>
                        <a:pt x="0" y="6208"/>
                        <a:pt x="0" y="13886"/>
                      </a:cubicBezTo>
                      <a:cubicBezTo>
                        <a:pt x="0" y="21563"/>
                        <a:pt x="6208" y="27771"/>
                        <a:pt x="13885" y="27771"/>
                      </a:cubicBezTo>
                      <a:cubicBezTo>
                        <a:pt x="21563" y="27771"/>
                        <a:pt x="27771" y="21563"/>
                        <a:pt x="27771" y="13886"/>
                      </a:cubicBezTo>
                      <a:cubicBezTo>
                        <a:pt x="27771" y="6208"/>
                        <a:pt x="21563" y="0"/>
                        <a:pt x="13885"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37" name="Freeform: Shape 2936">
                  <a:extLst>
                    <a:ext uri="{FF2B5EF4-FFF2-40B4-BE49-F238E27FC236}">
                      <a16:creationId xmlns:a16="http://schemas.microsoft.com/office/drawing/2014/main" id="{0DCD037E-FB48-D22D-9730-32FACD4913DD}"/>
                    </a:ext>
                  </a:extLst>
                </p:cNvPr>
                <p:cNvSpPr/>
                <p:nvPr/>
              </p:nvSpPr>
              <p:spPr>
                <a:xfrm>
                  <a:off x="2945696" y="1759515"/>
                  <a:ext cx="27770" cy="27770"/>
                </a:xfrm>
                <a:custGeom>
                  <a:avLst/>
                  <a:gdLst>
                    <a:gd name="connsiteX0" fmla="*/ 13885 w 27770"/>
                    <a:gd name="connsiteY0" fmla="*/ 0 h 27770"/>
                    <a:gd name="connsiteX1" fmla="*/ 0 w 27770"/>
                    <a:gd name="connsiteY1" fmla="*/ 13885 h 27770"/>
                    <a:gd name="connsiteX2" fmla="*/ 13885 w 27770"/>
                    <a:gd name="connsiteY2" fmla="*/ 27771 h 27770"/>
                    <a:gd name="connsiteX3" fmla="*/ 27771 w 27770"/>
                    <a:gd name="connsiteY3" fmla="*/ 13885 h 27770"/>
                    <a:gd name="connsiteX4" fmla="*/ 13885 w 27770"/>
                    <a:gd name="connsiteY4" fmla="*/ 0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0" h="27770">
                      <a:moveTo>
                        <a:pt x="13885" y="0"/>
                      </a:moveTo>
                      <a:cubicBezTo>
                        <a:pt x="6208" y="0"/>
                        <a:pt x="0" y="6208"/>
                        <a:pt x="0" y="13885"/>
                      </a:cubicBezTo>
                      <a:cubicBezTo>
                        <a:pt x="0" y="21563"/>
                        <a:pt x="6245" y="27771"/>
                        <a:pt x="13885" y="27771"/>
                      </a:cubicBezTo>
                      <a:cubicBezTo>
                        <a:pt x="21526" y="27771"/>
                        <a:pt x="27771" y="21563"/>
                        <a:pt x="27771" y="13885"/>
                      </a:cubicBezTo>
                      <a:cubicBezTo>
                        <a:pt x="27771" y="6208"/>
                        <a:pt x="21563" y="0"/>
                        <a:pt x="13885"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38" name="Freeform: Shape 2937">
                  <a:extLst>
                    <a:ext uri="{FF2B5EF4-FFF2-40B4-BE49-F238E27FC236}">
                      <a16:creationId xmlns:a16="http://schemas.microsoft.com/office/drawing/2014/main" id="{5F892377-AC93-76FF-D626-4EB73F4DEFFA}"/>
                    </a:ext>
                  </a:extLst>
                </p:cNvPr>
                <p:cNvSpPr/>
                <p:nvPr/>
              </p:nvSpPr>
              <p:spPr>
                <a:xfrm>
                  <a:off x="2287019" y="2552821"/>
                  <a:ext cx="67810" cy="67810"/>
                </a:xfrm>
                <a:custGeom>
                  <a:avLst/>
                  <a:gdLst>
                    <a:gd name="connsiteX0" fmla="*/ 33905 w 67810"/>
                    <a:gd name="connsiteY0" fmla="*/ 0 h 67810"/>
                    <a:gd name="connsiteX1" fmla="*/ 0 w 67810"/>
                    <a:gd name="connsiteY1" fmla="*/ 33906 h 67810"/>
                    <a:gd name="connsiteX2" fmla="*/ 33905 w 67810"/>
                    <a:gd name="connsiteY2" fmla="*/ 67811 h 67810"/>
                    <a:gd name="connsiteX3" fmla="*/ 67811 w 67810"/>
                    <a:gd name="connsiteY3" fmla="*/ 33906 h 67810"/>
                    <a:gd name="connsiteX4" fmla="*/ 33905 w 67810"/>
                    <a:gd name="connsiteY4" fmla="*/ 0 h 67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10" h="67810">
                      <a:moveTo>
                        <a:pt x="33905" y="0"/>
                      </a:moveTo>
                      <a:cubicBezTo>
                        <a:pt x="15171" y="0"/>
                        <a:pt x="0" y="15171"/>
                        <a:pt x="0" y="33906"/>
                      </a:cubicBezTo>
                      <a:cubicBezTo>
                        <a:pt x="0" y="52640"/>
                        <a:pt x="15171" y="67811"/>
                        <a:pt x="33905" y="67811"/>
                      </a:cubicBezTo>
                      <a:cubicBezTo>
                        <a:pt x="52640" y="67811"/>
                        <a:pt x="67811" y="52640"/>
                        <a:pt x="67811" y="33906"/>
                      </a:cubicBezTo>
                      <a:cubicBezTo>
                        <a:pt x="67811" y="15171"/>
                        <a:pt x="52640" y="0"/>
                        <a:pt x="33905"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39" name="Freeform: Shape 2938">
                  <a:extLst>
                    <a:ext uri="{FF2B5EF4-FFF2-40B4-BE49-F238E27FC236}">
                      <a16:creationId xmlns:a16="http://schemas.microsoft.com/office/drawing/2014/main" id="{EB515A25-5A52-E15B-4BAE-12645696CF2E}"/>
                    </a:ext>
                  </a:extLst>
                </p:cNvPr>
                <p:cNvSpPr/>
                <p:nvPr/>
              </p:nvSpPr>
              <p:spPr>
                <a:xfrm>
                  <a:off x="4566728" y="2603661"/>
                  <a:ext cx="155788" cy="155751"/>
                </a:xfrm>
                <a:custGeom>
                  <a:avLst/>
                  <a:gdLst>
                    <a:gd name="connsiteX0" fmla="*/ 77876 w 155788"/>
                    <a:gd name="connsiteY0" fmla="*/ 0 h 155751"/>
                    <a:gd name="connsiteX1" fmla="*/ 0 w 155788"/>
                    <a:gd name="connsiteY1" fmla="*/ 77876 h 155751"/>
                    <a:gd name="connsiteX2" fmla="*/ 77876 w 155788"/>
                    <a:gd name="connsiteY2" fmla="*/ 155752 h 155751"/>
                    <a:gd name="connsiteX3" fmla="*/ 155789 w 155788"/>
                    <a:gd name="connsiteY3" fmla="*/ 77876 h 155751"/>
                    <a:gd name="connsiteX4" fmla="*/ 77876 w 155788"/>
                    <a:gd name="connsiteY4" fmla="*/ 0 h 155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788" h="155751">
                      <a:moveTo>
                        <a:pt x="77876" y="0"/>
                      </a:moveTo>
                      <a:cubicBezTo>
                        <a:pt x="34861" y="0"/>
                        <a:pt x="0" y="34860"/>
                        <a:pt x="0" y="77876"/>
                      </a:cubicBezTo>
                      <a:cubicBezTo>
                        <a:pt x="0" y="120891"/>
                        <a:pt x="34861" y="155752"/>
                        <a:pt x="77876" y="155752"/>
                      </a:cubicBezTo>
                      <a:cubicBezTo>
                        <a:pt x="120892" y="155752"/>
                        <a:pt x="155789" y="120891"/>
                        <a:pt x="155789" y="77876"/>
                      </a:cubicBezTo>
                      <a:cubicBezTo>
                        <a:pt x="155789" y="34860"/>
                        <a:pt x="120928" y="0"/>
                        <a:pt x="77876"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40" name="Freeform: Shape 2939">
                  <a:extLst>
                    <a:ext uri="{FF2B5EF4-FFF2-40B4-BE49-F238E27FC236}">
                      <a16:creationId xmlns:a16="http://schemas.microsoft.com/office/drawing/2014/main" id="{451CE68A-C9EA-500C-E7BC-048791D2AA16}"/>
                    </a:ext>
                  </a:extLst>
                </p:cNvPr>
                <p:cNvSpPr/>
                <p:nvPr/>
              </p:nvSpPr>
              <p:spPr>
                <a:xfrm>
                  <a:off x="675684" y="3080541"/>
                  <a:ext cx="155788" cy="155751"/>
                </a:xfrm>
                <a:custGeom>
                  <a:avLst/>
                  <a:gdLst>
                    <a:gd name="connsiteX0" fmla="*/ 77876 w 155788"/>
                    <a:gd name="connsiteY0" fmla="*/ 0 h 155751"/>
                    <a:gd name="connsiteX1" fmla="*/ 0 w 155788"/>
                    <a:gd name="connsiteY1" fmla="*/ 77876 h 155751"/>
                    <a:gd name="connsiteX2" fmla="*/ 77876 w 155788"/>
                    <a:gd name="connsiteY2" fmla="*/ 155752 h 155751"/>
                    <a:gd name="connsiteX3" fmla="*/ 155789 w 155788"/>
                    <a:gd name="connsiteY3" fmla="*/ 77876 h 155751"/>
                    <a:gd name="connsiteX4" fmla="*/ 77876 w 155788"/>
                    <a:gd name="connsiteY4" fmla="*/ 0 h 155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788" h="155751">
                      <a:moveTo>
                        <a:pt x="77876" y="0"/>
                      </a:moveTo>
                      <a:cubicBezTo>
                        <a:pt x="34860" y="0"/>
                        <a:pt x="0" y="34860"/>
                        <a:pt x="0" y="77876"/>
                      </a:cubicBezTo>
                      <a:cubicBezTo>
                        <a:pt x="0" y="120891"/>
                        <a:pt x="34860" y="155752"/>
                        <a:pt x="77876" y="155752"/>
                      </a:cubicBezTo>
                      <a:cubicBezTo>
                        <a:pt x="120891" y="155752"/>
                        <a:pt x="155789" y="120891"/>
                        <a:pt x="155789" y="77876"/>
                      </a:cubicBezTo>
                      <a:cubicBezTo>
                        <a:pt x="155789" y="34860"/>
                        <a:pt x="120928" y="0"/>
                        <a:pt x="77876"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41" name="Freeform: Shape 2940">
                  <a:extLst>
                    <a:ext uri="{FF2B5EF4-FFF2-40B4-BE49-F238E27FC236}">
                      <a16:creationId xmlns:a16="http://schemas.microsoft.com/office/drawing/2014/main" id="{8AE7014F-552C-ACFE-109C-31631494E8EC}"/>
                    </a:ext>
                  </a:extLst>
                </p:cNvPr>
                <p:cNvSpPr/>
                <p:nvPr/>
              </p:nvSpPr>
              <p:spPr>
                <a:xfrm>
                  <a:off x="2159038" y="1631717"/>
                  <a:ext cx="155788" cy="155751"/>
                </a:xfrm>
                <a:custGeom>
                  <a:avLst/>
                  <a:gdLst>
                    <a:gd name="connsiteX0" fmla="*/ 77876 w 155788"/>
                    <a:gd name="connsiteY0" fmla="*/ 0 h 155751"/>
                    <a:gd name="connsiteX1" fmla="*/ 0 w 155788"/>
                    <a:gd name="connsiteY1" fmla="*/ 77876 h 155751"/>
                    <a:gd name="connsiteX2" fmla="*/ 77876 w 155788"/>
                    <a:gd name="connsiteY2" fmla="*/ 155752 h 155751"/>
                    <a:gd name="connsiteX3" fmla="*/ 155789 w 155788"/>
                    <a:gd name="connsiteY3" fmla="*/ 77876 h 155751"/>
                    <a:gd name="connsiteX4" fmla="*/ 77876 w 155788"/>
                    <a:gd name="connsiteY4" fmla="*/ 0 h 155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788" h="155751">
                      <a:moveTo>
                        <a:pt x="77876" y="0"/>
                      </a:moveTo>
                      <a:cubicBezTo>
                        <a:pt x="34860" y="0"/>
                        <a:pt x="0" y="34860"/>
                        <a:pt x="0" y="77876"/>
                      </a:cubicBezTo>
                      <a:cubicBezTo>
                        <a:pt x="0" y="120891"/>
                        <a:pt x="34860" y="155752"/>
                        <a:pt x="77876" y="155752"/>
                      </a:cubicBezTo>
                      <a:cubicBezTo>
                        <a:pt x="120891" y="155752"/>
                        <a:pt x="155789" y="120891"/>
                        <a:pt x="155789" y="77876"/>
                      </a:cubicBezTo>
                      <a:cubicBezTo>
                        <a:pt x="155789" y="34860"/>
                        <a:pt x="120928" y="0"/>
                        <a:pt x="77876"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42" name="Freeform: Shape 2941">
                  <a:extLst>
                    <a:ext uri="{FF2B5EF4-FFF2-40B4-BE49-F238E27FC236}">
                      <a16:creationId xmlns:a16="http://schemas.microsoft.com/office/drawing/2014/main" id="{9690DA7C-D385-E087-A4B2-EE9180154DBE}"/>
                    </a:ext>
                  </a:extLst>
                </p:cNvPr>
                <p:cNvSpPr/>
                <p:nvPr/>
              </p:nvSpPr>
              <p:spPr>
                <a:xfrm>
                  <a:off x="1782698" y="3390649"/>
                  <a:ext cx="52896" cy="52896"/>
                </a:xfrm>
                <a:custGeom>
                  <a:avLst/>
                  <a:gdLst>
                    <a:gd name="connsiteX0" fmla="*/ 26448 w 52896"/>
                    <a:gd name="connsiteY0" fmla="*/ 0 h 52896"/>
                    <a:gd name="connsiteX1" fmla="*/ 0 w 52896"/>
                    <a:gd name="connsiteY1" fmla="*/ 26448 h 52896"/>
                    <a:gd name="connsiteX2" fmla="*/ 26448 w 52896"/>
                    <a:gd name="connsiteY2" fmla="*/ 52897 h 52896"/>
                    <a:gd name="connsiteX3" fmla="*/ 52897 w 52896"/>
                    <a:gd name="connsiteY3" fmla="*/ 26448 h 52896"/>
                    <a:gd name="connsiteX4" fmla="*/ 26448 w 52896"/>
                    <a:gd name="connsiteY4" fmla="*/ 0 h 528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96" h="52896">
                      <a:moveTo>
                        <a:pt x="26448" y="0"/>
                      </a:moveTo>
                      <a:cubicBezTo>
                        <a:pt x="11828" y="0"/>
                        <a:pt x="0" y="11828"/>
                        <a:pt x="0" y="26448"/>
                      </a:cubicBezTo>
                      <a:cubicBezTo>
                        <a:pt x="0" y="41069"/>
                        <a:pt x="11828" y="52897"/>
                        <a:pt x="26448" y="52897"/>
                      </a:cubicBezTo>
                      <a:cubicBezTo>
                        <a:pt x="41069" y="52897"/>
                        <a:pt x="52897" y="41069"/>
                        <a:pt x="52897" y="26448"/>
                      </a:cubicBezTo>
                      <a:cubicBezTo>
                        <a:pt x="52897" y="11828"/>
                        <a:pt x="41069" y="0"/>
                        <a:pt x="26448"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43" name="Freeform: Shape 2942">
                  <a:extLst>
                    <a:ext uri="{FF2B5EF4-FFF2-40B4-BE49-F238E27FC236}">
                      <a16:creationId xmlns:a16="http://schemas.microsoft.com/office/drawing/2014/main" id="{A20C7A42-5CD7-8B55-86A4-39C813666B70}"/>
                    </a:ext>
                  </a:extLst>
                </p:cNvPr>
                <p:cNvSpPr/>
                <p:nvPr/>
              </p:nvSpPr>
              <p:spPr>
                <a:xfrm>
                  <a:off x="330421" y="4637106"/>
                  <a:ext cx="198363" cy="198400"/>
                </a:xfrm>
                <a:custGeom>
                  <a:avLst/>
                  <a:gdLst>
                    <a:gd name="connsiteX0" fmla="*/ 99182 w 198363"/>
                    <a:gd name="connsiteY0" fmla="*/ 0 h 198400"/>
                    <a:gd name="connsiteX1" fmla="*/ 0 w 198363"/>
                    <a:gd name="connsiteY1" fmla="*/ 99218 h 198400"/>
                    <a:gd name="connsiteX2" fmla="*/ 99182 w 198363"/>
                    <a:gd name="connsiteY2" fmla="*/ 198400 h 198400"/>
                    <a:gd name="connsiteX3" fmla="*/ 198363 w 198363"/>
                    <a:gd name="connsiteY3" fmla="*/ 99218 h 198400"/>
                    <a:gd name="connsiteX4" fmla="*/ 99182 w 198363"/>
                    <a:gd name="connsiteY4" fmla="*/ 0 h 19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363" h="198400">
                      <a:moveTo>
                        <a:pt x="99182" y="0"/>
                      </a:moveTo>
                      <a:cubicBezTo>
                        <a:pt x="44375" y="0"/>
                        <a:pt x="0" y="44411"/>
                        <a:pt x="0" y="99218"/>
                      </a:cubicBezTo>
                      <a:cubicBezTo>
                        <a:pt x="0" y="154026"/>
                        <a:pt x="44375" y="198400"/>
                        <a:pt x="99182" y="198400"/>
                      </a:cubicBezTo>
                      <a:cubicBezTo>
                        <a:pt x="153989" y="198400"/>
                        <a:pt x="198363" y="153989"/>
                        <a:pt x="198363" y="99218"/>
                      </a:cubicBezTo>
                      <a:cubicBezTo>
                        <a:pt x="198363" y="44448"/>
                        <a:pt x="153952" y="0"/>
                        <a:pt x="99182"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44" name="Freeform: Shape 2943">
                  <a:extLst>
                    <a:ext uri="{FF2B5EF4-FFF2-40B4-BE49-F238E27FC236}">
                      <a16:creationId xmlns:a16="http://schemas.microsoft.com/office/drawing/2014/main" id="{5BB0CCED-7E5C-BB25-9BEE-9BB77F46B1C6}"/>
                    </a:ext>
                  </a:extLst>
                </p:cNvPr>
                <p:cNvSpPr/>
                <p:nvPr/>
              </p:nvSpPr>
              <p:spPr>
                <a:xfrm>
                  <a:off x="3500268" y="3882995"/>
                  <a:ext cx="27770" cy="27770"/>
                </a:xfrm>
                <a:custGeom>
                  <a:avLst/>
                  <a:gdLst>
                    <a:gd name="connsiteX0" fmla="*/ 13886 w 27770"/>
                    <a:gd name="connsiteY0" fmla="*/ 0 h 27770"/>
                    <a:gd name="connsiteX1" fmla="*/ 0 w 27770"/>
                    <a:gd name="connsiteY1" fmla="*/ 13885 h 27770"/>
                    <a:gd name="connsiteX2" fmla="*/ 13886 w 27770"/>
                    <a:gd name="connsiteY2" fmla="*/ 27771 h 27770"/>
                    <a:gd name="connsiteX3" fmla="*/ 27771 w 27770"/>
                    <a:gd name="connsiteY3" fmla="*/ 13885 h 27770"/>
                    <a:gd name="connsiteX4" fmla="*/ 13886 w 27770"/>
                    <a:gd name="connsiteY4" fmla="*/ 0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0" h="27770">
                      <a:moveTo>
                        <a:pt x="13886" y="0"/>
                      </a:moveTo>
                      <a:cubicBezTo>
                        <a:pt x="6208" y="0"/>
                        <a:pt x="0" y="6208"/>
                        <a:pt x="0" y="13885"/>
                      </a:cubicBezTo>
                      <a:cubicBezTo>
                        <a:pt x="0" y="21563"/>
                        <a:pt x="6208" y="27771"/>
                        <a:pt x="13886" y="27771"/>
                      </a:cubicBezTo>
                      <a:cubicBezTo>
                        <a:pt x="21563" y="27771"/>
                        <a:pt x="27771" y="21563"/>
                        <a:pt x="27771" y="13885"/>
                      </a:cubicBezTo>
                      <a:cubicBezTo>
                        <a:pt x="27771" y="6208"/>
                        <a:pt x="21563" y="0"/>
                        <a:pt x="13886"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45" name="Freeform: Shape 2944">
                  <a:extLst>
                    <a:ext uri="{FF2B5EF4-FFF2-40B4-BE49-F238E27FC236}">
                      <a16:creationId xmlns:a16="http://schemas.microsoft.com/office/drawing/2014/main" id="{44A0921B-035B-BF03-EFB5-1DAB3959D65E}"/>
                    </a:ext>
                  </a:extLst>
                </p:cNvPr>
                <p:cNvSpPr/>
                <p:nvPr/>
              </p:nvSpPr>
              <p:spPr>
                <a:xfrm>
                  <a:off x="3761997" y="4455346"/>
                  <a:ext cx="27771" cy="27770"/>
                </a:xfrm>
                <a:custGeom>
                  <a:avLst/>
                  <a:gdLst>
                    <a:gd name="connsiteX0" fmla="*/ 13886 w 27771"/>
                    <a:gd name="connsiteY0" fmla="*/ 0 h 27770"/>
                    <a:gd name="connsiteX1" fmla="*/ 0 w 27771"/>
                    <a:gd name="connsiteY1" fmla="*/ 13886 h 27770"/>
                    <a:gd name="connsiteX2" fmla="*/ 13886 w 27771"/>
                    <a:gd name="connsiteY2" fmla="*/ 27771 h 27770"/>
                    <a:gd name="connsiteX3" fmla="*/ 27771 w 27771"/>
                    <a:gd name="connsiteY3" fmla="*/ 13886 h 27770"/>
                    <a:gd name="connsiteX4" fmla="*/ 13886 w 27771"/>
                    <a:gd name="connsiteY4" fmla="*/ 0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1" h="27770">
                      <a:moveTo>
                        <a:pt x="13886" y="0"/>
                      </a:moveTo>
                      <a:cubicBezTo>
                        <a:pt x="6208" y="0"/>
                        <a:pt x="0" y="6208"/>
                        <a:pt x="0" y="13886"/>
                      </a:cubicBezTo>
                      <a:cubicBezTo>
                        <a:pt x="0" y="21563"/>
                        <a:pt x="6208" y="27771"/>
                        <a:pt x="13886" y="27771"/>
                      </a:cubicBezTo>
                      <a:cubicBezTo>
                        <a:pt x="21563" y="27771"/>
                        <a:pt x="27771" y="21563"/>
                        <a:pt x="27771" y="13886"/>
                      </a:cubicBezTo>
                      <a:cubicBezTo>
                        <a:pt x="27771" y="6208"/>
                        <a:pt x="21563" y="0"/>
                        <a:pt x="13886"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46" name="Freeform: Shape 2945">
                  <a:extLst>
                    <a:ext uri="{FF2B5EF4-FFF2-40B4-BE49-F238E27FC236}">
                      <a16:creationId xmlns:a16="http://schemas.microsoft.com/office/drawing/2014/main" id="{71610C1B-E255-47F6-4015-3EF483CEFFCB}"/>
                    </a:ext>
                  </a:extLst>
                </p:cNvPr>
                <p:cNvSpPr/>
                <p:nvPr/>
              </p:nvSpPr>
              <p:spPr>
                <a:xfrm>
                  <a:off x="3028714" y="4053073"/>
                  <a:ext cx="27770" cy="27770"/>
                </a:xfrm>
                <a:custGeom>
                  <a:avLst/>
                  <a:gdLst>
                    <a:gd name="connsiteX0" fmla="*/ 13886 w 27770"/>
                    <a:gd name="connsiteY0" fmla="*/ 0 h 27770"/>
                    <a:gd name="connsiteX1" fmla="*/ 0 w 27770"/>
                    <a:gd name="connsiteY1" fmla="*/ 13885 h 27770"/>
                    <a:gd name="connsiteX2" fmla="*/ 13886 w 27770"/>
                    <a:gd name="connsiteY2" fmla="*/ 27771 h 27770"/>
                    <a:gd name="connsiteX3" fmla="*/ 27771 w 27770"/>
                    <a:gd name="connsiteY3" fmla="*/ 13885 h 27770"/>
                    <a:gd name="connsiteX4" fmla="*/ 13886 w 27770"/>
                    <a:gd name="connsiteY4" fmla="*/ 0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0" h="27770">
                      <a:moveTo>
                        <a:pt x="13886" y="0"/>
                      </a:moveTo>
                      <a:cubicBezTo>
                        <a:pt x="6208" y="0"/>
                        <a:pt x="0" y="6208"/>
                        <a:pt x="0" y="13885"/>
                      </a:cubicBezTo>
                      <a:cubicBezTo>
                        <a:pt x="0" y="21563"/>
                        <a:pt x="6208" y="27771"/>
                        <a:pt x="13886" y="27771"/>
                      </a:cubicBezTo>
                      <a:cubicBezTo>
                        <a:pt x="21563" y="27771"/>
                        <a:pt x="27771" y="21563"/>
                        <a:pt x="27771" y="13885"/>
                      </a:cubicBezTo>
                      <a:cubicBezTo>
                        <a:pt x="27771" y="6208"/>
                        <a:pt x="21526" y="0"/>
                        <a:pt x="13886"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47" name="Freeform: Shape 2946">
                  <a:extLst>
                    <a:ext uri="{FF2B5EF4-FFF2-40B4-BE49-F238E27FC236}">
                      <a16:creationId xmlns:a16="http://schemas.microsoft.com/office/drawing/2014/main" id="{70455DE4-E853-C9B8-2D6D-1B48EFF2C3F6}"/>
                    </a:ext>
                  </a:extLst>
                </p:cNvPr>
                <p:cNvSpPr/>
                <p:nvPr/>
              </p:nvSpPr>
              <p:spPr>
                <a:xfrm>
                  <a:off x="4070122" y="4618739"/>
                  <a:ext cx="27771" cy="27770"/>
                </a:xfrm>
                <a:custGeom>
                  <a:avLst/>
                  <a:gdLst>
                    <a:gd name="connsiteX0" fmla="*/ 13886 w 27771"/>
                    <a:gd name="connsiteY0" fmla="*/ 0 h 27770"/>
                    <a:gd name="connsiteX1" fmla="*/ 0 w 27771"/>
                    <a:gd name="connsiteY1" fmla="*/ 13886 h 27770"/>
                    <a:gd name="connsiteX2" fmla="*/ 13886 w 27771"/>
                    <a:gd name="connsiteY2" fmla="*/ 27771 h 27770"/>
                    <a:gd name="connsiteX3" fmla="*/ 27771 w 27771"/>
                    <a:gd name="connsiteY3" fmla="*/ 13886 h 27770"/>
                    <a:gd name="connsiteX4" fmla="*/ 13886 w 27771"/>
                    <a:gd name="connsiteY4" fmla="*/ 0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1" h="27770">
                      <a:moveTo>
                        <a:pt x="13886" y="0"/>
                      </a:moveTo>
                      <a:cubicBezTo>
                        <a:pt x="6208" y="0"/>
                        <a:pt x="0" y="6208"/>
                        <a:pt x="0" y="13886"/>
                      </a:cubicBezTo>
                      <a:cubicBezTo>
                        <a:pt x="0" y="21563"/>
                        <a:pt x="6208" y="27771"/>
                        <a:pt x="13886" y="27771"/>
                      </a:cubicBezTo>
                      <a:cubicBezTo>
                        <a:pt x="21563" y="27771"/>
                        <a:pt x="27771" y="21563"/>
                        <a:pt x="27771" y="13886"/>
                      </a:cubicBezTo>
                      <a:cubicBezTo>
                        <a:pt x="27771" y="6208"/>
                        <a:pt x="21563" y="0"/>
                        <a:pt x="13886"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48" name="Freeform: Shape 2947">
                  <a:extLst>
                    <a:ext uri="{FF2B5EF4-FFF2-40B4-BE49-F238E27FC236}">
                      <a16:creationId xmlns:a16="http://schemas.microsoft.com/office/drawing/2014/main" id="{E042F3BA-963F-A90E-CAEC-D0B8DE7EE3CB}"/>
                    </a:ext>
                  </a:extLst>
                </p:cNvPr>
                <p:cNvSpPr/>
                <p:nvPr/>
              </p:nvSpPr>
              <p:spPr>
                <a:xfrm>
                  <a:off x="2723528" y="4006641"/>
                  <a:ext cx="27770" cy="27770"/>
                </a:xfrm>
                <a:custGeom>
                  <a:avLst/>
                  <a:gdLst>
                    <a:gd name="connsiteX0" fmla="*/ 13886 w 27770"/>
                    <a:gd name="connsiteY0" fmla="*/ 0 h 27770"/>
                    <a:gd name="connsiteX1" fmla="*/ 0 w 27770"/>
                    <a:gd name="connsiteY1" fmla="*/ 13886 h 27770"/>
                    <a:gd name="connsiteX2" fmla="*/ 13886 w 27770"/>
                    <a:gd name="connsiteY2" fmla="*/ 27771 h 27770"/>
                    <a:gd name="connsiteX3" fmla="*/ 27771 w 27770"/>
                    <a:gd name="connsiteY3" fmla="*/ 13886 h 27770"/>
                    <a:gd name="connsiteX4" fmla="*/ 13886 w 27770"/>
                    <a:gd name="connsiteY4" fmla="*/ 0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0" h="27770">
                      <a:moveTo>
                        <a:pt x="13886" y="0"/>
                      </a:moveTo>
                      <a:cubicBezTo>
                        <a:pt x="6208" y="0"/>
                        <a:pt x="0" y="6208"/>
                        <a:pt x="0" y="13886"/>
                      </a:cubicBezTo>
                      <a:cubicBezTo>
                        <a:pt x="0" y="21563"/>
                        <a:pt x="6208" y="27771"/>
                        <a:pt x="13886" y="27771"/>
                      </a:cubicBezTo>
                      <a:cubicBezTo>
                        <a:pt x="21563" y="27771"/>
                        <a:pt x="27771" y="21563"/>
                        <a:pt x="27771" y="13886"/>
                      </a:cubicBezTo>
                      <a:cubicBezTo>
                        <a:pt x="27771" y="6208"/>
                        <a:pt x="21563" y="0"/>
                        <a:pt x="13886"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49" name="Freeform: Shape 2948">
                  <a:extLst>
                    <a:ext uri="{FF2B5EF4-FFF2-40B4-BE49-F238E27FC236}">
                      <a16:creationId xmlns:a16="http://schemas.microsoft.com/office/drawing/2014/main" id="{DD191076-3F0A-9000-A7FF-E910F72D3BAF}"/>
                    </a:ext>
                  </a:extLst>
                </p:cNvPr>
                <p:cNvSpPr/>
                <p:nvPr/>
              </p:nvSpPr>
              <p:spPr>
                <a:xfrm>
                  <a:off x="3203531" y="3918002"/>
                  <a:ext cx="27770" cy="27770"/>
                </a:xfrm>
                <a:custGeom>
                  <a:avLst/>
                  <a:gdLst>
                    <a:gd name="connsiteX0" fmla="*/ 13885 w 27770"/>
                    <a:gd name="connsiteY0" fmla="*/ 0 h 27770"/>
                    <a:gd name="connsiteX1" fmla="*/ 0 w 27770"/>
                    <a:gd name="connsiteY1" fmla="*/ 13886 h 27770"/>
                    <a:gd name="connsiteX2" fmla="*/ 13885 w 27770"/>
                    <a:gd name="connsiteY2" fmla="*/ 27771 h 27770"/>
                    <a:gd name="connsiteX3" fmla="*/ 27771 w 27770"/>
                    <a:gd name="connsiteY3" fmla="*/ 13886 h 27770"/>
                    <a:gd name="connsiteX4" fmla="*/ 13885 w 27770"/>
                    <a:gd name="connsiteY4" fmla="*/ 0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0" h="27770">
                      <a:moveTo>
                        <a:pt x="13885" y="0"/>
                      </a:moveTo>
                      <a:cubicBezTo>
                        <a:pt x="6208" y="0"/>
                        <a:pt x="0" y="6208"/>
                        <a:pt x="0" y="13886"/>
                      </a:cubicBezTo>
                      <a:cubicBezTo>
                        <a:pt x="0" y="21563"/>
                        <a:pt x="6208" y="27771"/>
                        <a:pt x="13885" y="27771"/>
                      </a:cubicBezTo>
                      <a:cubicBezTo>
                        <a:pt x="21563" y="27771"/>
                        <a:pt x="27771" y="21563"/>
                        <a:pt x="27771" y="13886"/>
                      </a:cubicBezTo>
                      <a:cubicBezTo>
                        <a:pt x="27771" y="6208"/>
                        <a:pt x="21563" y="0"/>
                        <a:pt x="13885"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50" name="Freeform: Shape 2949">
                  <a:extLst>
                    <a:ext uri="{FF2B5EF4-FFF2-40B4-BE49-F238E27FC236}">
                      <a16:creationId xmlns:a16="http://schemas.microsoft.com/office/drawing/2014/main" id="{24180D62-CC9E-0ABA-7D38-1226531A1BFD}"/>
                    </a:ext>
                  </a:extLst>
                </p:cNvPr>
                <p:cNvSpPr/>
                <p:nvPr/>
              </p:nvSpPr>
              <p:spPr>
                <a:xfrm>
                  <a:off x="5515236" y="3315749"/>
                  <a:ext cx="27770" cy="27770"/>
                </a:xfrm>
                <a:custGeom>
                  <a:avLst/>
                  <a:gdLst>
                    <a:gd name="connsiteX0" fmla="*/ 13886 w 27770"/>
                    <a:gd name="connsiteY0" fmla="*/ 0 h 27770"/>
                    <a:gd name="connsiteX1" fmla="*/ 0 w 27770"/>
                    <a:gd name="connsiteY1" fmla="*/ 13886 h 27770"/>
                    <a:gd name="connsiteX2" fmla="*/ 13886 w 27770"/>
                    <a:gd name="connsiteY2" fmla="*/ 27771 h 27770"/>
                    <a:gd name="connsiteX3" fmla="*/ 27771 w 27770"/>
                    <a:gd name="connsiteY3" fmla="*/ 13886 h 27770"/>
                    <a:gd name="connsiteX4" fmla="*/ 13886 w 27770"/>
                    <a:gd name="connsiteY4" fmla="*/ 0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0" h="27770">
                      <a:moveTo>
                        <a:pt x="13886" y="0"/>
                      </a:moveTo>
                      <a:cubicBezTo>
                        <a:pt x="6208" y="0"/>
                        <a:pt x="0" y="6208"/>
                        <a:pt x="0" y="13886"/>
                      </a:cubicBezTo>
                      <a:cubicBezTo>
                        <a:pt x="0" y="21563"/>
                        <a:pt x="6208" y="27771"/>
                        <a:pt x="13886" y="27771"/>
                      </a:cubicBezTo>
                      <a:cubicBezTo>
                        <a:pt x="21563" y="27771"/>
                        <a:pt x="27771" y="21563"/>
                        <a:pt x="27771" y="13886"/>
                      </a:cubicBezTo>
                      <a:cubicBezTo>
                        <a:pt x="27771" y="6208"/>
                        <a:pt x="21563" y="0"/>
                        <a:pt x="13886"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51" name="Freeform: Shape 2950">
                  <a:extLst>
                    <a:ext uri="{FF2B5EF4-FFF2-40B4-BE49-F238E27FC236}">
                      <a16:creationId xmlns:a16="http://schemas.microsoft.com/office/drawing/2014/main" id="{8ACD08C1-78A3-2849-13C8-08F004A57187}"/>
                    </a:ext>
                  </a:extLst>
                </p:cNvPr>
                <p:cNvSpPr/>
                <p:nvPr/>
              </p:nvSpPr>
              <p:spPr>
                <a:xfrm>
                  <a:off x="6141990" y="3618914"/>
                  <a:ext cx="68765" cy="68765"/>
                </a:xfrm>
                <a:custGeom>
                  <a:avLst/>
                  <a:gdLst>
                    <a:gd name="connsiteX0" fmla="*/ 34383 w 68765"/>
                    <a:gd name="connsiteY0" fmla="*/ 0 h 68765"/>
                    <a:gd name="connsiteX1" fmla="*/ 0 w 68765"/>
                    <a:gd name="connsiteY1" fmla="*/ 34383 h 68765"/>
                    <a:gd name="connsiteX2" fmla="*/ 34383 w 68765"/>
                    <a:gd name="connsiteY2" fmla="*/ 68766 h 68765"/>
                    <a:gd name="connsiteX3" fmla="*/ 68766 w 68765"/>
                    <a:gd name="connsiteY3" fmla="*/ 34383 h 68765"/>
                    <a:gd name="connsiteX4" fmla="*/ 34383 w 68765"/>
                    <a:gd name="connsiteY4" fmla="*/ 0 h 68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65" h="68765">
                      <a:moveTo>
                        <a:pt x="34383" y="0"/>
                      </a:moveTo>
                      <a:cubicBezTo>
                        <a:pt x="15391" y="0"/>
                        <a:pt x="0" y="15392"/>
                        <a:pt x="0" y="34383"/>
                      </a:cubicBezTo>
                      <a:cubicBezTo>
                        <a:pt x="0" y="53374"/>
                        <a:pt x="15391" y="68766"/>
                        <a:pt x="34383" y="68766"/>
                      </a:cubicBezTo>
                      <a:cubicBezTo>
                        <a:pt x="53375" y="68766"/>
                        <a:pt x="68766" y="53374"/>
                        <a:pt x="68766" y="34383"/>
                      </a:cubicBezTo>
                      <a:cubicBezTo>
                        <a:pt x="68766" y="15392"/>
                        <a:pt x="53375" y="0"/>
                        <a:pt x="34383"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52" name="Freeform: Shape 2951">
                  <a:extLst>
                    <a:ext uri="{FF2B5EF4-FFF2-40B4-BE49-F238E27FC236}">
                      <a16:creationId xmlns:a16="http://schemas.microsoft.com/office/drawing/2014/main" id="{D00BC114-38A4-C27C-4EED-F5A6F91602D6}"/>
                    </a:ext>
                  </a:extLst>
                </p:cNvPr>
                <p:cNvSpPr/>
                <p:nvPr/>
              </p:nvSpPr>
              <p:spPr>
                <a:xfrm>
                  <a:off x="6197679" y="4636849"/>
                  <a:ext cx="27770" cy="27770"/>
                </a:xfrm>
                <a:custGeom>
                  <a:avLst/>
                  <a:gdLst>
                    <a:gd name="connsiteX0" fmla="*/ 13885 w 27770"/>
                    <a:gd name="connsiteY0" fmla="*/ 0 h 27770"/>
                    <a:gd name="connsiteX1" fmla="*/ 0 w 27770"/>
                    <a:gd name="connsiteY1" fmla="*/ 13885 h 27770"/>
                    <a:gd name="connsiteX2" fmla="*/ 13885 w 27770"/>
                    <a:gd name="connsiteY2" fmla="*/ 27771 h 27770"/>
                    <a:gd name="connsiteX3" fmla="*/ 27771 w 27770"/>
                    <a:gd name="connsiteY3" fmla="*/ 13885 h 27770"/>
                    <a:gd name="connsiteX4" fmla="*/ 13885 w 27770"/>
                    <a:gd name="connsiteY4" fmla="*/ 0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0" h="27770">
                      <a:moveTo>
                        <a:pt x="13885" y="0"/>
                      </a:moveTo>
                      <a:cubicBezTo>
                        <a:pt x="6208" y="0"/>
                        <a:pt x="0" y="6208"/>
                        <a:pt x="0" y="13885"/>
                      </a:cubicBezTo>
                      <a:cubicBezTo>
                        <a:pt x="0" y="21563"/>
                        <a:pt x="6208" y="27771"/>
                        <a:pt x="13885" y="27771"/>
                      </a:cubicBezTo>
                      <a:cubicBezTo>
                        <a:pt x="21563" y="27771"/>
                        <a:pt x="27771" y="21563"/>
                        <a:pt x="27771" y="13885"/>
                      </a:cubicBezTo>
                      <a:cubicBezTo>
                        <a:pt x="27771" y="6208"/>
                        <a:pt x="21563" y="0"/>
                        <a:pt x="13885"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53" name="Freeform: Shape 2952">
                  <a:extLst>
                    <a:ext uri="{FF2B5EF4-FFF2-40B4-BE49-F238E27FC236}">
                      <a16:creationId xmlns:a16="http://schemas.microsoft.com/office/drawing/2014/main" id="{B4C55BA2-CA2A-78B0-4022-8FE845FDA8D1}"/>
                    </a:ext>
                  </a:extLst>
                </p:cNvPr>
                <p:cNvSpPr/>
                <p:nvPr/>
              </p:nvSpPr>
              <p:spPr>
                <a:xfrm>
                  <a:off x="6262625" y="4657750"/>
                  <a:ext cx="39452" cy="39452"/>
                </a:xfrm>
                <a:custGeom>
                  <a:avLst/>
                  <a:gdLst>
                    <a:gd name="connsiteX0" fmla="*/ 19726 w 39452"/>
                    <a:gd name="connsiteY0" fmla="*/ 0 h 39452"/>
                    <a:gd name="connsiteX1" fmla="*/ 0 w 39452"/>
                    <a:gd name="connsiteY1" fmla="*/ 19726 h 39452"/>
                    <a:gd name="connsiteX2" fmla="*/ 19726 w 39452"/>
                    <a:gd name="connsiteY2" fmla="*/ 39452 h 39452"/>
                    <a:gd name="connsiteX3" fmla="*/ 39452 w 39452"/>
                    <a:gd name="connsiteY3" fmla="*/ 19726 h 39452"/>
                    <a:gd name="connsiteX4" fmla="*/ 19726 w 39452"/>
                    <a:gd name="connsiteY4" fmla="*/ 0 h 39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52" h="39452">
                      <a:moveTo>
                        <a:pt x="19726" y="0"/>
                      </a:moveTo>
                      <a:cubicBezTo>
                        <a:pt x="8816" y="0"/>
                        <a:pt x="0" y="8816"/>
                        <a:pt x="0" y="19726"/>
                      </a:cubicBezTo>
                      <a:cubicBezTo>
                        <a:pt x="0" y="30636"/>
                        <a:pt x="8816" y="39452"/>
                        <a:pt x="19726" y="39452"/>
                      </a:cubicBezTo>
                      <a:cubicBezTo>
                        <a:pt x="30636" y="39452"/>
                        <a:pt x="39452" y="30636"/>
                        <a:pt x="39452" y="19726"/>
                      </a:cubicBezTo>
                      <a:cubicBezTo>
                        <a:pt x="39452" y="8816"/>
                        <a:pt x="30636" y="0"/>
                        <a:pt x="19726"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54" name="Freeform: Shape 2953">
                  <a:extLst>
                    <a:ext uri="{FF2B5EF4-FFF2-40B4-BE49-F238E27FC236}">
                      <a16:creationId xmlns:a16="http://schemas.microsoft.com/office/drawing/2014/main" id="{AAB40C8A-90D8-E649-693E-0433173F7195}"/>
                    </a:ext>
                  </a:extLst>
                </p:cNvPr>
                <p:cNvSpPr/>
                <p:nvPr/>
              </p:nvSpPr>
              <p:spPr>
                <a:xfrm>
                  <a:off x="995784" y="3559185"/>
                  <a:ext cx="27770" cy="27770"/>
                </a:xfrm>
                <a:custGeom>
                  <a:avLst/>
                  <a:gdLst>
                    <a:gd name="connsiteX0" fmla="*/ 13885 w 27770"/>
                    <a:gd name="connsiteY0" fmla="*/ 0 h 27770"/>
                    <a:gd name="connsiteX1" fmla="*/ 0 w 27770"/>
                    <a:gd name="connsiteY1" fmla="*/ 13885 h 27770"/>
                    <a:gd name="connsiteX2" fmla="*/ 13885 w 27770"/>
                    <a:gd name="connsiteY2" fmla="*/ 27771 h 27770"/>
                    <a:gd name="connsiteX3" fmla="*/ 27771 w 27770"/>
                    <a:gd name="connsiteY3" fmla="*/ 13885 h 27770"/>
                    <a:gd name="connsiteX4" fmla="*/ 13885 w 27770"/>
                    <a:gd name="connsiteY4" fmla="*/ 0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0" h="27770">
                      <a:moveTo>
                        <a:pt x="13885" y="0"/>
                      </a:moveTo>
                      <a:cubicBezTo>
                        <a:pt x="6208" y="0"/>
                        <a:pt x="0" y="6208"/>
                        <a:pt x="0" y="13885"/>
                      </a:cubicBezTo>
                      <a:cubicBezTo>
                        <a:pt x="0" y="21563"/>
                        <a:pt x="6208" y="27771"/>
                        <a:pt x="13885" y="27771"/>
                      </a:cubicBezTo>
                      <a:cubicBezTo>
                        <a:pt x="21563" y="27771"/>
                        <a:pt x="27771" y="21563"/>
                        <a:pt x="27771" y="13885"/>
                      </a:cubicBezTo>
                      <a:cubicBezTo>
                        <a:pt x="27771" y="6208"/>
                        <a:pt x="21563" y="0"/>
                        <a:pt x="13885"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55" name="Freeform: Shape 2954">
                  <a:extLst>
                    <a:ext uri="{FF2B5EF4-FFF2-40B4-BE49-F238E27FC236}">
                      <a16:creationId xmlns:a16="http://schemas.microsoft.com/office/drawing/2014/main" id="{86C8A4F0-423A-D4DD-4976-206ADABEC15A}"/>
                    </a:ext>
                  </a:extLst>
                </p:cNvPr>
                <p:cNvSpPr/>
                <p:nvPr/>
              </p:nvSpPr>
              <p:spPr>
                <a:xfrm>
                  <a:off x="462149" y="3457872"/>
                  <a:ext cx="27770" cy="27770"/>
                </a:xfrm>
                <a:custGeom>
                  <a:avLst/>
                  <a:gdLst>
                    <a:gd name="connsiteX0" fmla="*/ 13885 w 27770"/>
                    <a:gd name="connsiteY0" fmla="*/ 0 h 27770"/>
                    <a:gd name="connsiteX1" fmla="*/ 0 w 27770"/>
                    <a:gd name="connsiteY1" fmla="*/ 13886 h 27770"/>
                    <a:gd name="connsiteX2" fmla="*/ 13885 w 27770"/>
                    <a:gd name="connsiteY2" fmla="*/ 27771 h 27770"/>
                    <a:gd name="connsiteX3" fmla="*/ 27771 w 27770"/>
                    <a:gd name="connsiteY3" fmla="*/ 13886 h 27770"/>
                    <a:gd name="connsiteX4" fmla="*/ 13885 w 27770"/>
                    <a:gd name="connsiteY4" fmla="*/ 0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0" h="27770">
                      <a:moveTo>
                        <a:pt x="13885" y="0"/>
                      </a:moveTo>
                      <a:cubicBezTo>
                        <a:pt x="6208" y="0"/>
                        <a:pt x="0" y="6208"/>
                        <a:pt x="0" y="13886"/>
                      </a:cubicBezTo>
                      <a:cubicBezTo>
                        <a:pt x="0" y="21563"/>
                        <a:pt x="6208" y="27771"/>
                        <a:pt x="13885" y="27771"/>
                      </a:cubicBezTo>
                      <a:cubicBezTo>
                        <a:pt x="21563" y="27771"/>
                        <a:pt x="27771" y="21563"/>
                        <a:pt x="27771" y="13886"/>
                      </a:cubicBezTo>
                      <a:cubicBezTo>
                        <a:pt x="27771" y="6208"/>
                        <a:pt x="21526" y="0"/>
                        <a:pt x="13885"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56" name="Freeform: Shape 2955">
                  <a:extLst>
                    <a:ext uri="{FF2B5EF4-FFF2-40B4-BE49-F238E27FC236}">
                      <a16:creationId xmlns:a16="http://schemas.microsoft.com/office/drawing/2014/main" id="{26E9586E-85D4-4931-3444-E68E65A82883}"/>
                    </a:ext>
                  </a:extLst>
                </p:cNvPr>
                <p:cNvSpPr/>
                <p:nvPr/>
              </p:nvSpPr>
              <p:spPr>
                <a:xfrm>
                  <a:off x="2889750" y="2859880"/>
                  <a:ext cx="27770" cy="27770"/>
                </a:xfrm>
                <a:custGeom>
                  <a:avLst/>
                  <a:gdLst>
                    <a:gd name="connsiteX0" fmla="*/ 13886 w 27770"/>
                    <a:gd name="connsiteY0" fmla="*/ 0 h 27770"/>
                    <a:gd name="connsiteX1" fmla="*/ 0 w 27770"/>
                    <a:gd name="connsiteY1" fmla="*/ 13885 h 27770"/>
                    <a:gd name="connsiteX2" fmla="*/ 13886 w 27770"/>
                    <a:gd name="connsiteY2" fmla="*/ 27771 h 27770"/>
                    <a:gd name="connsiteX3" fmla="*/ 27771 w 27770"/>
                    <a:gd name="connsiteY3" fmla="*/ 13885 h 27770"/>
                    <a:gd name="connsiteX4" fmla="*/ 13886 w 27770"/>
                    <a:gd name="connsiteY4" fmla="*/ 0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0" h="27770">
                      <a:moveTo>
                        <a:pt x="13886" y="0"/>
                      </a:moveTo>
                      <a:cubicBezTo>
                        <a:pt x="6208" y="0"/>
                        <a:pt x="0" y="6208"/>
                        <a:pt x="0" y="13885"/>
                      </a:cubicBezTo>
                      <a:cubicBezTo>
                        <a:pt x="0" y="21563"/>
                        <a:pt x="6245" y="27771"/>
                        <a:pt x="13886" y="27771"/>
                      </a:cubicBezTo>
                      <a:cubicBezTo>
                        <a:pt x="21526" y="27771"/>
                        <a:pt x="27771" y="21563"/>
                        <a:pt x="27771" y="13885"/>
                      </a:cubicBezTo>
                      <a:cubicBezTo>
                        <a:pt x="27771" y="6208"/>
                        <a:pt x="21563" y="0"/>
                        <a:pt x="13886"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57" name="Freeform: Shape 2956">
                  <a:extLst>
                    <a:ext uri="{FF2B5EF4-FFF2-40B4-BE49-F238E27FC236}">
                      <a16:creationId xmlns:a16="http://schemas.microsoft.com/office/drawing/2014/main" id="{46D22238-6EA7-63C2-68F2-B95FE05F5F3C}"/>
                    </a:ext>
                  </a:extLst>
                </p:cNvPr>
                <p:cNvSpPr/>
                <p:nvPr/>
              </p:nvSpPr>
              <p:spPr>
                <a:xfrm>
                  <a:off x="1119540" y="3040097"/>
                  <a:ext cx="69794" cy="69794"/>
                </a:xfrm>
                <a:custGeom>
                  <a:avLst/>
                  <a:gdLst>
                    <a:gd name="connsiteX0" fmla="*/ 34897 w 69794"/>
                    <a:gd name="connsiteY0" fmla="*/ 0 h 69794"/>
                    <a:gd name="connsiteX1" fmla="*/ 0 w 69794"/>
                    <a:gd name="connsiteY1" fmla="*/ 34897 h 69794"/>
                    <a:gd name="connsiteX2" fmla="*/ 34897 w 69794"/>
                    <a:gd name="connsiteY2" fmla="*/ 69795 h 69794"/>
                    <a:gd name="connsiteX3" fmla="*/ 69795 w 69794"/>
                    <a:gd name="connsiteY3" fmla="*/ 34897 h 69794"/>
                    <a:gd name="connsiteX4" fmla="*/ 34897 w 69794"/>
                    <a:gd name="connsiteY4" fmla="*/ 0 h 69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794" h="69794">
                      <a:moveTo>
                        <a:pt x="34897" y="0"/>
                      </a:moveTo>
                      <a:cubicBezTo>
                        <a:pt x="15612" y="0"/>
                        <a:pt x="0" y="15612"/>
                        <a:pt x="0" y="34897"/>
                      </a:cubicBezTo>
                      <a:cubicBezTo>
                        <a:pt x="0" y="54183"/>
                        <a:pt x="15612" y="69795"/>
                        <a:pt x="34897" y="69795"/>
                      </a:cubicBezTo>
                      <a:cubicBezTo>
                        <a:pt x="54183" y="69795"/>
                        <a:pt x="69795" y="54183"/>
                        <a:pt x="69795" y="34897"/>
                      </a:cubicBezTo>
                      <a:cubicBezTo>
                        <a:pt x="69795" y="15612"/>
                        <a:pt x="54183" y="0"/>
                        <a:pt x="34897"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58" name="Freeform: Shape 2957">
                  <a:extLst>
                    <a:ext uri="{FF2B5EF4-FFF2-40B4-BE49-F238E27FC236}">
                      <a16:creationId xmlns:a16="http://schemas.microsoft.com/office/drawing/2014/main" id="{6D9FA6E5-69C6-E976-8671-325FD02F8C11}"/>
                    </a:ext>
                  </a:extLst>
                </p:cNvPr>
                <p:cNvSpPr/>
                <p:nvPr/>
              </p:nvSpPr>
              <p:spPr>
                <a:xfrm>
                  <a:off x="2157899" y="2716324"/>
                  <a:ext cx="27770" cy="27770"/>
                </a:xfrm>
                <a:custGeom>
                  <a:avLst/>
                  <a:gdLst>
                    <a:gd name="connsiteX0" fmla="*/ 13885 w 27770"/>
                    <a:gd name="connsiteY0" fmla="*/ 0 h 27770"/>
                    <a:gd name="connsiteX1" fmla="*/ 0 w 27770"/>
                    <a:gd name="connsiteY1" fmla="*/ 13886 h 27770"/>
                    <a:gd name="connsiteX2" fmla="*/ 13885 w 27770"/>
                    <a:gd name="connsiteY2" fmla="*/ 27771 h 27770"/>
                    <a:gd name="connsiteX3" fmla="*/ 27771 w 27770"/>
                    <a:gd name="connsiteY3" fmla="*/ 13886 h 27770"/>
                    <a:gd name="connsiteX4" fmla="*/ 13885 w 27770"/>
                    <a:gd name="connsiteY4" fmla="*/ 0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0" h="27770">
                      <a:moveTo>
                        <a:pt x="13885" y="0"/>
                      </a:moveTo>
                      <a:cubicBezTo>
                        <a:pt x="6208" y="0"/>
                        <a:pt x="0" y="6208"/>
                        <a:pt x="0" y="13886"/>
                      </a:cubicBezTo>
                      <a:cubicBezTo>
                        <a:pt x="0" y="21563"/>
                        <a:pt x="6208" y="27771"/>
                        <a:pt x="13885" y="27771"/>
                      </a:cubicBezTo>
                      <a:cubicBezTo>
                        <a:pt x="21563" y="27771"/>
                        <a:pt x="27771" y="21563"/>
                        <a:pt x="27771" y="13886"/>
                      </a:cubicBezTo>
                      <a:cubicBezTo>
                        <a:pt x="27771" y="6208"/>
                        <a:pt x="21563" y="0"/>
                        <a:pt x="13885"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59" name="Freeform: Shape 2958">
                  <a:extLst>
                    <a:ext uri="{FF2B5EF4-FFF2-40B4-BE49-F238E27FC236}">
                      <a16:creationId xmlns:a16="http://schemas.microsoft.com/office/drawing/2014/main" id="{C5B914FE-DF18-7825-CCD3-E9320F742C2F}"/>
                    </a:ext>
                  </a:extLst>
                </p:cNvPr>
                <p:cNvSpPr/>
                <p:nvPr/>
              </p:nvSpPr>
              <p:spPr>
                <a:xfrm>
                  <a:off x="2619241" y="2654244"/>
                  <a:ext cx="16897" cy="16897"/>
                </a:xfrm>
                <a:custGeom>
                  <a:avLst/>
                  <a:gdLst>
                    <a:gd name="connsiteX0" fmla="*/ 8449 w 16897"/>
                    <a:gd name="connsiteY0" fmla="*/ 0 h 16897"/>
                    <a:gd name="connsiteX1" fmla="*/ 0 w 16897"/>
                    <a:gd name="connsiteY1" fmla="*/ 8449 h 16897"/>
                    <a:gd name="connsiteX2" fmla="*/ 8449 w 16897"/>
                    <a:gd name="connsiteY2" fmla="*/ 16898 h 16897"/>
                    <a:gd name="connsiteX3" fmla="*/ 16898 w 16897"/>
                    <a:gd name="connsiteY3" fmla="*/ 8449 h 16897"/>
                    <a:gd name="connsiteX4" fmla="*/ 8449 w 16897"/>
                    <a:gd name="connsiteY4" fmla="*/ 0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0"/>
                      </a:moveTo>
                      <a:cubicBezTo>
                        <a:pt x="3783" y="0"/>
                        <a:pt x="0" y="3783"/>
                        <a:pt x="0" y="8449"/>
                      </a:cubicBezTo>
                      <a:cubicBezTo>
                        <a:pt x="0" y="13114"/>
                        <a:pt x="3783" y="16898"/>
                        <a:pt x="8449" y="16898"/>
                      </a:cubicBezTo>
                      <a:cubicBezTo>
                        <a:pt x="13114" y="16898"/>
                        <a:pt x="16898" y="13114"/>
                        <a:pt x="16898" y="8449"/>
                      </a:cubicBezTo>
                      <a:cubicBezTo>
                        <a:pt x="16898" y="3783"/>
                        <a:pt x="13114" y="0"/>
                        <a:pt x="844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60" name="Freeform: Shape 2959">
                  <a:extLst>
                    <a:ext uri="{FF2B5EF4-FFF2-40B4-BE49-F238E27FC236}">
                      <a16:creationId xmlns:a16="http://schemas.microsoft.com/office/drawing/2014/main" id="{DF224F03-3242-84DC-9770-5B1C38DD56D5}"/>
                    </a:ext>
                  </a:extLst>
                </p:cNvPr>
                <p:cNvSpPr/>
                <p:nvPr/>
              </p:nvSpPr>
              <p:spPr>
                <a:xfrm>
                  <a:off x="2883762" y="2040750"/>
                  <a:ext cx="16897" cy="16897"/>
                </a:xfrm>
                <a:custGeom>
                  <a:avLst/>
                  <a:gdLst>
                    <a:gd name="connsiteX0" fmla="*/ 16898 w 16897"/>
                    <a:gd name="connsiteY0" fmla="*/ 8449 h 16897"/>
                    <a:gd name="connsiteX1" fmla="*/ 8449 w 16897"/>
                    <a:gd name="connsiteY1" fmla="*/ 16898 h 16897"/>
                    <a:gd name="connsiteX2" fmla="*/ 0 w 16897"/>
                    <a:gd name="connsiteY2" fmla="*/ 8449 h 16897"/>
                    <a:gd name="connsiteX3" fmla="*/ 8449 w 16897"/>
                    <a:gd name="connsiteY3" fmla="*/ 0 h 16897"/>
                    <a:gd name="connsiteX4" fmla="*/ 16898 w 16897"/>
                    <a:gd name="connsiteY4" fmla="*/ 8449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16898" y="8449"/>
                      </a:moveTo>
                      <a:cubicBezTo>
                        <a:pt x="16898" y="13115"/>
                        <a:pt x="13115" y="16898"/>
                        <a:pt x="8449" y="16898"/>
                      </a:cubicBezTo>
                      <a:cubicBezTo>
                        <a:pt x="3783" y="16898"/>
                        <a:pt x="0" y="13115"/>
                        <a:pt x="0" y="8449"/>
                      </a:cubicBezTo>
                      <a:cubicBezTo>
                        <a:pt x="0" y="3783"/>
                        <a:pt x="3783" y="0"/>
                        <a:pt x="8449" y="0"/>
                      </a:cubicBezTo>
                      <a:cubicBezTo>
                        <a:pt x="13115" y="0"/>
                        <a:pt x="16898" y="3783"/>
                        <a:pt x="16898" y="844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61" name="Freeform: Shape 2960">
                  <a:extLst>
                    <a:ext uri="{FF2B5EF4-FFF2-40B4-BE49-F238E27FC236}">
                      <a16:creationId xmlns:a16="http://schemas.microsoft.com/office/drawing/2014/main" id="{B0F5E13A-DCAE-BEF0-9EFF-399210237263}"/>
                    </a:ext>
                  </a:extLst>
                </p:cNvPr>
                <p:cNvSpPr/>
                <p:nvPr/>
              </p:nvSpPr>
              <p:spPr>
                <a:xfrm>
                  <a:off x="3013212" y="1914128"/>
                  <a:ext cx="16897" cy="16897"/>
                </a:xfrm>
                <a:custGeom>
                  <a:avLst/>
                  <a:gdLst>
                    <a:gd name="connsiteX0" fmla="*/ 16898 w 16897"/>
                    <a:gd name="connsiteY0" fmla="*/ 8449 h 16897"/>
                    <a:gd name="connsiteX1" fmla="*/ 8449 w 16897"/>
                    <a:gd name="connsiteY1" fmla="*/ 16898 h 16897"/>
                    <a:gd name="connsiteX2" fmla="*/ 0 w 16897"/>
                    <a:gd name="connsiteY2" fmla="*/ 8449 h 16897"/>
                    <a:gd name="connsiteX3" fmla="*/ 8449 w 16897"/>
                    <a:gd name="connsiteY3" fmla="*/ 0 h 16897"/>
                    <a:gd name="connsiteX4" fmla="*/ 16898 w 16897"/>
                    <a:gd name="connsiteY4" fmla="*/ 8449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16898" y="8449"/>
                      </a:moveTo>
                      <a:cubicBezTo>
                        <a:pt x="16898" y="13115"/>
                        <a:pt x="13115" y="16898"/>
                        <a:pt x="8449" y="16898"/>
                      </a:cubicBezTo>
                      <a:cubicBezTo>
                        <a:pt x="3783" y="16898"/>
                        <a:pt x="0" y="13115"/>
                        <a:pt x="0" y="8449"/>
                      </a:cubicBezTo>
                      <a:cubicBezTo>
                        <a:pt x="0" y="3783"/>
                        <a:pt x="3783" y="0"/>
                        <a:pt x="8449" y="0"/>
                      </a:cubicBezTo>
                      <a:cubicBezTo>
                        <a:pt x="13115" y="0"/>
                        <a:pt x="16898" y="3783"/>
                        <a:pt x="16898" y="844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62" name="Freeform: Shape 2961">
                  <a:extLst>
                    <a:ext uri="{FF2B5EF4-FFF2-40B4-BE49-F238E27FC236}">
                      <a16:creationId xmlns:a16="http://schemas.microsoft.com/office/drawing/2014/main" id="{3B7C6C5E-DFFC-E8F0-DC24-1269383637FD}"/>
                    </a:ext>
                  </a:extLst>
                </p:cNvPr>
                <p:cNvSpPr/>
                <p:nvPr/>
              </p:nvSpPr>
              <p:spPr>
                <a:xfrm>
                  <a:off x="3131422" y="1801538"/>
                  <a:ext cx="16897" cy="16897"/>
                </a:xfrm>
                <a:custGeom>
                  <a:avLst/>
                  <a:gdLst>
                    <a:gd name="connsiteX0" fmla="*/ 16898 w 16897"/>
                    <a:gd name="connsiteY0" fmla="*/ 8449 h 16897"/>
                    <a:gd name="connsiteX1" fmla="*/ 8449 w 16897"/>
                    <a:gd name="connsiteY1" fmla="*/ 16898 h 16897"/>
                    <a:gd name="connsiteX2" fmla="*/ 0 w 16897"/>
                    <a:gd name="connsiteY2" fmla="*/ 8449 h 16897"/>
                    <a:gd name="connsiteX3" fmla="*/ 8449 w 16897"/>
                    <a:gd name="connsiteY3" fmla="*/ 0 h 16897"/>
                    <a:gd name="connsiteX4" fmla="*/ 16898 w 16897"/>
                    <a:gd name="connsiteY4" fmla="*/ 8449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16898" y="8449"/>
                      </a:moveTo>
                      <a:cubicBezTo>
                        <a:pt x="16898" y="13115"/>
                        <a:pt x="13115" y="16898"/>
                        <a:pt x="8449" y="16898"/>
                      </a:cubicBezTo>
                      <a:cubicBezTo>
                        <a:pt x="3783" y="16898"/>
                        <a:pt x="0" y="13115"/>
                        <a:pt x="0" y="8449"/>
                      </a:cubicBezTo>
                      <a:cubicBezTo>
                        <a:pt x="0" y="3783"/>
                        <a:pt x="3783" y="0"/>
                        <a:pt x="8449" y="0"/>
                      </a:cubicBezTo>
                      <a:cubicBezTo>
                        <a:pt x="13115" y="0"/>
                        <a:pt x="16898" y="3783"/>
                        <a:pt x="16898" y="844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63" name="Freeform: Shape 2962">
                  <a:extLst>
                    <a:ext uri="{FF2B5EF4-FFF2-40B4-BE49-F238E27FC236}">
                      <a16:creationId xmlns:a16="http://schemas.microsoft.com/office/drawing/2014/main" id="{AA561855-AC9B-6766-F74B-694B19ECBE0E}"/>
                    </a:ext>
                  </a:extLst>
                </p:cNvPr>
                <p:cNvSpPr/>
                <p:nvPr/>
              </p:nvSpPr>
              <p:spPr>
                <a:xfrm>
                  <a:off x="3807254" y="1512112"/>
                  <a:ext cx="38570" cy="38570"/>
                </a:xfrm>
                <a:custGeom>
                  <a:avLst/>
                  <a:gdLst>
                    <a:gd name="connsiteX0" fmla="*/ 38570 w 38570"/>
                    <a:gd name="connsiteY0" fmla="*/ 19285 h 38570"/>
                    <a:gd name="connsiteX1" fmla="*/ 19285 w 38570"/>
                    <a:gd name="connsiteY1" fmla="*/ 38571 h 38570"/>
                    <a:gd name="connsiteX2" fmla="*/ 0 w 38570"/>
                    <a:gd name="connsiteY2" fmla="*/ 19285 h 38570"/>
                    <a:gd name="connsiteX3" fmla="*/ 19285 w 38570"/>
                    <a:gd name="connsiteY3" fmla="*/ 0 h 38570"/>
                    <a:gd name="connsiteX4" fmla="*/ 38570 w 38570"/>
                    <a:gd name="connsiteY4" fmla="*/ 19285 h 385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70" h="38570">
                      <a:moveTo>
                        <a:pt x="38570" y="19285"/>
                      </a:moveTo>
                      <a:cubicBezTo>
                        <a:pt x="38570" y="29936"/>
                        <a:pt x="29936" y="38571"/>
                        <a:pt x="19285" y="38571"/>
                      </a:cubicBezTo>
                      <a:cubicBezTo>
                        <a:pt x="8634" y="38571"/>
                        <a:pt x="0" y="29936"/>
                        <a:pt x="0" y="19285"/>
                      </a:cubicBezTo>
                      <a:cubicBezTo>
                        <a:pt x="0" y="8634"/>
                        <a:pt x="8634" y="0"/>
                        <a:pt x="19285" y="0"/>
                      </a:cubicBezTo>
                      <a:cubicBezTo>
                        <a:pt x="29936" y="0"/>
                        <a:pt x="38570" y="8634"/>
                        <a:pt x="38570" y="19285"/>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64" name="Freeform: Shape 2963">
                  <a:extLst>
                    <a:ext uri="{FF2B5EF4-FFF2-40B4-BE49-F238E27FC236}">
                      <a16:creationId xmlns:a16="http://schemas.microsoft.com/office/drawing/2014/main" id="{A439A9FE-2ADF-014B-BAAA-66747803B4B8}"/>
                    </a:ext>
                  </a:extLst>
                </p:cNvPr>
                <p:cNvSpPr/>
                <p:nvPr/>
              </p:nvSpPr>
              <p:spPr>
                <a:xfrm>
                  <a:off x="3728790" y="1992408"/>
                  <a:ext cx="38570" cy="38570"/>
                </a:xfrm>
                <a:custGeom>
                  <a:avLst/>
                  <a:gdLst>
                    <a:gd name="connsiteX0" fmla="*/ 38570 w 38570"/>
                    <a:gd name="connsiteY0" fmla="*/ 19285 h 38570"/>
                    <a:gd name="connsiteX1" fmla="*/ 19285 w 38570"/>
                    <a:gd name="connsiteY1" fmla="*/ 38571 h 38570"/>
                    <a:gd name="connsiteX2" fmla="*/ 0 w 38570"/>
                    <a:gd name="connsiteY2" fmla="*/ 19285 h 38570"/>
                    <a:gd name="connsiteX3" fmla="*/ 19285 w 38570"/>
                    <a:gd name="connsiteY3" fmla="*/ 0 h 38570"/>
                    <a:gd name="connsiteX4" fmla="*/ 38570 w 38570"/>
                    <a:gd name="connsiteY4" fmla="*/ 19285 h 385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70" h="38570">
                      <a:moveTo>
                        <a:pt x="38570" y="19285"/>
                      </a:moveTo>
                      <a:cubicBezTo>
                        <a:pt x="38570" y="29936"/>
                        <a:pt x="29936" y="38571"/>
                        <a:pt x="19285" y="38571"/>
                      </a:cubicBezTo>
                      <a:cubicBezTo>
                        <a:pt x="8634" y="38571"/>
                        <a:pt x="0" y="29936"/>
                        <a:pt x="0" y="19285"/>
                      </a:cubicBezTo>
                      <a:cubicBezTo>
                        <a:pt x="0" y="8634"/>
                        <a:pt x="8634" y="0"/>
                        <a:pt x="19285" y="0"/>
                      </a:cubicBezTo>
                      <a:cubicBezTo>
                        <a:pt x="29936" y="0"/>
                        <a:pt x="38570" y="8634"/>
                        <a:pt x="38570" y="19285"/>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65" name="Freeform: Shape 2964">
                  <a:extLst>
                    <a:ext uri="{FF2B5EF4-FFF2-40B4-BE49-F238E27FC236}">
                      <a16:creationId xmlns:a16="http://schemas.microsoft.com/office/drawing/2014/main" id="{4DE9F074-160F-DB2F-E3B2-6D1DD5708049}"/>
                    </a:ext>
                  </a:extLst>
                </p:cNvPr>
                <p:cNvSpPr/>
                <p:nvPr/>
              </p:nvSpPr>
              <p:spPr>
                <a:xfrm>
                  <a:off x="2315304" y="3048252"/>
                  <a:ext cx="16897" cy="16897"/>
                </a:xfrm>
                <a:custGeom>
                  <a:avLst/>
                  <a:gdLst>
                    <a:gd name="connsiteX0" fmla="*/ 8449 w 16897"/>
                    <a:gd name="connsiteY0" fmla="*/ 0 h 16897"/>
                    <a:gd name="connsiteX1" fmla="*/ 0 w 16897"/>
                    <a:gd name="connsiteY1" fmla="*/ 8449 h 16897"/>
                    <a:gd name="connsiteX2" fmla="*/ 8449 w 16897"/>
                    <a:gd name="connsiteY2" fmla="*/ 16898 h 16897"/>
                    <a:gd name="connsiteX3" fmla="*/ 16898 w 16897"/>
                    <a:gd name="connsiteY3" fmla="*/ 8449 h 16897"/>
                    <a:gd name="connsiteX4" fmla="*/ 8449 w 16897"/>
                    <a:gd name="connsiteY4" fmla="*/ 0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0"/>
                      </a:moveTo>
                      <a:cubicBezTo>
                        <a:pt x="3784" y="0"/>
                        <a:pt x="0" y="3784"/>
                        <a:pt x="0" y="8449"/>
                      </a:cubicBezTo>
                      <a:cubicBezTo>
                        <a:pt x="0" y="13114"/>
                        <a:pt x="3784" y="16898"/>
                        <a:pt x="8449" y="16898"/>
                      </a:cubicBezTo>
                      <a:cubicBezTo>
                        <a:pt x="13114" y="16898"/>
                        <a:pt x="16898" y="13114"/>
                        <a:pt x="16898" y="8449"/>
                      </a:cubicBezTo>
                      <a:cubicBezTo>
                        <a:pt x="16898" y="3784"/>
                        <a:pt x="13114" y="0"/>
                        <a:pt x="844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66" name="Freeform: Shape 2965">
                  <a:extLst>
                    <a:ext uri="{FF2B5EF4-FFF2-40B4-BE49-F238E27FC236}">
                      <a16:creationId xmlns:a16="http://schemas.microsoft.com/office/drawing/2014/main" id="{A8E120AB-D90D-61D7-4D46-E5CF327FE413}"/>
                    </a:ext>
                  </a:extLst>
                </p:cNvPr>
                <p:cNvSpPr/>
                <p:nvPr/>
              </p:nvSpPr>
              <p:spPr>
                <a:xfrm>
                  <a:off x="2295578" y="3084839"/>
                  <a:ext cx="16897" cy="16897"/>
                </a:xfrm>
                <a:custGeom>
                  <a:avLst/>
                  <a:gdLst>
                    <a:gd name="connsiteX0" fmla="*/ 16898 w 16897"/>
                    <a:gd name="connsiteY0" fmla="*/ 8449 h 16897"/>
                    <a:gd name="connsiteX1" fmla="*/ 8449 w 16897"/>
                    <a:gd name="connsiteY1" fmla="*/ 16898 h 16897"/>
                    <a:gd name="connsiteX2" fmla="*/ 0 w 16897"/>
                    <a:gd name="connsiteY2" fmla="*/ 8449 h 16897"/>
                    <a:gd name="connsiteX3" fmla="*/ 8449 w 16897"/>
                    <a:gd name="connsiteY3" fmla="*/ 0 h 16897"/>
                    <a:gd name="connsiteX4" fmla="*/ 16898 w 16897"/>
                    <a:gd name="connsiteY4" fmla="*/ 8449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16898" y="8449"/>
                      </a:moveTo>
                      <a:cubicBezTo>
                        <a:pt x="16898" y="13115"/>
                        <a:pt x="13115" y="16898"/>
                        <a:pt x="8449" y="16898"/>
                      </a:cubicBezTo>
                      <a:cubicBezTo>
                        <a:pt x="3783" y="16898"/>
                        <a:pt x="0" y="13115"/>
                        <a:pt x="0" y="8449"/>
                      </a:cubicBezTo>
                      <a:cubicBezTo>
                        <a:pt x="0" y="3783"/>
                        <a:pt x="3783" y="0"/>
                        <a:pt x="8449" y="0"/>
                      </a:cubicBezTo>
                      <a:cubicBezTo>
                        <a:pt x="13115" y="0"/>
                        <a:pt x="16898" y="3783"/>
                        <a:pt x="16898" y="844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67" name="Freeform: Shape 2966">
                  <a:extLst>
                    <a:ext uri="{FF2B5EF4-FFF2-40B4-BE49-F238E27FC236}">
                      <a16:creationId xmlns:a16="http://schemas.microsoft.com/office/drawing/2014/main" id="{816D76E2-AD29-08C0-DA05-BE6FBA5B8B9B}"/>
                    </a:ext>
                  </a:extLst>
                </p:cNvPr>
                <p:cNvSpPr/>
                <p:nvPr/>
              </p:nvSpPr>
              <p:spPr>
                <a:xfrm>
                  <a:off x="947589" y="3716626"/>
                  <a:ext cx="16897" cy="16897"/>
                </a:xfrm>
                <a:custGeom>
                  <a:avLst/>
                  <a:gdLst>
                    <a:gd name="connsiteX0" fmla="*/ 8449 w 16897"/>
                    <a:gd name="connsiteY0" fmla="*/ 0 h 16897"/>
                    <a:gd name="connsiteX1" fmla="*/ 0 w 16897"/>
                    <a:gd name="connsiteY1" fmla="*/ 8449 h 16897"/>
                    <a:gd name="connsiteX2" fmla="*/ 8449 w 16897"/>
                    <a:gd name="connsiteY2" fmla="*/ 16898 h 16897"/>
                    <a:gd name="connsiteX3" fmla="*/ 16898 w 16897"/>
                    <a:gd name="connsiteY3" fmla="*/ 8449 h 16897"/>
                    <a:gd name="connsiteX4" fmla="*/ 8449 w 16897"/>
                    <a:gd name="connsiteY4" fmla="*/ 0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0"/>
                      </a:moveTo>
                      <a:cubicBezTo>
                        <a:pt x="3784" y="0"/>
                        <a:pt x="0" y="3784"/>
                        <a:pt x="0" y="8449"/>
                      </a:cubicBezTo>
                      <a:cubicBezTo>
                        <a:pt x="0" y="13114"/>
                        <a:pt x="3784" y="16898"/>
                        <a:pt x="8449" y="16898"/>
                      </a:cubicBezTo>
                      <a:cubicBezTo>
                        <a:pt x="13114" y="16898"/>
                        <a:pt x="16898" y="13114"/>
                        <a:pt x="16898" y="8449"/>
                      </a:cubicBezTo>
                      <a:cubicBezTo>
                        <a:pt x="16898" y="3784"/>
                        <a:pt x="13114" y="0"/>
                        <a:pt x="844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68" name="Freeform: Shape 2967">
                  <a:extLst>
                    <a:ext uri="{FF2B5EF4-FFF2-40B4-BE49-F238E27FC236}">
                      <a16:creationId xmlns:a16="http://schemas.microsoft.com/office/drawing/2014/main" id="{F7A9B40D-945C-13EB-8075-86A98EDD2183}"/>
                    </a:ext>
                  </a:extLst>
                </p:cNvPr>
                <p:cNvSpPr/>
                <p:nvPr/>
              </p:nvSpPr>
              <p:spPr>
                <a:xfrm>
                  <a:off x="939140" y="3750385"/>
                  <a:ext cx="16897" cy="16897"/>
                </a:xfrm>
                <a:custGeom>
                  <a:avLst/>
                  <a:gdLst>
                    <a:gd name="connsiteX0" fmla="*/ 8449 w 16897"/>
                    <a:gd name="connsiteY0" fmla="*/ 0 h 16897"/>
                    <a:gd name="connsiteX1" fmla="*/ 0 w 16897"/>
                    <a:gd name="connsiteY1" fmla="*/ 8449 h 16897"/>
                    <a:gd name="connsiteX2" fmla="*/ 8449 w 16897"/>
                    <a:gd name="connsiteY2" fmla="*/ 16898 h 16897"/>
                    <a:gd name="connsiteX3" fmla="*/ 16898 w 16897"/>
                    <a:gd name="connsiteY3" fmla="*/ 8449 h 16897"/>
                    <a:gd name="connsiteX4" fmla="*/ 8449 w 16897"/>
                    <a:gd name="connsiteY4" fmla="*/ 0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0"/>
                      </a:moveTo>
                      <a:cubicBezTo>
                        <a:pt x="3784" y="0"/>
                        <a:pt x="0" y="3784"/>
                        <a:pt x="0" y="8449"/>
                      </a:cubicBezTo>
                      <a:cubicBezTo>
                        <a:pt x="0" y="13114"/>
                        <a:pt x="3784" y="16898"/>
                        <a:pt x="8449" y="16898"/>
                      </a:cubicBezTo>
                      <a:cubicBezTo>
                        <a:pt x="13114" y="16898"/>
                        <a:pt x="16898" y="13114"/>
                        <a:pt x="16898" y="8449"/>
                      </a:cubicBezTo>
                      <a:cubicBezTo>
                        <a:pt x="16898" y="3784"/>
                        <a:pt x="13114" y="0"/>
                        <a:pt x="844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69" name="Freeform: Shape 2968">
                  <a:extLst>
                    <a:ext uri="{FF2B5EF4-FFF2-40B4-BE49-F238E27FC236}">
                      <a16:creationId xmlns:a16="http://schemas.microsoft.com/office/drawing/2014/main" id="{5248D34F-4090-9869-F6B8-56A44E0459BC}"/>
                    </a:ext>
                  </a:extLst>
                </p:cNvPr>
                <p:cNvSpPr/>
                <p:nvPr/>
              </p:nvSpPr>
              <p:spPr>
                <a:xfrm>
                  <a:off x="2678309" y="2952560"/>
                  <a:ext cx="16897" cy="16897"/>
                </a:xfrm>
                <a:custGeom>
                  <a:avLst/>
                  <a:gdLst>
                    <a:gd name="connsiteX0" fmla="*/ 8449 w 16897"/>
                    <a:gd name="connsiteY0" fmla="*/ 0 h 16897"/>
                    <a:gd name="connsiteX1" fmla="*/ 0 w 16897"/>
                    <a:gd name="connsiteY1" fmla="*/ 8449 h 16897"/>
                    <a:gd name="connsiteX2" fmla="*/ 8449 w 16897"/>
                    <a:gd name="connsiteY2" fmla="*/ 16898 h 16897"/>
                    <a:gd name="connsiteX3" fmla="*/ 16898 w 16897"/>
                    <a:gd name="connsiteY3" fmla="*/ 8449 h 16897"/>
                    <a:gd name="connsiteX4" fmla="*/ 8449 w 16897"/>
                    <a:gd name="connsiteY4" fmla="*/ 0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0"/>
                      </a:moveTo>
                      <a:cubicBezTo>
                        <a:pt x="3784" y="0"/>
                        <a:pt x="0" y="3784"/>
                        <a:pt x="0" y="8449"/>
                      </a:cubicBezTo>
                      <a:cubicBezTo>
                        <a:pt x="0" y="13114"/>
                        <a:pt x="3784" y="16898"/>
                        <a:pt x="8449" y="16898"/>
                      </a:cubicBezTo>
                      <a:cubicBezTo>
                        <a:pt x="13114" y="16898"/>
                        <a:pt x="16898" y="13114"/>
                        <a:pt x="16898" y="8449"/>
                      </a:cubicBezTo>
                      <a:cubicBezTo>
                        <a:pt x="16898" y="3784"/>
                        <a:pt x="13114" y="0"/>
                        <a:pt x="844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70" name="Freeform: Shape 2969">
                  <a:extLst>
                    <a:ext uri="{FF2B5EF4-FFF2-40B4-BE49-F238E27FC236}">
                      <a16:creationId xmlns:a16="http://schemas.microsoft.com/office/drawing/2014/main" id="{59CD6CF0-E140-F516-F9DB-F239C1505416}"/>
                    </a:ext>
                  </a:extLst>
                </p:cNvPr>
                <p:cNvSpPr/>
                <p:nvPr/>
              </p:nvSpPr>
              <p:spPr>
                <a:xfrm>
                  <a:off x="2450375" y="2932871"/>
                  <a:ext cx="16897" cy="16897"/>
                </a:xfrm>
                <a:custGeom>
                  <a:avLst/>
                  <a:gdLst>
                    <a:gd name="connsiteX0" fmla="*/ 16898 w 16897"/>
                    <a:gd name="connsiteY0" fmla="*/ 8449 h 16897"/>
                    <a:gd name="connsiteX1" fmla="*/ 8449 w 16897"/>
                    <a:gd name="connsiteY1" fmla="*/ 16898 h 16897"/>
                    <a:gd name="connsiteX2" fmla="*/ 0 w 16897"/>
                    <a:gd name="connsiteY2" fmla="*/ 8449 h 16897"/>
                    <a:gd name="connsiteX3" fmla="*/ 8449 w 16897"/>
                    <a:gd name="connsiteY3" fmla="*/ 0 h 16897"/>
                    <a:gd name="connsiteX4" fmla="*/ 16898 w 16897"/>
                    <a:gd name="connsiteY4" fmla="*/ 8449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16898" y="8449"/>
                      </a:moveTo>
                      <a:cubicBezTo>
                        <a:pt x="16898" y="13115"/>
                        <a:pt x="13115" y="16898"/>
                        <a:pt x="8449" y="16898"/>
                      </a:cubicBezTo>
                      <a:cubicBezTo>
                        <a:pt x="3783" y="16898"/>
                        <a:pt x="0" y="13115"/>
                        <a:pt x="0" y="8449"/>
                      </a:cubicBezTo>
                      <a:cubicBezTo>
                        <a:pt x="0" y="3783"/>
                        <a:pt x="3783" y="0"/>
                        <a:pt x="8449" y="0"/>
                      </a:cubicBezTo>
                      <a:cubicBezTo>
                        <a:pt x="13115" y="0"/>
                        <a:pt x="16898" y="3783"/>
                        <a:pt x="16898" y="844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71" name="Freeform: Shape 2970">
                  <a:extLst>
                    <a:ext uri="{FF2B5EF4-FFF2-40B4-BE49-F238E27FC236}">
                      <a16:creationId xmlns:a16="http://schemas.microsoft.com/office/drawing/2014/main" id="{0AB458A1-16F5-1C91-0317-505D87DDD466}"/>
                    </a:ext>
                  </a:extLst>
                </p:cNvPr>
                <p:cNvSpPr/>
                <p:nvPr/>
              </p:nvSpPr>
              <p:spPr>
                <a:xfrm>
                  <a:off x="2548858" y="2831558"/>
                  <a:ext cx="16897" cy="16897"/>
                </a:xfrm>
                <a:custGeom>
                  <a:avLst/>
                  <a:gdLst>
                    <a:gd name="connsiteX0" fmla="*/ 8449 w 16897"/>
                    <a:gd name="connsiteY0" fmla="*/ 0 h 16897"/>
                    <a:gd name="connsiteX1" fmla="*/ 0 w 16897"/>
                    <a:gd name="connsiteY1" fmla="*/ 8449 h 16897"/>
                    <a:gd name="connsiteX2" fmla="*/ 8449 w 16897"/>
                    <a:gd name="connsiteY2" fmla="*/ 16898 h 16897"/>
                    <a:gd name="connsiteX3" fmla="*/ 16898 w 16897"/>
                    <a:gd name="connsiteY3" fmla="*/ 8449 h 16897"/>
                    <a:gd name="connsiteX4" fmla="*/ 8449 w 16897"/>
                    <a:gd name="connsiteY4" fmla="*/ 0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0"/>
                      </a:moveTo>
                      <a:cubicBezTo>
                        <a:pt x="3784" y="0"/>
                        <a:pt x="0" y="3784"/>
                        <a:pt x="0" y="8449"/>
                      </a:cubicBezTo>
                      <a:cubicBezTo>
                        <a:pt x="0" y="13114"/>
                        <a:pt x="3784" y="16898"/>
                        <a:pt x="8449" y="16898"/>
                      </a:cubicBezTo>
                      <a:cubicBezTo>
                        <a:pt x="13114" y="16898"/>
                        <a:pt x="16898" y="13114"/>
                        <a:pt x="16898" y="8449"/>
                      </a:cubicBezTo>
                      <a:cubicBezTo>
                        <a:pt x="16898" y="3784"/>
                        <a:pt x="13114" y="0"/>
                        <a:pt x="844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72" name="Freeform: Shape 2971">
                  <a:extLst>
                    <a:ext uri="{FF2B5EF4-FFF2-40B4-BE49-F238E27FC236}">
                      <a16:creationId xmlns:a16="http://schemas.microsoft.com/office/drawing/2014/main" id="{83DE6D9B-8171-A8A2-7B92-B36E119AC48A}"/>
                    </a:ext>
                  </a:extLst>
                </p:cNvPr>
                <p:cNvSpPr/>
                <p:nvPr/>
              </p:nvSpPr>
              <p:spPr>
                <a:xfrm>
                  <a:off x="649640" y="3752993"/>
                  <a:ext cx="35264" cy="35264"/>
                </a:xfrm>
                <a:custGeom>
                  <a:avLst/>
                  <a:gdLst>
                    <a:gd name="connsiteX0" fmla="*/ 17632 w 35264"/>
                    <a:gd name="connsiteY0" fmla="*/ 0 h 35264"/>
                    <a:gd name="connsiteX1" fmla="*/ 0 w 35264"/>
                    <a:gd name="connsiteY1" fmla="*/ 17632 h 35264"/>
                    <a:gd name="connsiteX2" fmla="*/ 17632 w 35264"/>
                    <a:gd name="connsiteY2" fmla="*/ 35265 h 35264"/>
                    <a:gd name="connsiteX3" fmla="*/ 35265 w 35264"/>
                    <a:gd name="connsiteY3" fmla="*/ 17632 h 35264"/>
                    <a:gd name="connsiteX4" fmla="*/ 17632 w 35264"/>
                    <a:gd name="connsiteY4" fmla="*/ 0 h 35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264" h="35264">
                      <a:moveTo>
                        <a:pt x="17632" y="0"/>
                      </a:moveTo>
                      <a:cubicBezTo>
                        <a:pt x="7898" y="0"/>
                        <a:pt x="0" y="7898"/>
                        <a:pt x="0" y="17632"/>
                      </a:cubicBezTo>
                      <a:cubicBezTo>
                        <a:pt x="0" y="27367"/>
                        <a:pt x="7898" y="35265"/>
                        <a:pt x="17632" y="35265"/>
                      </a:cubicBezTo>
                      <a:cubicBezTo>
                        <a:pt x="27367" y="35265"/>
                        <a:pt x="35265" y="27367"/>
                        <a:pt x="35265" y="17632"/>
                      </a:cubicBezTo>
                      <a:cubicBezTo>
                        <a:pt x="35265" y="7898"/>
                        <a:pt x="27367" y="0"/>
                        <a:pt x="17632"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73" name="Freeform: Shape 2972">
                  <a:extLst>
                    <a:ext uri="{FF2B5EF4-FFF2-40B4-BE49-F238E27FC236}">
                      <a16:creationId xmlns:a16="http://schemas.microsoft.com/office/drawing/2014/main" id="{D543554C-5B83-AC78-C022-44584E2924F3}"/>
                    </a:ext>
                  </a:extLst>
                </p:cNvPr>
                <p:cNvSpPr/>
                <p:nvPr/>
              </p:nvSpPr>
              <p:spPr>
                <a:xfrm>
                  <a:off x="1200869" y="3104528"/>
                  <a:ext cx="16897" cy="16897"/>
                </a:xfrm>
                <a:custGeom>
                  <a:avLst/>
                  <a:gdLst>
                    <a:gd name="connsiteX0" fmla="*/ 8449 w 16897"/>
                    <a:gd name="connsiteY0" fmla="*/ 0 h 16897"/>
                    <a:gd name="connsiteX1" fmla="*/ 0 w 16897"/>
                    <a:gd name="connsiteY1" fmla="*/ 8449 h 16897"/>
                    <a:gd name="connsiteX2" fmla="*/ 8449 w 16897"/>
                    <a:gd name="connsiteY2" fmla="*/ 16898 h 16897"/>
                    <a:gd name="connsiteX3" fmla="*/ 16898 w 16897"/>
                    <a:gd name="connsiteY3" fmla="*/ 8449 h 16897"/>
                    <a:gd name="connsiteX4" fmla="*/ 8449 w 16897"/>
                    <a:gd name="connsiteY4" fmla="*/ 0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0"/>
                      </a:moveTo>
                      <a:cubicBezTo>
                        <a:pt x="3784" y="0"/>
                        <a:pt x="0" y="3784"/>
                        <a:pt x="0" y="8449"/>
                      </a:cubicBezTo>
                      <a:cubicBezTo>
                        <a:pt x="0" y="13114"/>
                        <a:pt x="3784" y="16898"/>
                        <a:pt x="8449" y="16898"/>
                      </a:cubicBezTo>
                      <a:cubicBezTo>
                        <a:pt x="13114" y="16898"/>
                        <a:pt x="16898" y="13114"/>
                        <a:pt x="16898" y="8449"/>
                      </a:cubicBezTo>
                      <a:cubicBezTo>
                        <a:pt x="16898" y="3784"/>
                        <a:pt x="13114" y="0"/>
                        <a:pt x="844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74" name="Freeform: Shape 2973">
                  <a:extLst>
                    <a:ext uri="{FF2B5EF4-FFF2-40B4-BE49-F238E27FC236}">
                      <a16:creationId xmlns:a16="http://schemas.microsoft.com/office/drawing/2014/main" id="{0118A802-3F66-E62A-F629-521DD5F36D86}"/>
                    </a:ext>
                  </a:extLst>
                </p:cNvPr>
                <p:cNvSpPr/>
                <p:nvPr/>
              </p:nvSpPr>
              <p:spPr>
                <a:xfrm>
                  <a:off x="2188645" y="3915026"/>
                  <a:ext cx="16897" cy="16897"/>
                </a:xfrm>
                <a:custGeom>
                  <a:avLst/>
                  <a:gdLst>
                    <a:gd name="connsiteX0" fmla="*/ 8449 w 16897"/>
                    <a:gd name="connsiteY0" fmla="*/ 0 h 16897"/>
                    <a:gd name="connsiteX1" fmla="*/ 0 w 16897"/>
                    <a:gd name="connsiteY1" fmla="*/ 8449 h 16897"/>
                    <a:gd name="connsiteX2" fmla="*/ 8449 w 16897"/>
                    <a:gd name="connsiteY2" fmla="*/ 16898 h 16897"/>
                    <a:gd name="connsiteX3" fmla="*/ 16898 w 16897"/>
                    <a:gd name="connsiteY3" fmla="*/ 8449 h 16897"/>
                    <a:gd name="connsiteX4" fmla="*/ 8449 w 16897"/>
                    <a:gd name="connsiteY4" fmla="*/ 0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0"/>
                      </a:moveTo>
                      <a:cubicBezTo>
                        <a:pt x="3784" y="0"/>
                        <a:pt x="0" y="3784"/>
                        <a:pt x="0" y="8449"/>
                      </a:cubicBezTo>
                      <a:cubicBezTo>
                        <a:pt x="0" y="13114"/>
                        <a:pt x="3784" y="16898"/>
                        <a:pt x="8449" y="16898"/>
                      </a:cubicBezTo>
                      <a:cubicBezTo>
                        <a:pt x="13114" y="16898"/>
                        <a:pt x="16898" y="13114"/>
                        <a:pt x="16898" y="8449"/>
                      </a:cubicBezTo>
                      <a:cubicBezTo>
                        <a:pt x="16898" y="3784"/>
                        <a:pt x="13114" y="0"/>
                        <a:pt x="844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75" name="Freeform: Shape 2974">
                  <a:extLst>
                    <a:ext uri="{FF2B5EF4-FFF2-40B4-BE49-F238E27FC236}">
                      <a16:creationId xmlns:a16="http://schemas.microsoft.com/office/drawing/2014/main" id="{6EFB3802-8A9D-8E8D-3695-74951948E723}"/>
                    </a:ext>
                  </a:extLst>
                </p:cNvPr>
                <p:cNvSpPr/>
                <p:nvPr/>
              </p:nvSpPr>
              <p:spPr>
                <a:xfrm>
                  <a:off x="2512308" y="2828730"/>
                  <a:ext cx="16897" cy="16897"/>
                </a:xfrm>
                <a:custGeom>
                  <a:avLst/>
                  <a:gdLst>
                    <a:gd name="connsiteX0" fmla="*/ 8449 w 16897"/>
                    <a:gd name="connsiteY0" fmla="*/ 0 h 16897"/>
                    <a:gd name="connsiteX1" fmla="*/ 0 w 16897"/>
                    <a:gd name="connsiteY1" fmla="*/ 8449 h 16897"/>
                    <a:gd name="connsiteX2" fmla="*/ 8449 w 16897"/>
                    <a:gd name="connsiteY2" fmla="*/ 16898 h 16897"/>
                    <a:gd name="connsiteX3" fmla="*/ 16898 w 16897"/>
                    <a:gd name="connsiteY3" fmla="*/ 8449 h 16897"/>
                    <a:gd name="connsiteX4" fmla="*/ 8449 w 16897"/>
                    <a:gd name="connsiteY4" fmla="*/ 0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0"/>
                      </a:moveTo>
                      <a:cubicBezTo>
                        <a:pt x="3784" y="0"/>
                        <a:pt x="0" y="3783"/>
                        <a:pt x="0" y="8449"/>
                      </a:cubicBezTo>
                      <a:cubicBezTo>
                        <a:pt x="0" y="13114"/>
                        <a:pt x="3784" y="16898"/>
                        <a:pt x="8449" y="16898"/>
                      </a:cubicBezTo>
                      <a:cubicBezTo>
                        <a:pt x="13114" y="16898"/>
                        <a:pt x="16898" y="13114"/>
                        <a:pt x="16898" y="8449"/>
                      </a:cubicBezTo>
                      <a:cubicBezTo>
                        <a:pt x="16898" y="3783"/>
                        <a:pt x="13114" y="0"/>
                        <a:pt x="844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76" name="Freeform: Shape 2975">
                  <a:extLst>
                    <a:ext uri="{FF2B5EF4-FFF2-40B4-BE49-F238E27FC236}">
                      <a16:creationId xmlns:a16="http://schemas.microsoft.com/office/drawing/2014/main" id="{09F50EEE-8C29-8938-E065-7596D0701CB6}"/>
                    </a:ext>
                  </a:extLst>
                </p:cNvPr>
                <p:cNvSpPr/>
                <p:nvPr/>
              </p:nvSpPr>
              <p:spPr>
                <a:xfrm>
                  <a:off x="2374409" y="2527622"/>
                  <a:ext cx="16897" cy="16897"/>
                </a:xfrm>
                <a:custGeom>
                  <a:avLst/>
                  <a:gdLst>
                    <a:gd name="connsiteX0" fmla="*/ 8449 w 16897"/>
                    <a:gd name="connsiteY0" fmla="*/ 0 h 16897"/>
                    <a:gd name="connsiteX1" fmla="*/ 0 w 16897"/>
                    <a:gd name="connsiteY1" fmla="*/ 8449 h 16897"/>
                    <a:gd name="connsiteX2" fmla="*/ 8449 w 16897"/>
                    <a:gd name="connsiteY2" fmla="*/ 16898 h 16897"/>
                    <a:gd name="connsiteX3" fmla="*/ 16898 w 16897"/>
                    <a:gd name="connsiteY3" fmla="*/ 8449 h 16897"/>
                    <a:gd name="connsiteX4" fmla="*/ 8449 w 16897"/>
                    <a:gd name="connsiteY4" fmla="*/ 0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0"/>
                      </a:moveTo>
                      <a:cubicBezTo>
                        <a:pt x="3783" y="0"/>
                        <a:pt x="0" y="3784"/>
                        <a:pt x="0" y="8449"/>
                      </a:cubicBezTo>
                      <a:cubicBezTo>
                        <a:pt x="0" y="13114"/>
                        <a:pt x="3783" y="16898"/>
                        <a:pt x="8449" y="16898"/>
                      </a:cubicBezTo>
                      <a:cubicBezTo>
                        <a:pt x="13114" y="16898"/>
                        <a:pt x="16898" y="13114"/>
                        <a:pt x="16898" y="8449"/>
                      </a:cubicBezTo>
                      <a:cubicBezTo>
                        <a:pt x="16898" y="3784"/>
                        <a:pt x="13114" y="0"/>
                        <a:pt x="844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77" name="Freeform: Shape 2976">
                  <a:extLst>
                    <a:ext uri="{FF2B5EF4-FFF2-40B4-BE49-F238E27FC236}">
                      <a16:creationId xmlns:a16="http://schemas.microsoft.com/office/drawing/2014/main" id="{D38C79E6-C6EF-B793-DD51-2D3E65BEDCB5}"/>
                    </a:ext>
                  </a:extLst>
                </p:cNvPr>
                <p:cNvSpPr/>
                <p:nvPr/>
              </p:nvSpPr>
              <p:spPr>
                <a:xfrm>
                  <a:off x="2346234" y="3132630"/>
                  <a:ext cx="28211" cy="28211"/>
                </a:xfrm>
                <a:custGeom>
                  <a:avLst/>
                  <a:gdLst>
                    <a:gd name="connsiteX0" fmla="*/ 28212 w 28211"/>
                    <a:gd name="connsiteY0" fmla="*/ 14106 h 28211"/>
                    <a:gd name="connsiteX1" fmla="*/ 14106 w 28211"/>
                    <a:gd name="connsiteY1" fmla="*/ 28212 h 28211"/>
                    <a:gd name="connsiteX2" fmla="*/ 0 w 28211"/>
                    <a:gd name="connsiteY2" fmla="*/ 14106 h 28211"/>
                    <a:gd name="connsiteX3" fmla="*/ 14106 w 28211"/>
                    <a:gd name="connsiteY3" fmla="*/ 0 h 28211"/>
                    <a:gd name="connsiteX4" fmla="*/ 28212 w 28211"/>
                    <a:gd name="connsiteY4" fmla="*/ 14106 h 28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11" h="28211">
                      <a:moveTo>
                        <a:pt x="28212" y="14106"/>
                      </a:moveTo>
                      <a:cubicBezTo>
                        <a:pt x="28212" y="21896"/>
                        <a:pt x="21896" y="28212"/>
                        <a:pt x="14106" y="28212"/>
                      </a:cubicBezTo>
                      <a:cubicBezTo>
                        <a:pt x="6315" y="28212"/>
                        <a:pt x="0" y="21896"/>
                        <a:pt x="0" y="14106"/>
                      </a:cubicBezTo>
                      <a:cubicBezTo>
                        <a:pt x="0" y="6315"/>
                        <a:pt x="6315" y="0"/>
                        <a:pt x="14106" y="0"/>
                      </a:cubicBezTo>
                      <a:cubicBezTo>
                        <a:pt x="21896" y="0"/>
                        <a:pt x="28212" y="6315"/>
                        <a:pt x="28212" y="14106"/>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78" name="Freeform: Shape 2977">
                  <a:extLst>
                    <a:ext uri="{FF2B5EF4-FFF2-40B4-BE49-F238E27FC236}">
                      <a16:creationId xmlns:a16="http://schemas.microsoft.com/office/drawing/2014/main" id="{2C988ABE-C7B5-C849-21BB-CBFD79CEECF4}"/>
                    </a:ext>
                  </a:extLst>
                </p:cNvPr>
                <p:cNvSpPr/>
                <p:nvPr/>
              </p:nvSpPr>
              <p:spPr>
                <a:xfrm>
                  <a:off x="2816208" y="2893455"/>
                  <a:ext cx="16897" cy="16897"/>
                </a:xfrm>
                <a:custGeom>
                  <a:avLst/>
                  <a:gdLst>
                    <a:gd name="connsiteX0" fmla="*/ 8449 w 16897"/>
                    <a:gd name="connsiteY0" fmla="*/ 0 h 16897"/>
                    <a:gd name="connsiteX1" fmla="*/ 0 w 16897"/>
                    <a:gd name="connsiteY1" fmla="*/ 8449 h 16897"/>
                    <a:gd name="connsiteX2" fmla="*/ 8449 w 16897"/>
                    <a:gd name="connsiteY2" fmla="*/ 16898 h 16897"/>
                    <a:gd name="connsiteX3" fmla="*/ 16898 w 16897"/>
                    <a:gd name="connsiteY3" fmla="*/ 8449 h 16897"/>
                    <a:gd name="connsiteX4" fmla="*/ 8449 w 16897"/>
                    <a:gd name="connsiteY4" fmla="*/ 0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0"/>
                      </a:moveTo>
                      <a:cubicBezTo>
                        <a:pt x="3783" y="0"/>
                        <a:pt x="0" y="3783"/>
                        <a:pt x="0" y="8449"/>
                      </a:cubicBezTo>
                      <a:cubicBezTo>
                        <a:pt x="0" y="13114"/>
                        <a:pt x="3783" y="16898"/>
                        <a:pt x="8449" y="16898"/>
                      </a:cubicBezTo>
                      <a:cubicBezTo>
                        <a:pt x="13114" y="16898"/>
                        <a:pt x="16898" y="13114"/>
                        <a:pt x="16898" y="8449"/>
                      </a:cubicBezTo>
                      <a:cubicBezTo>
                        <a:pt x="16898" y="3783"/>
                        <a:pt x="13114" y="0"/>
                        <a:pt x="844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79" name="Freeform: Shape 2978">
                  <a:extLst>
                    <a:ext uri="{FF2B5EF4-FFF2-40B4-BE49-F238E27FC236}">
                      <a16:creationId xmlns:a16="http://schemas.microsoft.com/office/drawing/2014/main" id="{17E07563-330D-2425-3EBE-2A371FCF9F86}"/>
                    </a:ext>
                  </a:extLst>
                </p:cNvPr>
                <p:cNvSpPr/>
                <p:nvPr/>
              </p:nvSpPr>
              <p:spPr>
                <a:xfrm>
                  <a:off x="3607017" y="3547760"/>
                  <a:ext cx="16897" cy="16897"/>
                </a:xfrm>
                <a:custGeom>
                  <a:avLst/>
                  <a:gdLst>
                    <a:gd name="connsiteX0" fmla="*/ 16898 w 16897"/>
                    <a:gd name="connsiteY0" fmla="*/ 8449 h 16897"/>
                    <a:gd name="connsiteX1" fmla="*/ 8449 w 16897"/>
                    <a:gd name="connsiteY1" fmla="*/ 16898 h 16897"/>
                    <a:gd name="connsiteX2" fmla="*/ 0 w 16897"/>
                    <a:gd name="connsiteY2" fmla="*/ 8449 h 16897"/>
                    <a:gd name="connsiteX3" fmla="*/ 8449 w 16897"/>
                    <a:gd name="connsiteY3" fmla="*/ 0 h 16897"/>
                    <a:gd name="connsiteX4" fmla="*/ 16898 w 16897"/>
                    <a:gd name="connsiteY4" fmla="*/ 8449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16898" y="8449"/>
                      </a:moveTo>
                      <a:cubicBezTo>
                        <a:pt x="16898" y="13115"/>
                        <a:pt x="13115" y="16898"/>
                        <a:pt x="8449" y="16898"/>
                      </a:cubicBezTo>
                      <a:cubicBezTo>
                        <a:pt x="3783" y="16898"/>
                        <a:pt x="0" y="13115"/>
                        <a:pt x="0" y="8449"/>
                      </a:cubicBezTo>
                      <a:cubicBezTo>
                        <a:pt x="0" y="3783"/>
                        <a:pt x="3783" y="0"/>
                        <a:pt x="8449" y="0"/>
                      </a:cubicBezTo>
                      <a:cubicBezTo>
                        <a:pt x="13115" y="0"/>
                        <a:pt x="16898" y="3783"/>
                        <a:pt x="16898" y="844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80" name="Freeform: Shape 2979">
                  <a:extLst>
                    <a:ext uri="{FF2B5EF4-FFF2-40B4-BE49-F238E27FC236}">
                      <a16:creationId xmlns:a16="http://schemas.microsoft.com/office/drawing/2014/main" id="{D1728432-5724-53B5-BF38-3C406F258F01}"/>
                    </a:ext>
                  </a:extLst>
                </p:cNvPr>
                <p:cNvSpPr/>
                <p:nvPr/>
              </p:nvSpPr>
              <p:spPr>
                <a:xfrm>
                  <a:off x="3499276" y="4309255"/>
                  <a:ext cx="47313" cy="47313"/>
                </a:xfrm>
                <a:custGeom>
                  <a:avLst/>
                  <a:gdLst>
                    <a:gd name="connsiteX0" fmla="*/ 47313 w 47313"/>
                    <a:gd name="connsiteY0" fmla="*/ 23656 h 47313"/>
                    <a:gd name="connsiteX1" fmla="*/ 23657 w 47313"/>
                    <a:gd name="connsiteY1" fmla="*/ 47313 h 47313"/>
                    <a:gd name="connsiteX2" fmla="*/ 0 w 47313"/>
                    <a:gd name="connsiteY2" fmla="*/ 23656 h 47313"/>
                    <a:gd name="connsiteX3" fmla="*/ 23657 w 47313"/>
                    <a:gd name="connsiteY3" fmla="*/ 0 h 47313"/>
                    <a:gd name="connsiteX4" fmla="*/ 47313 w 47313"/>
                    <a:gd name="connsiteY4" fmla="*/ 23656 h 47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13" h="47313">
                      <a:moveTo>
                        <a:pt x="47313" y="23656"/>
                      </a:moveTo>
                      <a:cubicBezTo>
                        <a:pt x="47313" y="36722"/>
                        <a:pt x="36722" y="47313"/>
                        <a:pt x="23657" y="47313"/>
                      </a:cubicBezTo>
                      <a:cubicBezTo>
                        <a:pt x="10591" y="47313"/>
                        <a:pt x="0" y="36721"/>
                        <a:pt x="0" y="23656"/>
                      </a:cubicBezTo>
                      <a:cubicBezTo>
                        <a:pt x="0" y="10591"/>
                        <a:pt x="10591" y="0"/>
                        <a:pt x="23657" y="0"/>
                      </a:cubicBezTo>
                      <a:cubicBezTo>
                        <a:pt x="36722" y="0"/>
                        <a:pt x="47313" y="10592"/>
                        <a:pt x="47313" y="23656"/>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81" name="Freeform: Shape 2980">
                  <a:extLst>
                    <a:ext uri="{FF2B5EF4-FFF2-40B4-BE49-F238E27FC236}">
                      <a16:creationId xmlns:a16="http://schemas.microsoft.com/office/drawing/2014/main" id="{3B8CA5C8-8935-E8E2-F1F6-70503C105733}"/>
                    </a:ext>
                  </a:extLst>
                </p:cNvPr>
                <p:cNvSpPr/>
                <p:nvPr/>
              </p:nvSpPr>
              <p:spPr>
                <a:xfrm>
                  <a:off x="3197544" y="4155634"/>
                  <a:ext cx="16897" cy="16897"/>
                </a:xfrm>
                <a:custGeom>
                  <a:avLst/>
                  <a:gdLst>
                    <a:gd name="connsiteX0" fmla="*/ 8449 w 16897"/>
                    <a:gd name="connsiteY0" fmla="*/ 0 h 16897"/>
                    <a:gd name="connsiteX1" fmla="*/ 0 w 16897"/>
                    <a:gd name="connsiteY1" fmla="*/ 8449 h 16897"/>
                    <a:gd name="connsiteX2" fmla="*/ 8449 w 16897"/>
                    <a:gd name="connsiteY2" fmla="*/ 16898 h 16897"/>
                    <a:gd name="connsiteX3" fmla="*/ 16898 w 16897"/>
                    <a:gd name="connsiteY3" fmla="*/ 8449 h 16897"/>
                    <a:gd name="connsiteX4" fmla="*/ 8449 w 16897"/>
                    <a:gd name="connsiteY4" fmla="*/ 0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0"/>
                      </a:moveTo>
                      <a:cubicBezTo>
                        <a:pt x="3783" y="0"/>
                        <a:pt x="0" y="3783"/>
                        <a:pt x="0" y="8449"/>
                      </a:cubicBezTo>
                      <a:cubicBezTo>
                        <a:pt x="0" y="13114"/>
                        <a:pt x="3783" y="16898"/>
                        <a:pt x="8449" y="16898"/>
                      </a:cubicBezTo>
                      <a:cubicBezTo>
                        <a:pt x="13114" y="16898"/>
                        <a:pt x="16898" y="13114"/>
                        <a:pt x="16898" y="8449"/>
                      </a:cubicBezTo>
                      <a:cubicBezTo>
                        <a:pt x="16898" y="3783"/>
                        <a:pt x="13114" y="0"/>
                        <a:pt x="844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82" name="Freeform: Shape 2981">
                  <a:extLst>
                    <a:ext uri="{FF2B5EF4-FFF2-40B4-BE49-F238E27FC236}">
                      <a16:creationId xmlns:a16="http://schemas.microsoft.com/office/drawing/2014/main" id="{E6D0FB6A-5569-18DC-87BC-3AFBB57705AC}"/>
                    </a:ext>
                  </a:extLst>
                </p:cNvPr>
                <p:cNvSpPr/>
                <p:nvPr/>
              </p:nvSpPr>
              <p:spPr>
                <a:xfrm>
                  <a:off x="5189993" y="3400016"/>
                  <a:ext cx="16897" cy="16897"/>
                </a:xfrm>
                <a:custGeom>
                  <a:avLst/>
                  <a:gdLst>
                    <a:gd name="connsiteX0" fmla="*/ 8449 w 16897"/>
                    <a:gd name="connsiteY0" fmla="*/ 0 h 16897"/>
                    <a:gd name="connsiteX1" fmla="*/ 0 w 16897"/>
                    <a:gd name="connsiteY1" fmla="*/ 8449 h 16897"/>
                    <a:gd name="connsiteX2" fmla="*/ 8449 w 16897"/>
                    <a:gd name="connsiteY2" fmla="*/ 16898 h 16897"/>
                    <a:gd name="connsiteX3" fmla="*/ 16898 w 16897"/>
                    <a:gd name="connsiteY3" fmla="*/ 8449 h 16897"/>
                    <a:gd name="connsiteX4" fmla="*/ 8449 w 16897"/>
                    <a:gd name="connsiteY4" fmla="*/ 0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0"/>
                      </a:moveTo>
                      <a:cubicBezTo>
                        <a:pt x="3784" y="0"/>
                        <a:pt x="0" y="3784"/>
                        <a:pt x="0" y="8449"/>
                      </a:cubicBezTo>
                      <a:cubicBezTo>
                        <a:pt x="0" y="13114"/>
                        <a:pt x="3784" y="16898"/>
                        <a:pt x="8449" y="16898"/>
                      </a:cubicBezTo>
                      <a:cubicBezTo>
                        <a:pt x="13114" y="16898"/>
                        <a:pt x="16898" y="13114"/>
                        <a:pt x="16898" y="8449"/>
                      </a:cubicBezTo>
                      <a:cubicBezTo>
                        <a:pt x="16898" y="3784"/>
                        <a:pt x="13114" y="0"/>
                        <a:pt x="844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83" name="Freeform: Shape 2982">
                  <a:extLst>
                    <a:ext uri="{FF2B5EF4-FFF2-40B4-BE49-F238E27FC236}">
                      <a16:creationId xmlns:a16="http://schemas.microsoft.com/office/drawing/2014/main" id="{C7F34403-9DA5-B804-1D2B-9C7A0EFB549E}"/>
                    </a:ext>
                  </a:extLst>
                </p:cNvPr>
                <p:cNvSpPr/>
                <p:nvPr/>
              </p:nvSpPr>
              <p:spPr>
                <a:xfrm rot="-553201">
                  <a:off x="3550536" y="4453341"/>
                  <a:ext cx="62668" cy="62668"/>
                </a:xfrm>
                <a:custGeom>
                  <a:avLst/>
                  <a:gdLst>
                    <a:gd name="connsiteX0" fmla="*/ 62668 w 62668"/>
                    <a:gd name="connsiteY0" fmla="*/ 31334 h 62668"/>
                    <a:gd name="connsiteX1" fmla="*/ 31334 w 62668"/>
                    <a:gd name="connsiteY1" fmla="*/ 62668 h 62668"/>
                    <a:gd name="connsiteX2" fmla="*/ 0 w 62668"/>
                    <a:gd name="connsiteY2" fmla="*/ 31334 h 62668"/>
                    <a:gd name="connsiteX3" fmla="*/ 31334 w 62668"/>
                    <a:gd name="connsiteY3" fmla="*/ 0 h 62668"/>
                    <a:gd name="connsiteX4" fmla="*/ 62668 w 62668"/>
                    <a:gd name="connsiteY4" fmla="*/ 31334 h 626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668" h="62668">
                      <a:moveTo>
                        <a:pt x="62668" y="31334"/>
                      </a:moveTo>
                      <a:cubicBezTo>
                        <a:pt x="62668" y="48639"/>
                        <a:pt x="48639" y="62668"/>
                        <a:pt x="31334" y="62668"/>
                      </a:cubicBezTo>
                      <a:cubicBezTo>
                        <a:pt x="14029" y="62668"/>
                        <a:pt x="0" y="48639"/>
                        <a:pt x="0" y="31334"/>
                      </a:cubicBezTo>
                      <a:cubicBezTo>
                        <a:pt x="0" y="14029"/>
                        <a:pt x="14029" y="0"/>
                        <a:pt x="31334" y="0"/>
                      </a:cubicBezTo>
                      <a:cubicBezTo>
                        <a:pt x="48639" y="0"/>
                        <a:pt x="62668" y="14028"/>
                        <a:pt x="62668" y="31334"/>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84" name="Freeform: Shape 2983">
                  <a:extLst>
                    <a:ext uri="{FF2B5EF4-FFF2-40B4-BE49-F238E27FC236}">
                      <a16:creationId xmlns:a16="http://schemas.microsoft.com/office/drawing/2014/main" id="{9276A3B8-98B4-206E-D391-0E273849A4EB}"/>
                    </a:ext>
                  </a:extLst>
                </p:cNvPr>
                <p:cNvSpPr/>
                <p:nvPr/>
              </p:nvSpPr>
              <p:spPr>
                <a:xfrm>
                  <a:off x="4138888" y="4256946"/>
                  <a:ext cx="16897" cy="16897"/>
                </a:xfrm>
                <a:custGeom>
                  <a:avLst/>
                  <a:gdLst>
                    <a:gd name="connsiteX0" fmla="*/ 16897 w 16897"/>
                    <a:gd name="connsiteY0" fmla="*/ 8449 h 16897"/>
                    <a:gd name="connsiteX1" fmla="*/ 8448 w 16897"/>
                    <a:gd name="connsiteY1" fmla="*/ 16898 h 16897"/>
                    <a:gd name="connsiteX2" fmla="*/ -1 w 16897"/>
                    <a:gd name="connsiteY2" fmla="*/ 8449 h 16897"/>
                    <a:gd name="connsiteX3" fmla="*/ 8448 w 16897"/>
                    <a:gd name="connsiteY3" fmla="*/ 0 h 16897"/>
                    <a:gd name="connsiteX4" fmla="*/ 16897 w 16897"/>
                    <a:gd name="connsiteY4" fmla="*/ 8449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16897" y="8449"/>
                      </a:moveTo>
                      <a:cubicBezTo>
                        <a:pt x="16897" y="13115"/>
                        <a:pt x="13115" y="16898"/>
                        <a:pt x="8448" y="16898"/>
                      </a:cubicBezTo>
                      <a:cubicBezTo>
                        <a:pt x="3782" y="16898"/>
                        <a:pt x="-1" y="13115"/>
                        <a:pt x="-1" y="8449"/>
                      </a:cubicBezTo>
                      <a:cubicBezTo>
                        <a:pt x="-1" y="3782"/>
                        <a:pt x="3782" y="0"/>
                        <a:pt x="8448" y="0"/>
                      </a:cubicBezTo>
                      <a:cubicBezTo>
                        <a:pt x="13115" y="0"/>
                        <a:pt x="16897" y="3782"/>
                        <a:pt x="16897" y="844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85" name="Freeform: Shape 2984">
                  <a:extLst>
                    <a:ext uri="{FF2B5EF4-FFF2-40B4-BE49-F238E27FC236}">
                      <a16:creationId xmlns:a16="http://schemas.microsoft.com/office/drawing/2014/main" id="{D251BA7F-2350-3994-CCD0-2CD632C44EF0}"/>
                    </a:ext>
                  </a:extLst>
                </p:cNvPr>
                <p:cNvSpPr/>
                <p:nvPr/>
              </p:nvSpPr>
              <p:spPr>
                <a:xfrm>
                  <a:off x="4599017" y="4328688"/>
                  <a:ext cx="16897" cy="16897"/>
                </a:xfrm>
                <a:custGeom>
                  <a:avLst/>
                  <a:gdLst>
                    <a:gd name="connsiteX0" fmla="*/ 8449 w 16897"/>
                    <a:gd name="connsiteY0" fmla="*/ 0 h 16897"/>
                    <a:gd name="connsiteX1" fmla="*/ 0 w 16897"/>
                    <a:gd name="connsiteY1" fmla="*/ 8449 h 16897"/>
                    <a:gd name="connsiteX2" fmla="*/ 8449 w 16897"/>
                    <a:gd name="connsiteY2" fmla="*/ 16898 h 16897"/>
                    <a:gd name="connsiteX3" fmla="*/ 16898 w 16897"/>
                    <a:gd name="connsiteY3" fmla="*/ 8449 h 16897"/>
                    <a:gd name="connsiteX4" fmla="*/ 8449 w 16897"/>
                    <a:gd name="connsiteY4" fmla="*/ 0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0"/>
                      </a:moveTo>
                      <a:cubicBezTo>
                        <a:pt x="3784" y="0"/>
                        <a:pt x="0" y="3783"/>
                        <a:pt x="0" y="8449"/>
                      </a:cubicBezTo>
                      <a:cubicBezTo>
                        <a:pt x="0" y="13114"/>
                        <a:pt x="3784" y="16898"/>
                        <a:pt x="8449" y="16898"/>
                      </a:cubicBezTo>
                      <a:cubicBezTo>
                        <a:pt x="13114" y="16898"/>
                        <a:pt x="16898" y="13114"/>
                        <a:pt x="16898" y="8449"/>
                      </a:cubicBezTo>
                      <a:cubicBezTo>
                        <a:pt x="16898" y="3783"/>
                        <a:pt x="13114" y="0"/>
                        <a:pt x="844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86" name="Freeform: Shape 2985">
                  <a:extLst>
                    <a:ext uri="{FF2B5EF4-FFF2-40B4-BE49-F238E27FC236}">
                      <a16:creationId xmlns:a16="http://schemas.microsoft.com/office/drawing/2014/main" id="{572F65B8-AABA-2189-223F-FF0FA48E80B5}"/>
                    </a:ext>
                  </a:extLst>
                </p:cNvPr>
                <p:cNvSpPr/>
                <p:nvPr/>
              </p:nvSpPr>
              <p:spPr>
                <a:xfrm>
                  <a:off x="4122027" y="4438449"/>
                  <a:ext cx="16897" cy="16897"/>
                </a:xfrm>
                <a:custGeom>
                  <a:avLst/>
                  <a:gdLst>
                    <a:gd name="connsiteX0" fmla="*/ 8449 w 16897"/>
                    <a:gd name="connsiteY0" fmla="*/ 0 h 16897"/>
                    <a:gd name="connsiteX1" fmla="*/ 0 w 16897"/>
                    <a:gd name="connsiteY1" fmla="*/ 8449 h 16897"/>
                    <a:gd name="connsiteX2" fmla="*/ 8449 w 16897"/>
                    <a:gd name="connsiteY2" fmla="*/ 16898 h 16897"/>
                    <a:gd name="connsiteX3" fmla="*/ 16898 w 16897"/>
                    <a:gd name="connsiteY3" fmla="*/ 8449 h 16897"/>
                    <a:gd name="connsiteX4" fmla="*/ 8449 w 16897"/>
                    <a:gd name="connsiteY4" fmla="*/ 0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0"/>
                      </a:moveTo>
                      <a:cubicBezTo>
                        <a:pt x="3784" y="0"/>
                        <a:pt x="0" y="3783"/>
                        <a:pt x="0" y="8449"/>
                      </a:cubicBezTo>
                      <a:cubicBezTo>
                        <a:pt x="0" y="13114"/>
                        <a:pt x="3784" y="16898"/>
                        <a:pt x="8449" y="16898"/>
                      </a:cubicBezTo>
                      <a:cubicBezTo>
                        <a:pt x="13114" y="16898"/>
                        <a:pt x="16898" y="13114"/>
                        <a:pt x="16898" y="8449"/>
                      </a:cubicBezTo>
                      <a:cubicBezTo>
                        <a:pt x="16898" y="3783"/>
                        <a:pt x="13114" y="0"/>
                        <a:pt x="844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87" name="Freeform: Shape 2986">
                  <a:extLst>
                    <a:ext uri="{FF2B5EF4-FFF2-40B4-BE49-F238E27FC236}">
                      <a16:creationId xmlns:a16="http://schemas.microsoft.com/office/drawing/2014/main" id="{CF3B5441-FF30-6856-49F7-9F054CE5D262}"/>
                    </a:ext>
                  </a:extLst>
                </p:cNvPr>
                <p:cNvSpPr/>
                <p:nvPr/>
              </p:nvSpPr>
              <p:spPr>
                <a:xfrm>
                  <a:off x="3813866" y="3653297"/>
                  <a:ext cx="16897" cy="16897"/>
                </a:xfrm>
                <a:custGeom>
                  <a:avLst/>
                  <a:gdLst>
                    <a:gd name="connsiteX0" fmla="*/ 8449 w 16897"/>
                    <a:gd name="connsiteY0" fmla="*/ 0 h 16897"/>
                    <a:gd name="connsiteX1" fmla="*/ 0 w 16897"/>
                    <a:gd name="connsiteY1" fmla="*/ 8449 h 16897"/>
                    <a:gd name="connsiteX2" fmla="*/ 8449 w 16897"/>
                    <a:gd name="connsiteY2" fmla="*/ 16898 h 16897"/>
                    <a:gd name="connsiteX3" fmla="*/ 16898 w 16897"/>
                    <a:gd name="connsiteY3" fmla="*/ 8449 h 16897"/>
                    <a:gd name="connsiteX4" fmla="*/ 8449 w 16897"/>
                    <a:gd name="connsiteY4" fmla="*/ 0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0"/>
                      </a:moveTo>
                      <a:cubicBezTo>
                        <a:pt x="3784" y="0"/>
                        <a:pt x="0" y="3784"/>
                        <a:pt x="0" y="8449"/>
                      </a:cubicBezTo>
                      <a:cubicBezTo>
                        <a:pt x="0" y="13114"/>
                        <a:pt x="3784" y="16898"/>
                        <a:pt x="8449" y="16898"/>
                      </a:cubicBezTo>
                      <a:cubicBezTo>
                        <a:pt x="13114" y="16898"/>
                        <a:pt x="16898" y="13114"/>
                        <a:pt x="16898" y="8449"/>
                      </a:cubicBezTo>
                      <a:cubicBezTo>
                        <a:pt x="16898" y="3784"/>
                        <a:pt x="13114" y="0"/>
                        <a:pt x="844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88" name="Freeform: Shape 2987">
                  <a:extLst>
                    <a:ext uri="{FF2B5EF4-FFF2-40B4-BE49-F238E27FC236}">
                      <a16:creationId xmlns:a16="http://schemas.microsoft.com/office/drawing/2014/main" id="{2AA66F81-212C-D307-E0D7-7D39353E2773}"/>
                    </a:ext>
                  </a:extLst>
                </p:cNvPr>
                <p:cNvSpPr/>
                <p:nvPr/>
              </p:nvSpPr>
              <p:spPr>
                <a:xfrm>
                  <a:off x="3830727" y="3615314"/>
                  <a:ext cx="16897" cy="16897"/>
                </a:xfrm>
                <a:custGeom>
                  <a:avLst/>
                  <a:gdLst>
                    <a:gd name="connsiteX0" fmla="*/ 16898 w 16897"/>
                    <a:gd name="connsiteY0" fmla="*/ 8449 h 16897"/>
                    <a:gd name="connsiteX1" fmla="*/ 8449 w 16897"/>
                    <a:gd name="connsiteY1" fmla="*/ 16898 h 16897"/>
                    <a:gd name="connsiteX2" fmla="*/ 0 w 16897"/>
                    <a:gd name="connsiteY2" fmla="*/ 8449 h 16897"/>
                    <a:gd name="connsiteX3" fmla="*/ 8449 w 16897"/>
                    <a:gd name="connsiteY3" fmla="*/ 0 h 16897"/>
                    <a:gd name="connsiteX4" fmla="*/ 16898 w 16897"/>
                    <a:gd name="connsiteY4" fmla="*/ 8449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16898" y="8449"/>
                      </a:moveTo>
                      <a:cubicBezTo>
                        <a:pt x="16898" y="13115"/>
                        <a:pt x="13115" y="16898"/>
                        <a:pt x="8449" y="16898"/>
                      </a:cubicBezTo>
                      <a:cubicBezTo>
                        <a:pt x="3783" y="16898"/>
                        <a:pt x="0" y="13115"/>
                        <a:pt x="0" y="8449"/>
                      </a:cubicBezTo>
                      <a:cubicBezTo>
                        <a:pt x="0" y="3783"/>
                        <a:pt x="3783" y="0"/>
                        <a:pt x="8449" y="0"/>
                      </a:cubicBezTo>
                      <a:cubicBezTo>
                        <a:pt x="13115" y="0"/>
                        <a:pt x="16898" y="3783"/>
                        <a:pt x="16898" y="844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89" name="Freeform: Shape 2988">
                  <a:extLst>
                    <a:ext uri="{FF2B5EF4-FFF2-40B4-BE49-F238E27FC236}">
                      <a16:creationId xmlns:a16="http://schemas.microsoft.com/office/drawing/2014/main" id="{61E01814-FCD6-035D-9A28-9B42AB684144}"/>
                    </a:ext>
                  </a:extLst>
                </p:cNvPr>
                <p:cNvSpPr/>
                <p:nvPr/>
              </p:nvSpPr>
              <p:spPr>
                <a:xfrm>
                  <a:off x="3628102" y="3476019"/>
                  <a:ext cx="16897" cy="16897"/>
                </a:xfrm>
                <a:custGeom>
                  <a:avLst/>
                  <a:gdLst>
                    <a:gd name="connsiteX0" fmla="*/ 8449 w 16897"/>
                    <a:gd name="connsiteY0" fmla="*/ 0 h 16897"/>
                    <a:gd name="connsiteX1" fmla="*/ 0 w 16897"/>
                    <a:gd name="connsiteY1" fmla="*/ 8449 h 16897"/>
                    <a:gd name="connsiteX2" fmla="*/ 8449 w 16897"/>
                    <a:gd name="connsiteY2" fmla="*/ 16898 h 16897"/>
                    <a:gd name="connsiteX3" fmla="*/ 16898 w 16897"/>
                    <a:gd name="connsiteY3" fmla="*/ 8449 h 16897"/>
                    <a:gd name="connsiteX4" fmla="*/ 8449 w 16897"/>
                    <a:gd name="connsiteY4" fmla="*/ 0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0"/>
                      </a:moveTo>
                      <a:cubicBezTo>
                        <a:pt x="3784" y="0"/>
                        <a:pt x="0" y="3784"/>
                        <a:pt x="0" y="8449"/>
                      </a:cubicBezTo>
                      <a:cubicBezTo>
                        <a:pt x="0" y="13114"/>
                        <a:pt x="3784" y="16898"/>
                        <a:pt x="8449" y="16898"/>
                      </a:cubicBezTo>
                      <a:cubicBezTo>
                        <a:pt x="13114" y="16898"/>
                        <a:pt x="16898" y="13114"/>
                        <a:pt x="16898" y="8449"/>
                      </a:cubicBezTo>
                      <a:cubicBezTo>
                        <a:pt x="16898" y="3784"/>
                        <a:pt x="13114" y="0"/>
                        <a:pt x="844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90" name="Freeform: Shape 2989">
                  <a:extLst>
                    <a:ext uri="{FF2B5EF4-FFF2-40B4-BE49-F238E27FC236}">
                      <a16:creationId xmlns:a16="http://schemas.microsoft.com/office/drawing/2014/main" id="{7A038E1C-44AD-8362-B230-5C19035E8111}"/>
                    </a:ext>
                  </a:extLst>
                </p:cNvPr>
                <p:cNvSpPr/>
                <p:nvPr/>
              </p:nvSpPr>
              <p:spPr>
                <a:xfrm>
                  <a:off x="5025352" y="4113427"/>
                  <a:ext cx="16897" cy="16897"/>
                </a:xfrm>
                <a:custGeom>
                  <a:avLst/>
                  <a:gdLst>
                    <a:gd name="connsiteX0" fmla="*/ 8449 w 16897"/>
                    <a:gd name="connsiteY0" fmla="*/ 0 h 16897"/>
                    <a:gd name="connsiteX1" fmla="*/ 0 w 16897"/>
                    <a:gd name="connsiteY1" fmla="*/ 8449 h 16897"/>
                    <a:gd name="connsiteX2" fmla="*/ 8449 w 16897"/>
                    <a:gd name="connsiteY2" fmla="*/ 16898 h 16897"/>
                    <a:gd name="connsiteX3" fmla="*/ 16898 w 16897"/>
                    <a:gd name="connsiteY3" fmla="*/ 8449 h 16897"/>
                    <a:gd name="connsiteX4" fmla="*/ 8449 w 16897"/>
                    <a:gd name="connsiteY4" fmla="*/ 0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0"/>
                      </a:moveTo>
                      <a:cubicBezTo>
                        <a:pt x="3783" y="0"/>
                        <a:pt x="0" y="3783"/>
                        <a:pt x="0" y="8449"/>
                      </a:cubicBezTo>
                      <a:cubicBezTo>
                        <a:pt x="0" y="13114"/>
                        <a:pt x="3783" y="16898"/>
                        <a:pt x="8449" y="16898"/>
                      </a:cubicBezTo>
                      <a:cubicBezTo>
                        <a:pt x="13114" y="16898"/>
                        <a:pt x="16898" y="13114"/>
                        <a:pt x="16898" y="8449"/>
                      </a:cubicBezTo>
                      <a:cubicBezTo>
                        <a:pt x="16898" y="3783"/>
                        <a:pt x="13114" y="0"/>
                        <a:pt x="844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91" name="Freeform: Shape 2990">
                  <a:extLst>
                    <a:ext uri="{FF2B5EF4-FFF2-40B4-BE49-F238E27FC236}">
                      <a16:creationId xmlns:a16="http://schemas.microsoft.com/office/drawing/2014/main" id="{CE4F0DD5-E7FB-7BCF-2B6A-BED5D166CDB8}"/>
                    </a:ext>
                  </a:extLst>
                </p:cNvPr>
                <p:cNvSpPr/>
                <p:nvPr/>
              </p:nvSpPr>
              <p:spPr>
                <a:xfrm>
                  <a:off x="7096926" y="4729271"/>
                  <a:ext cx="31664" cy="31664"/>
                </a:xfrm>
                <a:custGeom>
                  <a:avLst/>
                  <a:gdLst>
                    <a:gd name="connsiteX0" fmla="*/ 15833 w 31664"/>
                    <a:gd name="connsiteY0" fmla="*/ 0 h 31664"/>
                    <a:gd name="connsiteX1" fmla="*/ 0 w 31664"/>
                    <a:gd name="connsiteY1" fmla="*/ 15833 h 31664"/>
                    <a:gd name="connsiteX2" fmla="*/ 15833 w 31664"/>
                    <a:gd name="connsiteY2" fmla="*/ 31665 h 31664"/>
                    <a:gd name="connsiteX3" fmla="*/ 31665 w 31664"/>
                    <a:gd name="connsiteY3" fmla="*/ 15833 h 31664"/>
                    <a:gd name="connsiteX4" fmla="*/ 15833 w 31664"/>
                    <a:gd name="connsiteY4" fmla="*/ 0 h 31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64" h="31664">
                      <a:moveTo>
                        <a:pt x="15833" y="0"/>
                      </a:moveTo>
                      <a:cubicBezTo>
                        <a:pt x="7090" y="0"/>
                        <a:pt x="0" y="7090"/>
                        <a:pt x="0" y="15833"/>
                      </a:cubicBezTo>
                      <a:cubicBezTo>
                        <a:pt x="0" y="24575"/>
                        <a:pt x="7090" y="31665"/>
                        <a:pt x="15833" y="31665"/>
                      </a:cubicBezTo>
                      <a:cubicBezTo>
                        <a:pt x="24575" y="31665"/>
                        <a:pt x="31665" y="24575"/>
                        <a:pt x="31665" y="15833"/>
                      </a:cubicBezTo>
                      <a:cubicBezTo>
                        <a:pt x="31665" y="7090"/>
                        <a:pt x="24575" y="0"/>
                        <a:pt x="15833"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92" name="Freeform: Shape 2991">
                  <a:extLst>
                    <a:ext uri="{FF2B5EF4-FFF2-40B4-BE49-F238E27FC236}">
                      <a16:creationId xmlns:a16="http://schemas.microsoft.com/office/drawing/2014/main" id="{C0119A01-064D-B312-29EB-AA3224D45927}"/>
                    </a:ext>
                  </a:extLst>
                </p:cNvPr>
                <p:cNvSpPr/>
                <p:nvPr/>
              </p:nvSpPr>
              <p:spPr>
                <a:xfrm>
                  <a:off x="5734537" y="3428155"/>
                  <a:ext cx="16897" cy="16897"/>
                </a:xfrm>
                <a:custGeom>
                  <a:avLst/>
                  <a:gdLst>
                    <a:gd name="connsiteX0" fmla="*/ 8449 w 16897"/>
                    <a:gd name="connsiteY0" fmla="*/ 0 h 16897"/>
                    <a:gd name="connsiteX1" fmla="*/ 0 w 16897"/>
                    <a:gd name="connsiteY1" fmla="*/ 8449 h 16897"/>
                    <a:gd name="connsiteX2" fmla="*/ 8449 w 16897"/>
                    <a:gd name="connsiteY2" fmla="*/ 16898 h 16897"/>
                    <a:gd name="connsiteX3" fmla="*/ 16898 w 16897"/>
                    <a:gd name="connsiteY3" fmla="*/ 8449 h 16897"/>
                    <a:gd name="connsiteX4" fmla="*/ 8449 w 16897"/>
                    <a:gd name="connsiteY4" fmla="*/ 0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0"/>
                      </a:moveTo>
                      <a:cubicBezTo>
                        <a:pt x="3784" y="0"/>
                        <a:pt x="0" y="3783"/>
                        <a:pt x="0" y="8449"/>
                      </a:cubicBezTo>
                      <a:cubicBezTo>
                        <a:pt x="0" y="13114"/>
                        <a:pt x="3784" y="16898"/>
                        <a:pt x="8449" y="16898"/>
                      </a:cubicBezTo>
                      <a:cubicBezTo>
                        <a:pt x="13114" y="16898"/>
                        <a:pt x="16898" y="13114"/>
                        <a:pt x="16898" y="8449"/>
                      </a:cubicBezTo>
                      <a:cubicBezTo>
                        <a:pt x="16898" y="3783"/>
                        <a:pt x="13114" y="0"/>
                        <a:pt x="844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93" name="Freeform: Shape 2992">
                  <a:extLst>
                    <a:ext uri="{FF2B5EF4-FFF2-40B4-BE49-F238E27FC236}">
                      <a16:creationId xmlns:a16="http://schemas.microsoft.com/office/drawing/2014/main" id="{CF2464F8-00DE-0345-0B62-69D89148B6C3}"/>
                    </a:ext>
                  </a:extLst>
                </p:cNvPr>
                <p:cNvSpPr/>
                <p:nvPr/>
              </p:nvSpPr>
              <p:spPr>
                <a:xfrm>
                  <a:off x="5843637" y="3317732"/>
                  <a:ext cx="29460" cy="29460"/>
                </a:xfrm>
                <a:custGeom>
                  <a:avLst/>
                  <a:gdLst>
                    <a:gd name="connsiteX0" fmla="*/ 14730 w 29460"/>
                    <a:gd name="connsiteY0" fmla="*/ 0 h 29460"/>
                    <a:gd name="connsiteX1" fmla="*/ 0 w 29460"/>
                    <a:gd name="connsiteY1" fmla="*/ 14730 h 29460"/>
                    <a:gd name="connsiteX2" fmla="*/ 14730 w 29460"/>
                    <a:gd name="connsiteY2" fmla="*/ 29460 h 29460"/>
                    <a:gd name="connsiteX3" fmla="*/ 29460 w 29460"/>
                    <a:gd name="connsiteY3" fmla="*/ 14730 h 29460"/>
                    <a:gd name="connsiteX4" fmla="*/ 14730 w 29460"/>
                    <a:gd name="connsiteY4" fmla="*/ 0 h 2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60" h="29460">
                      <a:moveTo>
                        <a:pt x="14730" y="0"/>
                      </a:moveTo>
                      <a:cubicBezTo>
                        <a:pt x="6612" y="0"/>
                        <a:pt x="0" y="6612"/>
                        <a:pt x="0" y="14730"/>
                      </a:cubicBezTo>
                      <a:cubicBezTo>
                        <a:pt x="0" y="22848"/>
                        <a:pt x="6612" y="29460"/>
                        <a:pt x="14730" y="29460"/>
                      </a:cubicBezTo>
                      <a:cubicBezTo>
                        <a:pt x="22848" y="29460"/>
                        <a:pt x="29460" y="22848"/>
                        <a:pt x="29460" y="14730"/>
                      </a:cubicBezTo>
                      <a:cubicBezTo>
                        <a:pt x="29460" y="6612"/>
                        <a:pt x="22848" y="0"/>
                        <a:pt x="14730"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94" name="Freeform: Shape 2993">
                  <a:extLst>
                    <a:ext uri="{FF2B5EF4-FFF2-40B4-BE49-F238E27FC236}">
                      <a16:creationId xmlns:a16="http://schemas.microsoft.com/office/drawing/2014/main" id="{35545D5A-D87E-F730-6DD9-81D49652852D}"/>
                    </a:ext>
                  </a:extLst>
                </p:cNvPr>
                <p:cNvSpPr/>
                <p:nvPr/>
              </p:nvSpPr>
              <p:spPr>
                <a:xfrm>
                  <a:off x="6026866" y="3517859"/>
                  <a:ext cx="40113" cy="40113"/>
                </a:xfrm>
                <a:custGeom>
                  <a:avLst/>
                  <a:gdLst>
                    <a:gd name="connsiteX0" fmla="*/ 20057 w 40113"/>
                    <a:gd name="connsiteY0" fmla="*/ 0 h 40113"/>
                    <a:gd name="connsiteX1" fmla="*/ 0 w 40113"/>
                    <a:gd name="connsiteY1" fmla="*/ 20057 h 40113"/>
                    <a:gd name="connsiteX2" fmla="*/ 20057 w 40113"/>
                    <a:gd name="connsiteY2" fmla="*/ 40113 h 40113"/>
                    <a:gd name="connsiteX3" fmla="*/ 40113 w 40113"/>
                    <a:gd name="connsiteY3" fmla="*/ 20057 h 40113"/>
                    <a:gd name="connsiteX4" fmla="*/ 20057 w 40113"/>
                    <a:gd name="connsiteY4" fmla="*/ 0 h 40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13" h="40113">
                      <a:moveTo>
                        <a:pt x="20057" y="0"/>
                      </a:moveTo>
                      <a:cubicBezTo>
                        <a:pt x="8963" y="0"/>
                        <a:pt x="0" y="9000"/>
                        <a:pt x="0" y="20057"/>
                      </a:cubicBezTo>
                      <a:cubicBezTo>
                        <a:pt x="0" y="31114"/>
                        <a:pt x="9000" y="40113"/>
                        <a:pt x="20057" y="40113"/>
                      </a:cubicBezTo>
                      <a:cubicBezTo>
                        <a:pt x="31114" y="40113"/>
                        <a:pt x="40113" y="31114"/>
                        <a:pt x="40113" y="20057"/>
                      </a:cubicBezTo>
                      <a:cubicBezTo>
                        <a:pt x="40113" y="9000"/>
                        <a:pt x="31114" y="0"/>
                        <a:pt x="20057"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95" name="Freeform: Shape 2994">
                  <a:extLst>
                    <a:ext uri="{FF2B5EF4-FFF2-40B4-BE49-F238E27FC236}">
                      <a16:creationId xmlns:a16="http://schemas.microsoft.com/office/drawing/2014/main" id="{A7B39721-9936-22E8-5860-561BABFC4C39}"/>
                    </a:ext>
                  </a:extLst>
                </p:cNvPr>
                <p:cNvSpPr/>
                <p:nvPr/>
              </p:nvSpPr>
              <p:spPr>
                <a:xfrm rot="-796800">
                  <a:off x="5813711" y="4970945"/>
                  <a:ext cx="142454" cy="142454"/>
                </a:xfrm>
                <a:custGeom>
                  <a:avLst/>
                  <a:gdLst>
                    <a:gd name="connsiteX0" fmla="*/ 142454 w 142454"/>
                    <a:gd name="connsiteY0" fmla="*/ 71227 h 142454"/>
                    <a:gd name="connsiteX1" fmla="*/ 71227 w 142454"/>
                    <a:gd name="connsiteY1" fmla="*/ 142454 h 142454"/>
                    <a:gd name="connsiteX2" fmla="*/ 0 w 142454"/>
                    <a:gd name="connsiteY2" fmla="*/ 71227 h 142454"/>
                    <a:gd name="connsiteX3" fmla="*/ 71227 w 142454"/>
                    <a:gd name="connsiteY3" fmla="*/ 0 h 142454"/>
                    <a:gd name="connsiteX4" fmla="*/ 142454 w 142454"/>
                    <a:gd name="connsiteY4" fmla="*/ 71227 h 1424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54" h="142454">
                      <a:moveTo>
                        <a:pt x="142454" y="71227"/>
                      </a:moveTo>
                      <a:cubicBezTo>
                        <a:pt x="142454" y="110565"/>
                        <a:pt x="110565" y="142454"/>
                        <a:pt x="71227" y="142454"/>
                      </a:cubicBezTo>
                      <a:cubicBezTo>
                        <a:pt x="31889" y="142454"/>
                        <a:pt x="0" y="110565"/>
                        <a:pt x="0" y="71227"/>
                      </a:cubicBezTo>
                      <a:cubicBezTo>
                        <a:pt x="0" y="31889"/>
                        <a:pt x="31889" y="0"/>
                        <a:pt x="71227" y="0"/>
                      </a:cubicBezTo>
                      <a:cubicBezTo>
                        <a:pt x="110565" y="0"/>
                        <a:pt x="142454" y="31889"/>
                        <a:pt x="142454" y="71227"/>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96" name="Freeform: Shape 2995">
                  <a:extLst>
                    <a:ext uri="{FF2B5EF4-FFF2-40B4-BE49-F238E27FC236}">
                      <a16:creationId xmlns:a16="http://schemas.microsoft.com/office/drawing/2014/main" id="{44CAFDFB-C90C-826C-79E9-51DBEEEB488B}"/>
                    </a:ext>
                  </a:extLst>
                </p:cNvPr>
                <p:cNvSpPr/>
                <p:nvPr/>
              </p:nvSpPr>
              <p:spPr>
                <a:xfrm>
                  <a:off x="4869196" y="4159858"/>
                  <a:ext cx="16897" cy="16897"/>
                </a:xfrm>
                <a:custGeom>
                  <a:avLst/>
                  <a:gdLst>
                    <a:gd name="connsiteX0" fmla="*/ 16898 w 16897"/>
                    <a:gd name="connsiteY0" fmla="*/ 8449 h 16897"/>
                    <a:gd name="connsiteX1" fmla="*/ 8449 w 16897"/>
                    <a:gd name="connsiteY1" fmla="*/ 16898 h 16897"/>
                    <a:gd name="connsiteX2" fmla="*/ 0 w 16897"/>
                    <a:gd name="connsiteY2" fmla="*/ 8449 h 16897"/>
                    <a:gd name="connsiteX3" fmla="*/ 8449 w 16897"/>
                    <a:gd name="connsiteY3" fmla="*/ 0 h 16897"/>
                    <a:gd name="connsiteX4" fmla="*/ 16898 w 16897"/>
                    <a:gd name="connsiteY4" fmla="*/ 8449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16898" y="8449"/>
                      </a:moveTo>
                      <a:cubicBezTo>
                        <a:pt x="16898" y="13115"/>
                        <a:pt x="13115" y="16898"/>
                        <a:pt x="8449" y="16898"/>
                      </a:cubicBezTo>
                      <a:cubicBezTo>
                        <a:pt x="3782" y="16898"/>
                        <a:pt x="0" y="13115"/>
                        <a:pt x="0" y="8449"/>
                      </a:cubicBezTo>
                      <a:cubicBezTo>
                        <a:pt x="0" y="3783"/>
                        <a:pt x="3782" y="0"/>
                        <a:pt x="8449" y="0"/>
                      </a:cubicBezTo>
                      <a:cubicBezTo>
                        <a:pt x="13115" y="0"/>
                        <a:pt x="16898" y="3783"/>
                        <a:pt x="16898" y="844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97" name="Freeform: Shape 2996">
                  <a:extLst>
                    <a:ext uri="{FF2B5EF4-FFF2-40B4-BE49-F238E27FC236}">
                      <a16:creationId xmlns:a16="http://schemas.microsoft.com/office/drawing/2014/main" id="{19156718-2626-D137-0C76-C0A955A04BDE}"/>
                    </a:ext>
                  </a:extLst>
                </p:cNvPr>
                <p:cNvSpPr/>
                <p:nvPr/>
              </p:nvSpPr>
              <p:spPr>
                <a:xfrm>
                  <a:off x="5655008" y="3869476"/>
                  <a:ext cx="60978" cy="60978"/>
                </a:xfrm>
                <a:custGeom>
                  <a:avLst/>
                  <a:gdLst>
                    <a:gd name="connsiteX0" fmla="*/ 60979 w 60978"/>
                    <a:gd name="connsiteY0" fmla="*/ 30489 h 60978"/>
                    <a:gd name="connsiteX1" fmla="*/ 30489 w 60978"/>
                    <a:gd name="connsiteY1" fmla="*/ 60978 h 60978"/>
                    <a:gd name="connsiteX2" fmla="*/ 0 w 60978"/>
                    <a:gd name="connsiteY2" fmla="*/ 30489 h 60978"/>
                    <a:gd name="connsiteX3" fmla="*/ 30489 w 60978"/>
                    <a:gd name="connsiteY3" fmla="*/ 0 h 60978"/>
                    <a:gd name="connsiteX4" fmla="*/ 60979 w 60978"/>
                    <a:gd name="connsiteY4" fmla="*/ 30489 h 60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78" h="60978">
                      <a:moveTo>
                        <a:pt x="60979" y="30489"/>
                      </a:moveTo>
                      <a:cubicBezTo>
                        <a:pt x="60979" y="47328"/>
                        <a:pt x="47328" y="60978"/>
                        <a:pt x="30489" y="60978"/>
                      </a:cubicBezTo>
                      <a:cubicBezTo>
                        <a:pt x="13650" y="60978"/>
                        <a:pt x="0" y="47328"/>
                        <a:pt x="0" y="30489"/>
                      </a:cubicBezTo>
                      <a:cubicBezTo>
                        <a:pt x="0" y="13650"/>
                        <a:pt x="13650" y="0"/>
                        <a:pt x="30489" y="0"/>
                      </a:cubicBezTo>
                      <a:cubicBezTo>
                        <a:pt x="47328" y="0"/>
                        <a:pt x="60979" y="13651"/>
                        <a:pt x="60979" y="3048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98" name="Freeform: Shape 2997">
                  <a:extLst>
                    <a:ext uri="{FF2B5EF4-FFF2-40B4-BE49-F238E27FC236}">
                      <a16:creationId xmlns:a16="http://schemas.microsoft.com/office/drawing/2014/main" id="{6E1D5564-F0F1-A345-326F-5C51BBFEB87A}"/>
                    </a:ext>
                  </a:extLst>
                </p:cNvPr>
                <p:cNvSpPr/>
                <p:nvPr/>
              </p:nvSpPr>
              <p:spPr>
                <a:xfrm rot="-4050002">
                  <a:off x="6577574" y="4360940"/>
                  <a:ext cx="60978" cy="60978"/>
                </a:xfrm>
                <a:custGeom>
                  <a:avLst/>
                  <a:gdLst>
                    <a:gd name="connsiteX0" fmla="*/ 60978 w 60978"/>
                    <a:gd name="connsiteY0" fmla="*/ 30489 h 60978"/>
                    <a:gd name="connsiteX1" fmla="*/ 30489 w 60978"/>
                    <a:gd name="connsiteY1" fmla="*/ 60979 h 60978"/>
                    <a:gd name="connsiteX2" fmla="*/ -1 w 60978"/>
                    <a:gd name="connsiteY2" fmla="*/ 30489 h 60978"/>
                    <a:gd name="connsiteX3" fmla="*/ 30489 w 60978"/>
                    <a:gd name="connsiteY3" fmla="*/ 0 h 60978"/>
                    <a:gd name="connsiteX4" fmla="*/ 60978 w 60978"/>
                    <a:gd name="connsiteY4" fmla="*/ 30489 h 60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78" h="60978">
                      <a:moveTo>
                        <a:pt x="60978" y="30489"/>
                      </a:moveTo>
                      <a:cubicBezTo>
                        <a:pt x="60978" y="47328"/>
                        <a:pt x="47328" y="60979"/>
                        <a:pt x="30489" y="60979"/>
                      </a:cubicBezTo>
                      <a:cubicBezTo>
                        <a:pt x="13650" y="60979"/>
                        <a:pt x="-1" y="47328"/>
                        <a:pt x="-1" y="30489"/>
                      </a:cubicBezTo>
                      <a:cubicBezTo>
                        <a:pt x="-1" y="13650"/>
                        <a:pt x="13650" y="0"/>
                        <a:pt x="30489" y="0"/>
                      </a:cubicBezTo>
                      <a:cubicBezTo>
                        <a:pt x="47328" y="0"/>
                        <a:pt x="60978" y="13650"/>
                        <a:pt x="60978" y="3048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99" name="Freeform: Shape 2998">
                  <a:extLst>
                    <a:ext uri="{FF2B5EF4-FFF2-40B4-BE49-F238E27FC236}">
                      <a16:creationId xmlns:a16="http://schemas.microsoft.com/office/drawing/2014/main" id="{E4B1C18F-C1AC-ADE9-55DB-9F54CB609435}"/>
                    </a:ext>
                  </a:extLst>
                </p:cNvPr>
                <p:cNvSpPr/>
                <p:nvPr/>
              </p:nvSpPr>
              <p:spPr>
                <a:xfrm>
                  <a:off x="5932827" y="3223987"/>
                  <a:ext cx="48121" cy="48121"/>
                </a:xfrm>
                <a:custGeom>
                  <a:avLst/>
                  <a:gdLst>
                    <a:gd name="connsiteX0" fmla="*/ 24061 w 48121"/>
                    <a:gd name="connsiteY0" fmla="*/ 0 h 48121"/>
                    <a:gd name="connsiteX1" fmla="*/ 0 w 48121"/>
                    <a:gd name="connsiteY1" fmla="*/ 24061 h 48121"/>
                    <a:gd name="connsiteX2" fmla="*/ 24061 w 48121"/>
                    <a:gd name="connsiteY2" fmla="*/ 48121 h 48121"/>
                    <a:gd name="connsiteX3" fmla="*/ 48122 w 48121"/>
                    <a:gd name="connsiteY3" fmla="*/ 24061 h 48121"/>
                    <a:gd name="connsiteX4" fmla="*/ 24061 w 48121"/>
                    <a:gd name="connsiteY4" fmla="*/ 0 h 481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1" h="48121">
                      <a:moveTo>
                        <a:pt x="24061" y="0"/>
                      </a:moveTo>
                      <a:cubicBezTo>
                        <a:pt x="10763" y="0"/>
                        <a:pt x="0" y="10763"/>
                        <a:pt x="0" y="24061"/>
                      </a:cubicBezTo>
                      <a:cubicBezTo>
                        <a:pt x="0" y="37358"/>
                        <a:pt x="10726" y="48121"/>
                        <a:pt x="24061" y="48121"/>
                      </a:cubicBezTo>
                      <a:cubicBezTo>
                        <a:pt x="37395" y="48121"/>
                        <a:pt x="48122" y="37358"/>
                        <a:pt x="48122" y="24061"/>
                      </a:cubicBezTo>
                      <a:cubicBezTo>
                        <a:pt x="48122" y="10763"/>
                        <a:pt x="37322" y="0"/>
                        <a:pt x="24061"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00" name="Freeform: Shape 2999">
                  <a:extLst>
                    <a:ext uri="{FF2B5EF4-FFF2-40B4-BE49-F238E27FC236}">
                      <a16:creationId xmlns:a16="http://schemas.microsoft.com/office/drawing/2014/main" id="{4F394246-62DC-B6AE-9AF1-B66E9345CB37}"/>
                    </a:ext>
                  </a:extLst>
                </p:cNvPr>
                <p:cNvSpPr/>
                <p:nvPr/>
              </p:nvSpPr>
              <p:spPr>
                <a:xfrm rot="-2700000">
                  <a:off x="6319480" y="4440855"/>
                  <a:ext cx="71190" cy="71190"/>
                </a:xfrm>
                <a:custGeom>
                  <a:avLst/>
                  <a:gdLst>
                    <a:gd name="connsiteX0" fmla="*/ 71190 w 71190"/>
                    <a:gd name="connsiteY0" fmla="*/ 35595 h 71190"/>
                    <a:gd name="connsiteX1" fmla="*/ 35595 w 71190"/>
                    <a:gd name="connsiteY1" fmla="*/ 71190 h 71190"/>
                    <a:gd name="connsiteX2" fmla="*/ 0 w 71190"/>
                    <a:gd name="connsiteY2" fmla="*/ 35595 h 71190"/>
                    <a:gd name="connsiteX3" fmla="*/ 35595 w 71190"/>
                    <a:gd name="connsiteY3" fmla="*/ 0 h 71190"/>
                    <a:gd name="connsiteX4" fmla="*/ 71190 w 71190"/>
                    <a:gd name="connsiteY4" fmla="*/ 35595 h 71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90" h="71190">
                      <a:moveTo>
                        <a:pt x="71190" y="35595"/>
                      </a:moveTo>
                      <a:cubicBezTo>
                        <a:pt x="71190" y="55254"/>
                        <a:pt x="55254" y="71190"/>
                        <a:pt x="35595" y="71190"/>
                      </a:cubicBezTo>
                      <a:cubicBezTo>
                        <a:pt x="15936" y="71190"/>
                        <a:pt x="0" y="55254"/>
                        <a:pt x="0" y="35595"/>
                      </a:cubicBezTo>
                      <a:cubicBezTo>
                        <a:pt x="0" y="15936"/>
                        <a:pt x="15937" y="0"/>
                        <a:pt x="35595" y="0"/>
                      </a:cubicBezTo>
                      <a:cubicBezTo>
                        <a:pt x="55254" y="0"/>
                        <a:pt x="71190" y="15937"/>
                        <a:pt x="71190" y="35595"/>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01" name="Freeform: Shape 3000">
                  <a:extLst>
                    <a:ext uri="{FF2B5EF4-FFF2-40B4-BE49-F238E27FC236}">
                      <a16:creationId xmlns:a16="http://schemas.microsoft.com/office/drawing/2014/main" id="{03913D89-FAA8-C485-77C2-EA40124E3C75}"/>
                    </a:ext>
                  </a:extLst>
                </p:cNvPr>
                <p:cNvSpPr/>
                <p:nvPr/>
              </p:nvSpPr>
              <p:spPr>
                <a:xfrm rot="-4050002">
                  <a:off x="7375679" y="3794180"/>
                  <a:ext cx="71190" cy="71190"/>
                </a:xfrm>
                <a:custGeom>
                  <a:avLst/>
                  <a:gdLst>
                    <a:gd name="connsiteX0" fmla="*/ 71190 w 71190"/>
                    <a:gd name="connsiteY0" fmla="*/ 35595 h 71190"/>
                    <a:gd name="connsiteX1" fmla="*/ 35595 w 71190"/>
                    <a:gd name="connsiteY1" fmla="*/ 71190 h 71190"/>
                    <a:gd name="connsiteX2" fmla="*/ 0 w 71190"/>
                    <a:gd name="connsiteY2" fmla="*/ 35595 h 71190"/>
                    <a:gd name="connsiteX3" fmla="*/ 35595 w 71190"/>
                    <a:gd name="connsiteY3" fmla="*/ 0 h 71190"/>
                    <a:gd name="connsiteX4" fmla="*/ 71190 w 71190"/>
                    <a:gd name="connsiteY4" fmla="*/ 35595 h 71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90" h="71190">
                      <a:moveTo>
                        <a:pt x="71190" y="35595"/>
                      </a:moveTo>
                      <a:cubicBezTo>
                        <a:pt x="71190" y="55254"/>
                        <a:pt x="55254" y="71190"/>
                        <a:pt x="35595" y="71190"/>
                      </a:cubicBezTo>
                      <a:cubicBezTo>
                        <a:pt x="15937" y="71190"/>
                        <a:pt x="0" y="55254"/>
                        <a:pt x="0" y="35595"/>
                      </a:cubicBezTo>
                      <a:cubicBezTo>
                        <a:pt x="0" y="15936"/>
                        <a:pt x="15937" y="0"/>
                        <a:pt x="35595" y="0"/>
                      </a:cubicBezTo>
                      <a:cubicBezTo>
                        <a:pt x="55254" y="0"/>
                        <a:pt x="71190" y="15936"/>
                        <a:pt x="71190" y="35595"/>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02" name="Freeform: Shape 3001">
                  <a:extLst>
                    <a:ext uri="{FF2B5EF4-FFF2-40B4-BE49-F238E27FC236}">
                      <a16:creationId xmlns:a16="http://schemas.microsoft.com/office/drawing/2014/main" id="{B3BDFBCD-DA60-45F3-684A-197BE10389CF}"/>
                    </a:ext>
                  </a:extLst>
                </p:cNvPr>
                <p:cNvSpPr/>
                <p:nvPr/>
              </p:nvSpPr>
              <p:spPr>
                <a:xfrm>
                  <a:off x="3973695" y="2411395"/>
                  <a:ext cx="44301" cy="44301"/>
                </a:xfrm>
                <a:custGeom>
                  <a:avLst/>
                  <a:gdLst>
                    <a:gd name="connsiteX0" fmla="*/ 22151 w 44301"/>
                    <a:gd name="connsiteY0" fmla="*/ 0 h 44301"/>
                    <a:gd name="connsiteX1" fmla="*/ 0 w 44301"/>
                    <a:gd name="connsiteY1" fmla="*/ 22151 h 44301"/>
                    <a:gd name="connsiteX2" fmla="*/ 22151 w 44301"/>
                    <a:gd name="connsiteY2" fmla="*/ 44301 h 44301"/>
                    <a:gd name="connsiteX3" fmla="*/ 44301 w 44301"/>
                    <a:gd name="connsiteY3" fmla="*/ 22151 h 44301"/>
                    <a:gd name="connsiteX4" fmla="*/ 22151 w 44301"/>
                    <a:gd name="connsiteY4" fmla="*/ 0 h 44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01" h="44301">
                      <a:moveTo>
                        <a:pt x="22151" y="0"/>
                      </a:moveTo>
                      <a:cubicBezTo>
                        <a:pt x="9918" y="0"/>
                        <a:pt x="0" y="9918"/>
                        <a:pt x="0" y="22151"/>
                      </a:cubicBezTo>
                      <a:cubicBezTo>
                        <a:pt x="0" y="34383"/>
                        <a:pt x="9918" y="44301"/>
                        <a:pt x="22151" y="44301"/>
                      </a:cubicBezTo>
                      <a:cubicBezTo>
                        <a:pt x="34383" y="44301"/>
                        <a:pt x="44301" y="34383"/>
                        <a:pt x="44301" y="22151"/>
                      </a:cubicBezTo>
                      <a:cubicBezTo>
                        <a:pt x="44301" y="9918"/>
                        <a:pt x="34383" y="0"/>
                        <a:pt x="22151"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03" name="Freeform: Shape 3002">
                  <a:extLst>
                    <a:ext uri="{FF2B5EF4-FFF2-40B4-BE49-F238E27FC236}">
                      <a16:creationId xmlns:a16="http://schemas.microsoft.com/office/drawing/2014/main" id="{1765978D-1CAC-F0DD-BF6D-A3CA2FC4A9A8}"/>
                    </a:ext>
                  </a:extLst>
                </p:cNvPr>
                <p:cNvSpPr/>
                <p:nvPr/>
              </p:nvSpPr>
              <p:spPr>
                <a:xfrm>
                  <a:off x="4382617" y="2903484"/>
                  <a:ext cx="44301" cy="44301"/>
                </a:xfrm>
                <a:custGeom>
                  <a:avLst/>
                  <a:gdLst>
                    <a:gd name="connsiteX0" fmla="*/ 22151 w 44301"/>
                    <a:gd name="connsiteY0" fmla="*/ 0 h 44301"/>
                    <a:gd name="connsiteX1" fmla="*/ 0 w 44301"/>
                    <a:gd name="connsiteY1" fmla="*/ 22150 h 44301"/>
                    <a:gd name="connsiteX2" fmla="*/ 22151 w 44301"/>
                    <a:gd name="connsiteY2" fmla="*/ 44301 h 44301"/>
                    <a:gd name="connsiteX3" fmla="*/ 44301 w 44301"/>
                    <a:gd name="connsiteY3" fmla="*/ 22150 h 44301"/>
                    <a:gd name="connsiteX4" fmla="*/ 22151 w 44301"/>
                    <a:gd name="connsiteY4" fmla="*/ 0 h 44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01" h="44301">
                      <a:moveTo>
                        <a:pt x="22151" y="0"/>
                      </a:moveTo>
                      <a:cubicBezTo>
                        <a:pt x="9918" y="0"/>
                        <a:pt x="0" y="9918"/>
                        <a:pt x="0" y="22150"/>
                      </a:cubicBezTo>
                      <a:cubicBezTo>
                        <a:pt x="0" y="34383"/>
                        <a:pt x="9918" y="44301"/>
                        <a:pt x="22151" y="44301"/>
                      </a:cubicBezTo>
                      <a:cubicBezTo>
                        <a:pt x="34383" y="44301"/>
                        <a:pt x="44301" y="34383"/>
                        <a:pt x="44301" y="22150"/>
                      </a:cubicBezTo>
                      <a:cubicBezTo>
                        <a:pt x="44301" y="9918"/>
                        <a:pt x="34383" y="0"/>
                        <a:pt x="22151"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04" name="Freeform: Shape 3003">
                  <a:extLst>
                    <a:ext uri="{FF2B5EF4-FFF2-40B4-BE49-F238E27FC236}">
                      <a16:creationId xmlns:a16="http://schemas.microsoft.com/office/drawing/2014/main" id="{51242CA6-FF0B-3504-CBA8-81C0627A117B}"/>
                    </a:ext>
                  </a:extLst>
                </p:cNvPr>
                <p:cNvSpPr/>
                <p:nvPr/>
              </p:nvSpPr>
              <p:spPr>
                <a:xfrm>
                  <a:off x="2565756" y="3428155"/>
                  <a:ext cx="16897" cy="16897"/>
                </a:xfrm>
                <a:custGeom>
                  <a:avLst/>
                  <a:gdLst>
                    <a:gd name="connsiteX0" fmla="*/ 8449 w 16897"/>
                    <a:gd name="connsiteY0" fmla="*/ 0 h 16897"/>
                    <a:gd name="connsiteX1" fmla="*/ 0 w 16897"/>
                    <a:gd name="connsiteY1" fmla="*/ 8449 h 16897"/>
                    <a:gd name="connsiteX2" fmla="*/ 8449 w 16897"/>
                    <a:gd name="connsiteY2" fmla="*/ 16898 h 16897"/>
                    <a:gd name="connsiteX3" fmla="*/ 16898 w 16897"/>
                    <a:gd name="connsiteY3" fmla="*/ 8449 h 16897"/>
                    <a:gd name="connsiteX4" fmla="*/ 8449 w 16897"/>
                    <a:gd name="connsiteY4" fmla="*/ 0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0"/>
                      </a:moveTo>
                      <a:cubicBezTo>
                        <a:pt x="3784" y="0"/>
                        <a:pt x="0" y="3783"/>
                        <a:pt x="0" y="8449"/>
                      </a:cubicBezTo>
                      <a:cubicBezTo>
                        <a:pt x="0" y="13114"/>
                        <a:pt x="3784" y="16898"/>
                        <a:pt x="8449" y="16898"/>
                      </a:cubicBezTo>
                      <a:cubicBezTo>
                        <a:pt x="13114" y="16898"/>
                        <a:pt x="16898" y="13114"/>
                        <a:pt x="16898" y="8449"/>
                      </a:cubicBezTo>
                      <a:cubicBezTo>
                        <a:pt x="16898" y="3783"/>
                        <a:pt x="13114" y="0"/>
                        <a:pt x="844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05" name="Freeform: Shape 3004">
                  <a:extLst>
                    <a:ext uri="{FF2B5EF4-FFF2-40B4-BE49-F238E27FC236}">
                      <a16:creationId xmlns:a16="http://schemas.microsoft.com/office/drawing/2014/main" id="{7AB29F05-9BA2-00AC-0984-C6273EFB6F9A}"/>
                    </a:ext>
                  </a:extLst>
                </p:cNvPr>
                <p:cNvSpPr/>
                <p:nvPr/>
              </p:nvSpPr>
              <p:spPr>
                <a:xfrm>
                  <a:off x="812518" y="3703953"/>
                  <a:ext cx="16897" cy="16897"/>
                </a:xfrm>
                <a:custGeom>
                  <a:avLst/>
                  <a:gdLst>
                    <a:gd name="connsiteX0" fmla="*/ 8449 w 16897"/>
                    <a:gd name="connsiteY0" fmla="*/ 0 h 16897"/>
                    <a:gd name="connsiteX1" fmla="*/ 0 w 16897"/>
                    <a:gd name="connsiteY1" fmla="*/ 8449 h 16897"/>
                    <a:gd name="connsiteX2" fmla="*/ 8449 w 16897"/>
                    <a:gd name="connsiteY2" fmla="*/ 16898 h 16897"/>
                    <a:gd name="connsiteX3" fmla="*/ 16898 w 16897"/>
                    <a:gd name="connsiteY3" fmla="*/ 8449 h 16897"/>
                    <a:gd name="connsiteX4" fmla="*/ 8449 w 16897"/>
                    <a:gd name="connsiteY4" fmla="*/ 0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0"/>
                      </a:moveTo>
                      <a:cubicBezTo>
                        <a:pt x="3784" y="0"/>
                        <a:pt x="0" y="3784"/>
                        <a:pt x="0" y="8449"/>
                      </a:cubicBezTo>
                      <a:cubicBezTo>
                        <a:pt x="0" y="13114"/>
                        <a:pt x="3784" y="16898"/>
                        <a:pt x="8449" y="16898"/>
                      </a:cubicBezTo>
                      <a:cubicBezTo>
                        <a:pt x="13114" y="16898"/>
                        <a:pt x="16898" y="13114"/>
                        <a:pt x="16898" y="8449"/>
                      </a:cubicBezTo>
                      <a:cubicBezTo>
                        <a:pt x="16898" y="3784"/>
                        <a:pt x="13114" y="0"/>
                        <a:pt x="844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06" name="Freeform: Shape 3005">
                  <a:extLst>
                    <a:ext uri="{FF2B5EF4-FFF2-40B4-BE49-F238E27FC236}">
                      <a16:creationId xmlns:a16="http://schemas.microsoft.com/office/drawing/2014/main" id="{444D57CF-F37F-7200-951E-57A4B8F524D8}"/>
                    </a:ext>
                  </a:extLst>
                </p:cNvPr>
                <p:cNvSpPr/>
                <p:nvPr/>
              </p:nvSpPr>
              <p:spPr>
                <a:xfrm>
                  <a:off x="757637" y="3159409"/>
                  <a:ext cx="16897" cy="16897"/>
                </a:xfrm>
                <a:custGeom>
                  <a:avLst/>
                  <a:gdLst>
                    <a:gd name="connsiteX0" fmla="*/ 8449 w 16897"/>
                    <a:gd name="connsiteY0" fmla="*/ 0 h 16897"/>
                    <a:gd name="connsiteX1" fmla="*/ 0 w 16897"/>
                    <a:gd name="connsiteY1" fmla="*/ 8449 h 16897"/>
                    <a:gd name="connsiteX2" fmla="*/ 8449 w 16897"/>
                    <a:gd name="connsiteY2" fmla="*/ 16898 h 16897"/>
                    <a:gd name="connsiteX3" fmla="*/ 16898 w 16897"/>
                    <a:gd name="connsiteY3" fmla="*/ 8449 h 16897"/>
                    <a:gd name="connsiteX4" fmla="*/ 8449 w 16897"/>
                    <a:gd name="connsiteY4" fmla="*/ 0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0"/>
                      </a:moveTo>
                      <a:cubicBezTo>
                        <a:pt x="3784" y="0"/>
                        <a:pt x="0" y="3784"/>
                        <a:pt x="0" y="8449"/>
                      </a:cubicBezTo>
                      <a:cubicBezTo>
                        <a:pt x="0" y="13114"/>
                        <a:pt x="3784" y="16898"/>
                        <a:pt x="8449" y="16898"/>
                      </a:cubicBezTo>
                      <a:cubicBezTo>
                        <a:pt x="13114" y="16898"/>
                        <a:pt x="16898" y="13114"/>
                        <a:pt x="16898" y="8449"/>
                      </a:cubicBezTo>
                      <a:cubicBezTo>
                        <a:pt x="16898" y="3784"/>
                        <a:pt x="13114" y="0"/>
                        <a:pt x="8449" y="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2627" name="Graphic 1629">
              <a:extLst>
                <a:ext uri="{FF2B5EF4-FFF2-40B4-BE49-F238E27FC236}">
                  <a16:creationId xmlns:a16="http://schemas.microsoft.com/office/drawing/2014/main" id="{1D0119CE-6176-BDEE-3DBE-4E63E3C16AFE}"/>
                </a:ext>
              </a:extLst>
            </p:cNvPr>
            <p:cNvGrpSpPr/>
            <p:nvPr/>
          </p:nvGrpSpPr>
          <p:grpSpPr>
            <a:xfrm>
              <a:off x="5981316" y="1707353"/>
              <a:ext cx="6210756" cy="3545047"/>
              <a:chOff x="5981316" y="1707353"/>
              <a:chExt cx="6210756" cy="3545046"/>
            </a:xfrm>
            <a:grpFill/>
          </p:grpSpPr>
          <p:grpSp>
            <p:nvGrpSpPr>
              <p:cNvPr id="2628" name="Graphic 1629">
                <a:extLst>
                  <a:ext uri="{FF2B5EF4-FFF2-40B4-BE49-F238E27FC236}">
                    <a16:creationId xmlns:a16="http://schemas.microsoft.com/office/drawing/2014/main" id="{2BAB2F70-66FE-5575-EA03-5424D7258FA4}"/>
                  </a:ext>
                </a:extLst>
              </p:cNvPr>
              <p:cNvGrpSpPr/>
              <p:nvPr/>
            </p:nvGrpSpPr>
            <p:grpSpPr>
              <a:xfrm>
                <a:off x="6005671" y="1707353"/>
                <a:ext cx="6186401" cy="3534356"/>
                <a:chOff x="6005671" y="1707353"/>
                <a:chExt cx="6186402" cy="3534357"/>
              </a:xfrm>
              <a:grpFill/>
            </p:grpSpPr>
            <p:grpSp>
              <p:nvGrpSpPr>
                <p:cNvPr id="2720" name="Graphic 1629">
                  <a:extLst>
                    <a:ext uri="{FF2B5EF4-FFF2-40B4-BE49-F238E27FC236}">
                      <a16:creationId xmlns:a16="http://schemas.microsoft.com/office/drawing/2014/main" id="{3255A79A-2969-0F44-019C-81A79151DBFF}"/>
                    </a:ext>
                  </a:extLst>
                </p:cNvPr>
                <p:cNvGrpSpPr/>
                <p:nvPr/>
              </p:nvGrpSpPr>
              <p:grpSpPr>
                <a:xfrm>
                  <a:off x="6005671" y="1707353"/>
                  <a:ext cx="6186402" cy="3534357"/>
                  <a:chOff x="6005671" y="1707353"/>
                  <a:chExt cx="6186402" cy="3534357"/>
                </a:xfrm>
                <a:grpFill/>
              </p:grpSpPr>
              <p:sp>
                <p:nvSpPr>
                  <p:cNvPr id="2784" name="Freeform: Shape 2783">
                    <a:extLst>
                      <a:ext uri="{FF2B5EF4-FFF2-40B4-BE49-F238E27FC236}">
                        <a16:creationId xmlns:a16="http://schemas.microsoft.com/office/drawing/2014/main" id="{5BE4B0E7-2DDF-98AD-8B70-12990A8311B9}"/>
                      </a:ext>
                    </a:extLst>
                  </p:cNvPr>
                  <p:cNvSpPr/>
                  <p:nvPr/>
                </p:nvSpPr>
                <p:spPr>
                  <a:xfrm>
                    <a:off x="10377158" y="3349397"/>
                    <a:ext cx="8007" cy="8669"/>
                  </a:xfrm>
                  <a:custGeom>
                    <a:avLst/>
                    <a:gdLst>
                      <a:gd name="connsiteX0" fmla="*/ 6171 w 8007"/>
                      <a:gd name="connsiteY0" fmla="*/ 1139 h 8669"/>
                      <a:gd name="connsiteX1" fmla="*/ 2902 w 8007"/>
                      <a:gd name="connsiteY1" fmla="*/ 0 h 8669"/>
                      <a:gd name="connsiteX2" fmla="*/ 0 w 8007"/>
                      <a:gd name="connsiteY2" fmla="*/ 8669 h 8669"/>
                      <a:gd name="connsiteX3" fmla="*/ 8008 w 8007"/>
                      <a:gd name="connsiteY3" fmla="*/ 4077 h 8669"/>
                      <a:gd name="connsiteX4" fmla="*/ 6171 w 8007"/>
                      <a:gd name="connsiteY4" fmla="*/ 1139 h 8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7" h="8669">
                        <a:moveTo>
                          <a:pt x="6171" y="1139"/>
                        </a:moveTo>
                        <a:lnTo>
                          <a:pt x="2902" y="0"/>
                        </a:lnTo>
                        <a:lnTo>
                          <a:pt x="0" y="8669"/>
                        </a:lnTo>
                        <a:lnTo>
                          <a:pt x="8008" y="4077"/>
                        </a:lnTo>
                        <a:lnTo>
                          <a:pt x="6171" y="113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85" name="Freeform: Shape 2784">
                    <a:extLst>
                      <a:ext uri="{FF2B5EF4-FFF2-40B4-BE49-F238E27FC236}">
                        <a16:creationId xmlns:a16="http://schemas.microsoft.com/office/drawing/2014/main" id="{028803AE-EBD2-E2B4-4A57-46DEFC191ADD}"/>
                      </a:ext>
                    </a:extLst>
                  </p:cNvPr>
                  <p:cNvSpPr/>
                  <p:nvPr/>
                </p:nvSpPr>
                <p:spPr>
                  <a:xfrm>
                    <a:off x="9809068" y="3342785"/>
                    <a:ext cx="580617" cy="504136"/>
                  </a:xfrm>
                  <a:custGeom>
                    <a:avLst/>
                    <a:gdLst>
                      <a:gd name="connsiteX0" fmla="*/ 580617 w 580617"/>
                      <a:gd name="connsiteY0" fmla="*/ 0 h 504136"/>
                      <a:gd name="connsiteX1" fmla="*/ 572645 w 580617"/>
                      <a:gd name="connsiteY1" fmla="*/ 4592 h 504136"/>
                      <a:gd name="connsiteX2" fmla="*/ 574261 w 580617"/>
                      <a:gd name="connsiteY2" fmla="*/ 7751 h 504136"/>
                      <a:gd name="connsiteX3" fmla="*/ 576098 w 580617"/>
                      <a:gd name="connsiteY3" fmla="*/ 10689 h 504136"/>
                      <a:gd name="connsiteX4" fmla="*/ 568090 w 580617"/>
                      <a:gd name="connsiteY4" fmla="*/ 15281 h 504136"/>
                      <a:gd name="connsiteX5" fmla="*/ 410465 w 580617"/>
                      <a:gd name="connsiteY5" fmla="*/ 494733 h 504136"/>
                      <a:gd name="connsiteX6" fmla="*/ 16126 w 580617"/>
                      <a:gd name="connsiteY6" fmla="*/ 334867 h 504136"/>
                      <a:gd name="connsiteX7" fmla="*/ 568090 w 580617"/>
                      <a:gd name="connsiteY7" fmla="*/ 15281 h 504136"/>
                      <a:gd name="connsiteX8" fmla="*/ 570992 w 580617"/>
                      <a:gd name="connsiteY8" fmla="*/ 6612 h 504136"/>
                      <a:gd name="connsiteX9" fmla="*/ 574261 w 580617"/>
                      <a:gd name="connsiteY9" fmla="*/ 7751 h 504136"/>
                      <a:gd name="connsiteX10" fmla="*/ 572645 w 580617"/>
                      <a:gd name="connsiteY10" fmla="*/ 4592 h 504136"/>
                      <a:gd name="connsiteX11" fmla="*/ 0 w 580617"/>
                      <a:gd name="connsiteY11" fmla="*/ 335969 h 504136"/>
                      <a:gd name="connsiteX12" fmla="*/ 414726 w 580617"/>
                      <a:gd name="connsiteY12" fmla="*/ 504137 h 504136"/>
                      <a:gd name="connsiteX13" fmla="*/ 580617 w 580617"/>
                      <a:gd name="connsiteY13" fmla="*/ 0 h 504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0617" h="504136">
                        <a:moveTo>
                          <a:pt x="580617" y="0"/>
                        </a:moveTo>
                        <a:lnTo>
                          <a:pt x="572645" y="4592"/>
                        </a:lnTo>
                        <a:lnTo>
                          <a:pt x="574261" y="7751"/>
                        </a:lnTo>
                        <a:lnTo>
                          <a:pt x="576098" y="10689"/>
                        </a:lnTo>
                        <a:lnTo>
                          <a:pt x="568090" y="15281"/>
                        </a:lnTo>
                        <a:lnTo>
                          <a:pt x="410465" y="494733"/>
                        </a:lnTo>
                        <a:lnTo>
                          <a:pt x="16126" y="334867"/>
                        </a:lnTo>
                        <a:lnTo>
                          <a:pt x="568090" y="15281"/>
                        </a:lnTo>
                        <a:lnTo>
                          <a:pt x="570992" y="6612"/>
                        </a:lnTo>
                        <a:lnTo>
                          <a:pt x="574261" y="7751"/>
                        </a:lnTo>
                        <a:lnTo>
                          <a:pt x="572645" y="4592"/>
                        </a:lnTo>
                        <a:lnTo>
                          <a:pt x="0" y="335969"/>
                        </a:lnTo>
                        <a:lnTo>
                          <a:pt x="414726" y="504137"/>
                        </a:lnTo>
                        <a:lnTo>
                          <a:pt x="580617"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86" name="Freeform: Shape 2785">
                    <a:extLst>
                      <a:ext uri="{FF2B5EF4-FFF2-40B4-BE49-F238E27FC236}">
                        <a16:creationId xmlns:a16="http://schemas.microsoft.com/office/drawing/2014/main" id="{018F078D-8CD5-B961-661E-05C07917E75E}"/>
                      </a:ext>
                    </a:extLst>
                  </p:cNvPr>
                  <p:cNvSpPr/>
                  <p:nvPr/>
                </p:nvSpPr>
                <p:spPr>
                  <a:xfrm>
                    <a:off x="11917340" y="1707353"/>
                    <a:ext cx="274733" cy="46835"/>
                  </a:xfrm>
                  <a:custGeom>
                    <a:avLst/>
                    <a:gdLst>
                      <a:gd name="connsiteX0" fmla="*/ 6355 w 274733"/>
                      <a:gd name="connsiteY0" fmla="*/ 5547 h 46835"/>
                      <a:gd name="connsiteX1" fmla="*/ 5289 w 274733"/>
                      <a:gd name="connsiteY1" fmla="*/ 7751 h 46835"/>
                      <a:gd name="connsiteX2" fmla="*/ 274733 w 274733"/>
                      <a:gd name="connsiteY2" fmla="*/ 46836 h 46835"/>
                      <a:gd name="connsiteX3" fmla="*/ 274733 w 274733"/>
                      <a:gd name="connsiteY3" fmla="*/ 39452 h 46835"/>
                      <a:gd name="connsiteX4" fmla="*/ 1176 w 274733"/>
                      <a:gd name="connsiteY4" fmla="*/ 0 h 46835"/>
                      <a:gd name="connsiteX5" fmla="*/ 0 w 274733"/>
                      <a:gd name="connsiteY5" fmla="*/ 2241 h 46835"/>
                      <a:gd name="connsiteX6" fmla="*/ 3196 w 274733"/>
                      <a:gd name="connsiteY6" fmla="*/ 3894 h 46835"/>
                      <a:gd name="connsiteX7" fmla="*/ 6355 w 274733"/>
                      <a:gd name="connsiteY7" fmla="*/ 5547 h 4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4733" h="46835">
                        <a:moveTo>
                          <a:pt x="6355" y="5547"/>
                        </a:moveTo>
                        <a:lnTo>
                          <a:pt x="5289" y="7751"/>
                        </a:lnTo>
                        <a:lnTo>
                          <a:pt x="274733" y="46836"/>
                        </a:lnTo>
                        <a:lnTo>
                          <a:pt x="274733" y="39452"/>
                        </a:lnTo>
                        <a:lnTo>
                          <a:pt x="1176" y="0"/>
                        </a:lnTo>
                        <a:lnTo>
                          <a:pt x="0" y="2241"/>
                        </a:lnTo>
                        <a:lnTo>
                          <a:pt x="3196" y="3894"/>
                        </a:lnTo>
                        <a:lnTo>
                          <a:pt x="6355" y="554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87" name="Freeform: Shape 2786">
                    <a:extLst>
                      <a:ext uri="{FF2B5EF4-FFF2-40B4-BE49-F238E27FC236}">
                        <a16:creationId xmlns:a16="http://schemas.microsoft.com/office/drawing/2014/main" id="{FDFC172A-79B4-1162-82EF-67543D0593A4}"/>
                      </a:ext>
                    </a:extLst>
                  </p:cNvPr>
                  <p:cNvSpPr/>
                  <p:nvPr/>
                </p:nvSpPr>
                <p:spPr>
                  <a:xfrm>
                    <a:off x="11920058" y="1711246"/>
                    <a:ext cx="3636" cy="3857"/>
                  </a:xfrm>
                  <a:custGeom>
                    <a:avLst/>
                    <a:gdLst>
                      <a:gd name="connsiteX0" fmla="*/ 3637 w 3636"/>
                      <a:gd name="connsiteY0" fmla="*/ 1653 h 3857"/>
                      <a:gd name="connsiteX1" fmla="*/ 478 w 3636"/>
                      <a:gd name="connsiteY1" fmla="*/ 0 h 3857"/>
                      <a:gd name="connsiteX2" fmla="*/ 0 w 3636"/>
                      <a:gd name="connsiteY2" fmla="*/ 3490 h 3857"/>
                      <a:gd name="connsiteX3" fmla="*/ 2571 w 3636"/>
                      <a:gd name="connsiteY3" fmla="*/ 3857 h 3857"/>
                      <a:gd name="connsiteX4" fmla="*/ 3637 w 3636"/>
                      <a:gd name="connsiteY4" fmla="*/ 1653 h 3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6" h="3857">
                        <a:moveTo>
                          <a:pt x="3637" y="1653"/>
                        </a:moveTo>
                        <a:lnTo>
                          <a:pt x="478" y="0"/>
                        </a:lnTo>
                        <a:lnTo>
                          <a:pt x="0" y="3490"/>
                        </a:lnTo>
                        <a:lnTo>
                          <a:pt x="2571" y="3857"/>
                        </a:lnTo>
                        <a:lnTo>
                          <a:pt x="3637" y="165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88" name="Freeform: Shape 2787">
                    <a:extLst>
                      <a:ext uri="{FF2B5EF4-FFF2-40B4-BE49-F238E27FC236}">
                        <a16:creationId xmlns:a16="http://schemas.microsoft.com/office/drawing/2014/main" id="{0D33C9C3-B75E-CE9C-493B-B9EAD1CF242D}"/>
                      </a:ext>
                    </a:extLst>
                  </p:cNvPr>
                  <p:cNvSpPr/>
                  <p:nvPr/>
                </p:nvSpPr>
                <p:spPr>
                  <a:xfrm>
                    <a:off x="11751706" y="1709593"/>
                    <a:ext cx="440367" cy="335601"/>
                  </a:xfrm>
                  <a:custGeom>
                    <a:avLst/>
                    <a:gdLst>
                      <a:gd name="connsiteX0" fmla="*/ 440367 w 440367"/>
                      <a:gd name="connsiteY0" fmla="*/ 179409 h 335601"/>
                      <a:gd name="connsiteX1" fmla="*/ 13922 w 440367"/>
                      <a:gd name="connsiteY1" fmla="*/ 323406 h 335601"/>
                      <a:gd name="connsiteX2" fmla="*/ 170923 w 440367"/>
                      <a:gd name="connsiteY2" fmla="*/ 5510 h 335601"/>
                      <a:gd name="connsiteX3" fmla="*/ 168352 w 440367"/>
                      <a:gd name="connsiteY3" fmla="*/ 5143 h 335601"/>
                      <a:gd name="connsiteX4" fmla="*/ 168830 w 440367"/>
                      <a:gd name="connsiteY4" fmla="*/ 1653 h 335601"/>
                      <a:gd name="connsiteX5" fmla="*/ 165634 w 440367"/>
                      <a:gd name="connsiteY5" fmla="*/ 0 h 335601"/>
                      <a:gd name="connsiteX6" fmla="*/ 0 w 440367"/>
                      <a:gd name="connsiteY6" fmla="*/ 335601 h 335601"/>
                      <a:gd name="connsiteX7" fmla="*/ 440367 w 440367"/>
                      <a:gd name="connsiteY7" fmla="*/ 186939 h 335601"/>
                      <a:gd name="connsiteX8" fmla="*/ 440367 w 440367"/>
                      <a:gd name="connsiteY8" fmla="*/ 179409 h 335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0367" h="335601">
                        <a:moveTo>
                          <a:pt x="440367" y="179409"/>
                        </a:moveTo>
                        <a:lnTo>
                          <a:pt x="13922" y="323406"/>
                        </a:lnTo>
                        <a:lnTo>
                          <a:pt x="170923" y="5510"/>
                        </a:lnTo>
                        <a:lnTo>
                          <a:pt x="168352" y="5143"/>
                        </a:lnTo>
                        <a:lnTo>
                          <a:pt x="168830" y="1653"/>
                        </a:lnTo>
                        <a:lnTo>
                          <a:pt x="165634" y="0"/>
                        </a:lnTo>
                        <a:lnTo>
                          <a:pt x="0" y="335601"/>
                        </a:lnTo>
                        <a:lnTo>
                          <a:pt x="440367" y="186939"/>
                        </a:lnTo>
                        <a:lnTo>
                          <a:pt x="440367" y="17940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89" name="Freeform: Shape 2788">
                    <a:extLst>
                      <a:ext uri="{FF2B5EF4-FFF2-40B4-BE49-F238E27FC236}">
                        <a16:creationId xmlns:a16="http://schemas.microsoft.com/office/drawing/2014/main" id="{EBB8B1F1-5B3D-480C-9C3E-BC415099C64B}"/>
                      </a:ext>
                    </a:extLst>
                  </p:cNvPr>
                  <p:cNvSpPr/>
                  <p:nvPr/>
                </p:nvSpPr>
                <p:spPr>
                  <a:xfrm>
                    <a:off x="11915981" y="1709593"/>
                    <a:ext cx="4554" cy="4591"/>
                  </a:xfrm>
                  <a:custGeom>
                    <a:avLst/>
                    <a:gdLst>
                      <a:gd name="connsiteX0" fmla="*/ 4555 w 4554"/>
                      <a:gd name="connsiteY0" fmla="*/ 1653 h 4591"/>
                      <a:gd name="connsiteX1" fmla="*/ 1359 w 4554"/>
                      <a:gd name="connsiteY1" fmla="*/ 0 h 4591"/>
                      <a:gd name="connsiteX2" fmla="*/ 0 w 4554"/>
                      <a:gd name="connsiteY2" fmla="*/ 2755 h 4591"/>
                      <a:gd name="connsiteX3" fmla="*/ 2461 w 4554"/>
                      <a:gd name="connsiteY3" fmla="*/ 4592 h 4591"/>
                      <a:gd name="connsiteX4" fmla="*/ 4555 w 4554"/>
                      <a:gd name="connsiteY4" fmla="*/ 1653 h 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4" h="4591">
                        <a:moveTo>
                          <a:pt x="4555" y="1653"/>
                        </a:moveTo>
                        <a:lnTo>
                          <a:pt x="1359" y="0"/>
                        </a:lnTo>
                        <a:lnTo>
                          <a:pt x="0" y="2755"/>
                        </a:lnTo>
                        <a:lnTo>
                          <a:pt x="2461" y="4592"/>
                        </a:lnTo>
                        <a:lnTo>
                          <a:pt x="4555" y="165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90" name="Freeform: Shape 2789">
                    <a:extLst>
                      <a:ext uri="{FF2B5EF4-FFF2-40B4-BE49-F238E27FC236}">
                        <a16:creationId xmlns:a16="http://schemas.microsoft.com/office/drawing/2014/main" id="{C2A62226-5F61-7678-9349-AED5669E6FB0}"/>
                      </a:ext>
                    </a:extLst>
                  </p:cNvPr>
                  <p:cNvSpPr/>
                  <p:nvPr/>
                </p:nvSpPr>
                <p:spPr>
                  <a:xfrm>
                    <a:off x="9815790" y="3678203"/>
                    <a:ext cx="4298" cy="4407"/>
                  </a:xfrm>
                  <a:custGeom>
                    <a:avLst/>
                    <a:gdLst>
                      <a:gd name="connsiteX0" fmla="*/ 4298 w 4298"/>
                      <a:gd name="connsiteY0" fmla="*/ 1837 h 4407"/>
                      <a:gd name="connsiteX1" fmla="*/ 1286 w 4298"/>
                      <a:gd name="connsiteY1" fmla="*/ 0 h 4407"/>
                      <a:gd name="connsiteX2" fmla="*/ 0 w 4298"/>
                      <a:gd name="connsiteY2" fmla="*/ 3306 h 4407"/>
                      <a:gd name="connsiteX3" fmla="*/ 2755 w 4298"/>
                      <a:gd name="connsiteY3" fmla="*/ 4408 h 4407"/>
                      <a:gd name="connsiteX4" fmla="*/ 4298 w 4298"/>
                      <a:gd name="connsiteY4" fmla="*/ 1837 h 4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98" h="4407">
                        <a:moveTo>
                          <a:pt x="4298" y="1837"/>
                        </a:moveTo>
                        <a:lnTo>
                          <a:pt x="1286" y="0"/>
                        </a:lnTo>
                        <a:lnTo>
                          <a:pt x="0" y="3306"/>
                        </a:lnTo>
                        <a:lnTo>
                          <a:pt x="2755" y="4408"/>
                        </a:lnTo>
                        <a:lnTo>
                          <a:pt x="4298" y="183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91" name="Freeform: Shape 2790">
                    <a:extLst>
                      <a:ext uri="{FF2B5EF4-FFF2-40B4-BE49-F238E27FC236}">
                        <a16:creationId xmlns:a16="http://schemas.microsoft.com/office/drawing/2014/main" id="{5E83C712-F6DC-7A32-150F-D503149E3C9A}"/>
                      </a:ext>
                    </a:extLst>
                  </p:cNvPr>
                  <p:cNvSpPr/>
                  <p:nvPr/>
                </p:nvSpPr>
                <p:spPr>
                  <a:xfrm>
                    <a:off x="9005145" y="3673758"/>
                    <a:ext cx="1222910" cy="1318455"/>
                  </a:xfrm>
                  <a:custGeom>
                    <a:avLst/>
                    <a:gdLst>
                      <a:gd name="connsiteX0" fmla="*/ 1222911 w 1222910"/>
                      <a:gd name="connsiteY0" fmla="*/ 167250 h 1318455"/>
                      <a:gd name="connsiteX1" fmla="*/ 810572 w 1222910"/>
                      <a:gd name="connsiteY1" fmla="*/ 0 h 1318455"/>
                      <a:gd name="connsiteX2" fmla="*/ 809029 w 1222910"/>
                      <a:gd name="connsiteY2" fmla="*/ 2608 h 1318455"/>
                      <a:gd name="connsiteX3" fmla="*/ 811931 w 1222910"/>
                      <a:gd name="connsiteY3" fmla="*/ 4445 h 1318455"/>
                      <a:gd name="connsiteX4" fmla="*/ 814943 w 1222910"/>
                      <a:gd name="connsiteY4" fmla="*/ 6282 h 1318455"/>
                      <a:gd name="connsiteX5" fmla="*/ 813400 w 1222910"/>
                      <a:gd name="connsiteY5" fmla="*/ 8853 h 1318455"/>
                      <a:gd name="connsiteX6" fmla="*/ 1210017 w 1222910"/>
                      <a:gd name="connsiteY6" fmla="*/ 169674 h 1318455"/>
                      <a:gd name="connsiteX7" fmla="*/ 20204 w 1222910"/>
                      <a:gd name="connsiteY7" fmla="*/ 1294651 h 1318455"/>
                      <a:gd name="connsiteX8" fmla="*/ 813400 w 1222910"/>
                      <a:gd name="connsiteY8" fmla="*/ 8853 h 1318455"/>
                      <a:gd name="connsiteX9" fmla="*/ 810645 w 1222910"/>
                      <a:gd name="connsiteY9" fmla="*/ 7751 h 1318455"/>
                      <a:gd name="connsiteX10" fmla="*/ 811931 w 1222910"/>
                      <a:gd name="connsiteY10" fmla="*/ 4445 h 1318455"/>
                      <a:gd name="connsiteX11" fmla="*/ 809029 w 1222910"/>
                      <a:gd name="connsiteY11" fmla="*/ 2608 h 1318455"/>
                      <a:gd name="connsiteX12" fmla="*/ 0 w 1222910"/>
                      <a:gd name="connsiteY12" fmla="*/ 1313827 h 1318455"/>
                      <a:gd name="connsiteX13" fmla="*/ 5363 w 1222910"/>
                      <a:gd name="connsiteY13" fmla="*/ 1318455 h 1318455"/>
                      <a:gd name="connsiteX14" fmla="*/ 1222911 w 1222910"/>
                      <a:gd name="connsiteY14" fmla="*/ 167250 h 131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2910" h="1318455">
                        <a:moveTo>
                          <a:pt x="1222911" y="167250"/>
                        </a:moveTo>
                        <a:lnTo>
                          <a:pt x="810572" y="0"/>
                        </a:lnTo>
                        <a:lnTo>
                          <a:pt x="809029" y="2608"/>
                        </a:lnTo>
                        <a:lnTo>
                          <a:pt x="811931" y="4445"/>
                        </a:lnTo>
                        <a:lnTo>
                          <a:pt x="814943" y="6282"/>
                        </a:lnTo>
                        <a:lnTo>
                          <a:pt x="813400" y="8853"/>
                        </a:lnTo>
                        <a:lnTo>
                          <a:pt x="1210017" y="169674"/>
                        </a:lnTo>
                        <a:lnTo>
                          <a:pt x="20204" y="1294651"/>
                        </a:lnTo>
                        <a:lnTo>
                          <a:pt x="813400" y="8853"/>
                        </a:lnTo>
                        <a:lnTo>
                          <a:pt x="810645" y="7751"/>
                        </a:lnTo>
                        <a:lnTo>
                          <a:pt x="811931" y="4445"/>
                        </a:lnTo>
                        <a:lnTo>
                          <a:pt x="809029" y="2608"/>
                        </a:lnTo>
                        <a:lnTo>
                          <a:pt x="0" y="1313827"/>
                        </a:lnTo>
                        <a:lnTo>
                          <a:pt x="5363" y="1318455"/>
                        </a:lnTo>
                        <a:lnTo>
                          <a:pt x="1222911" y="16725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92" name="Freeform: Shape 2791">
                    <a:extLst>
                      <a:ext uri="{FF2B5EF4-FFF2-40B4-BE49-F238E27FC236}">
                        <a16:creationId xmlns:a16="http://schemas.microsoft.com/office/drawing/2014/main" id="{441CE5A0-BC30-EA24-590C-D93E4E3C7373}"/>
                      </a:ext>
                    </a:extLst>
                  </p:cNvPr>
                  <p:cNvSpPr/>
                  <p:nvPr/>
                </p:nvSpPr>
                <p:spPr>
                  <a:xfrm>
                    <a:off x="9803815" y="3676366"/>
                    <a:ext cx="15464" cy="16750"/>
                  </a:xfrm>
                  <a:custGeom>
                    <a:avLst/>
                    <a:gdLst>
                      <a:gd name="connsiteX0" fmla="*/ 13260 w 15464"/>
                      <a:gd name="connsiteY0" fmla="*/ 1837 h 16750"/>
                      <a:gd name="connsiteX1" fmla="*/ 10358 w 15464"/>
                      <a:gd name="connsiteY1" fmla="*/ 0 h 16750"/>
                      <a:gd name="connsiteX2" fmla="*/ 0 w 15464"/>
                      <a:gd name="connsiteY2" fmla="*/ 16751 h 16750"/>
                      <a:gd name="connsiteX3" fmla="*/ 15465 w 15464"/>
                      <a:gd name="connsiteY3" fmla="*/ 4775 h 16750"/>
                      <a:gd name="connsiteX4" fmla="*/ 13260 w 15464"/>
                      <a:gd name="connsiteY4" fmla="*/ 1837 h 16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64" h="16750">
                        <a:moveTo>
                          <a:pt x="13260" y="1837"/>
                        </a:moveTo>
                        <a:lnTo>
                          <a:pt x="10358" y="0"/>
                        </a:lnTo>
                        <a:lnTo>
                          <a:pt x="0" y="16751"/>
                        </a:lnTo>
                        <a:lnTo>
                          <a:pt x="15465" y="4775"/>
                        </a:lnTo>
                        <a:lnTo>
                          <a:pt x="13260" y="183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93" name="Freeform: Shape 2792">
                    <a:extLst>
                      <a:ext uri="{FF2B5EF4-FFF2-40B4-BE49-F238E27FC236}">
                        <a16:creationId xmlns:a16="http://schemas.microsoft.com/office/drawing/2014/main" id="{92D3ADCC-5194-D037-8996-6E225A2F8001}"/>
                      </a:ext>
                    </a:extLst>
                  </p:cNvPr>
                  <p:cNvSpPr/>
                  <p:nvPr/>
                </p:nvSpPr>
                <p:spPr>
                  <a:xfrm>
                    <a:off x="8434887" y="3675448"/>
                    <a:ext cx="1385201" cy="1318602"/>
                  </a:xfrm>
                  <a:custGeom>
                    <a:avLst/>
                    <a:gdLst>
                      <a:gd name="connsiteX0" fmla="*/ 1385201 w 1385201"/>
                      <a:gd name="connsiteY0" fmla="*/ 4592 h 1318602"/>
                      <a:gd name="connsiteX1" fmla="*/ 1380095 w 1385201"/>
                      <a:gd name="connsiteY1" fmla="*/ 0 h 1318602"/>
                      <a:gd name="connsiteX2" fmla="*/ 1382189 w 1385201"/>
                      <a:gd name="connsiteY2" fmla="*/ 2755 h 1318602"/>
                      <a:gd name="connsiteX3" fmla="*/ 1384393 w 1385201"/>
                      <a:gd name="connsiteY3" fmla="*/ 5694 h 1318602"/>
                      <a:gd name="connsiteX4" fmla="*/ 1368928 w 1385201"/>
                      <a:gd name="connsiteY4" fmla="*/ 17669 h 1318602"/>
                      <a:gd name="connsiteX5" fmla="*/ 571874 w 1385201"/>
                      <a:gd name="connsiteY5" fmla="*/ 1309565 h 1318602"/>
                      <a:gd name="connsiteX6" fmla="*/ 13849 w 1385201"/>
                      <a:gd name="connsiteY6" fmla="*/ 1067452 h 1318602"/>
                      <a:gd name="connsiteX7" fmla="*/ 1368928 w 1385201"/>
                      <a:gd name="connsiteY7" fmla="*/ 17669 h 1318602"/>
                      <a:gd name="connsiteX8" fmla="*/ 1379287 w 1385201"/>
                      <a:gd name="connsiteY8" fmla="*/ 918 h 1318602"/>
                      <a:gd name="connsiteX9" fmla="*/ 1382189 w 1385201"/>
                      <a:gd name="connsiteY9" fmla="*/ 2755 h 1318602"/>
                      <a:gd name="connsiteX10" fmla="*/ 1380095 w 1385201"/>
                      <a:gd name="connsiteY10" fmla="*/ 0 h 1318602"/>
                      <a:gd name="connsiteX11" fmla="*/ 0 w 1385201"/>
                      <a:gd name="connsiteY11" fmla="*/ 1069105 h 1318602"/>
                      <a:gd name="connsiteX12" fmla="*/ 574629 w 1385201"/>
                      <a:gd name="connsiteY12" fmla="*/ 1318602 h 1318602"/>
                      <a:gd name="connsiteX13" fmla="*/ 1385201 w 1385201"/>
                      <a:gd name="connsiteY13" fmla="*/ 4592 h 1318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85201" h="1318602">
                        <a:moveTo>
                          <a:pt x="1385201" y="4592"/>
                        </a:moveTo>
                        <a:lnTo>
                          <a:pt x="1380095" y="0"/>
                        </a:lnTo>
                        <a:lnTo>
                          <a:pt x="1382189" y="2755"/>
                        </a:lnTo>
                        <a:lnTo>
                          <a:pt x="1384393" y="5694"/>
                        </a:lnTo>
                        <a:lnTo>
                          <a:pt x="1368928" y="17669"/>
                        </a:lnTo>
                        <a:lnTo>
                          <a:pt x="571874" y="1309565"/>
                        </a:lnTo>
                        <a:lnTo>
                          <a:pt x="13849" y="1067452"/>
                        </a:lnTo>
                        <a:lnTo>
                          <a:pt x="1368928" y="17669"/>
                        </a:lnTo>
                        <a:lnTo>
                          <a:pt x="1379287" y="918"/>
                        </a:lnTo>
                        <a:lnTo>
                          <a:pt x="1382189" y="2755"/>
                        </a:lnTo>
                        <a:lnTo>
                          <a:pt x="1380095" y="0"/>
                        </a:lnTo>
                        <a:lnTo>
                          <a:pt x="0" y="1069105"/>
                        </a:lnTo>
                        <a:lnTo>
                          <a:pt x="574629" y="1318602"/>
                        </a:lnTo>
                        <a:lnTo>
                          <a:pt x="1385201" y="459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94" name="Freeform: Shape 2793">
                    <a:extLst>
                      <a:ext uri="{FF2B5EF4-FFF2-40B4-BE49-F238E27FC236}">
                        <a16:creationId xmlns:a16="http://schemas.microsoft.com/office/drawing/2014/main" id="{CA833FD6-8687-9DBB-A667-254C518FCEC7}"/>
                      </a:ext>
                    </a:extLst>
                  </p:cNvPr>
                  <p:cNvSpPr/>
                  <p:nvPr/>
                </p:nvSpPr>
                <p:spPr>
                  <a:xfrm>
                    <a:off x="10218247" y="3842110"/>
                    <a:ext cx="5804" cy="6464"/>
                  </a:xfrm>
                  <a:custGeom>
                    <a:avLst/>
                    <a:gdLst>
                      <a:gd name="connsiteX0" fmla="*/ 5804 w 5804"/>
                      <a:gd name="connsiteY0" fmla="*/ 2608 h 6464"/>
                      <a:gd name="connsiteX1" fmla="*/ 3343 w 5804"/>
                      <a:gd name="connsiteY1" fmla="*/ 0 h 6464"/>
                      <a:gd name="connsiteX2" fmla="*/ 0 w 5804"/>
                      <a:gd name="connsiteY2" fmla="*/ 1102 h 6464"/>
                      <a:gd name="connsiteX3" fmla="*/ 1726 w 5804"/>
                      <a:gd name="connsiteY3" fmla="*/ 6465 h 6464"/>
                      <a:gd name="connsiteX4" fmla="*/ 5804 w 5804"/>
                      <a:gd name="connsiteY4" fmla="*/ 2608 h 6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04" h="6464">
                        <a:moveTo>
                          <a:pt x="5804" y="2608"/>
                        </a:moveTo>
                        <a:lnTo>
                          <a:pt x="3343" y="0"/>
                        </a:lnTo>
                        <a:lnTo>
                          <a:pt x="0" y="1102"/>
                        </a:lnTo>
                        <a:lnTo>
                          <a:pt x="1726" y="6465"/>
                        </a:lnTo>
                        <a:lnTo>
                          <a:pt x="5804" y="260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95" name="Freeform: Shape 2794">
                    <a:extLst>
                      <a:ext uri="{FF2B5EF4-FFF2-40B4-BE49-F238E27FC236}">
                        <a16:creationId xmlns:a16="http://schemas.microsoft.com/office/drawing/2014/main" id="{919518F8-AB54-1526-3443-4764311D3BB0}"/>
                      </a:ext>
                    </a:extLst>
                  </p:cNvPr>
                  <p:cNvSpPr/>
                  <p:nvPr/>
                </p:nvSpPr>
                <p:spPr>
                  <a:xfrm>
                    <a:off x="6494967" y="2283047"/>
                    <a:ext cx="5326" cy="5326"/>
                  </a:xfrm>
                  <a:custGeom>
                    <a:avLst/>
                    <a:gdLst>
                      <a:gd name="connsiteX0" fmla="*/ 5327 w 5326"/>
                      <a:gd name="connsiteY0" fmla="*/ 1837 h 5326"/>
                      <a:gd name="connsiteX1" fmla="*/ 2314 w 5326"/>
                      <a:gd name="connsiteY1" fmla="*/ 0 h 5326"/>
                      <a:gd name="connsiteX2" fmla="*/ 0 w 5326"/>
                      <a:gd name="connsiteY2" fmla="*/ 3857 h 5326"/>
                      <a:gd name="connsiteX3" fmla="*/ 4224 w 5326"/>
                      <a:gd name="connsiteY3" fmla="*/ 5326 h 5326"/>
                      <a:gd name="connsiteX4" fmla="*/ 5327 w 5326"/>
                      <a:gd name="connsiteY4" fmla="*/ 1837 h 5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6" h="5326">
                        <a:moveTo>
                          <a:pt x="5327" y="1837"/>
                        </a:moveTo>
                        <a:lnTo>
                          <a:pt x="2314" y="0"/>
                        </a:lnTo>
                        <a:lnTo>
                          <a:pt x="0" y="3857"/>
                        </a:lnTo>
                        <a:lnTo>
                          <a:pt x="4224" y="5326"/>
                        </a:lnTo>
                        <a:lnTo>
                          <a:pt x="5327" y="183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96" name="Freeform: Shape 2795">
                    <a:extLst>
                      <a:ext uri="{FF2B5EF4-FFF2-40B4-BE49-F238E27FC236}">
                        <a16:creationId xmlns:a16="http://schemas.microsoft.com/office/drawing/2014/main" id="{6EF58D19-4719-AF75-A7E4-1BD8AA1F1B17}"/>
                      </a:ext>
                    </a:extLst>
                  </p:cNvPr>
                  <p:cNvSpPr/>
                  <p:nvPr/>
                </p:nvSpPr>
                <p:spPr>
                  <a:xfrm>
                    <a:off x="10056618" y="2530854"/>
                    <a:ext cx="6722" cy="12195"/>
                  </a:xfrm>
                  <a:custGeom>
                    <a:avLst/>
                    <a:gdLst>
                      <a:gd name="connsiteX0" fmla="*/ 6723 w 6722"/>
                      <a:gd name="connsiteY0" fmla="*/ 735 h 12195"/>
                      <a:gd name="connsiteX1" fmla="*/ 3270 w 6722"/>
                      <a:gd name="connsiteY1" fmla="*/ 0 h 12195"/>
                      <a:gd name="connsiteX2" fmla="*/ 0 w 6722"/>
                      <a:gd name="connsiteY2" fmla="*/ 1286 h 12195"/>
                      <a:gd name="connsiteX3" fmla="*/ 4262 w 6722"/>
                      <a:gd name="connsiteY3" fmla="*/ 12196 h 12195"/>
                      <a:gd name="connsiteX4" fmla="*/ 6723 w 6722"/>
                      <a:gd name="connsiteY4" fmla="*/ 735 h 1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2" h="12195">
                        <a:moveTo>
                          <a:pt x="6723" y="735"/>
                        </a:moveTo>
                        <a:lnTo>
                          <a:pt x="3270" y="0"/>
                        </a:lnTo>
                        <a:lnTo>
                          <a:pt x="0" y="1286"/>
                        </a:lnTo>
                        <a:lnTo>
                          <a:pt x="4262" y="12196"/>
                        </a:lnTo>
                        <a:lnTo>
                          <a:pt x="6723" y="73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97" name="Freeform: Shape 2796">
                    <a:extLst>
                      <a:ext uri="{FF2B5EF4-FFF2-40B4-BE49-F238E27FC236}">
                        <a16:creationId xmlns:a16="http://schemas.microsoft.com/office/drawing/2014/main" id="{97D5E615-2881-9D08-DEB8-CE7786B7881D}"/>
                      </a:ext>
                    </a:extLst>
                  </p:cNvPr>
                  <p:cNvSpPr/>
                  <p:nvPr/>
                </p:nvSpPr>
                <p:spPr>
                  <a:xfrm>
                    <a:off x="9812007" y="2518695"/>
                    <a:ext cx="575767" cy="1166486"/>
                  </a:xfrm>
                  <a:custGeom>
                    <a:avLst/>
                    <a:gdLst>
                      <a:gd name="connsiteX0" fmla="*/ 246778 w 575767"/>
                      <a:gd name="connsiteY0" fmla="*/ 0 h 1166486"/>
                      <a:gd name="connsiteX1" fmla="*/ 244427 w 575767"/>
                      <a:gd name="connsiteY1" fmla="*/ 11424 h 1166486"/>
                      <a:gd name="connsiteX2" fmla="*/ 247881 w 575767"/>
                      <a:gd name="connsiteY2" fmla="*/ 12159 h 1166486"/>
                      <a:gd name="connsiteX3" fmla="*/ 251333 w 575767"/>
                      <a:gd name="connsiteY3" fmla="*/ 12894 h 1166486"/>
                      <a:gd name="connsiteX4" fmla="*/ 248873 w 575767"/>
                      <a:gd name="connsiteY4" fmla="*/ 24355 h 1166486"/>
                      <a:gd name="connsiteX5" fmla="*/ 566951 w 575767"/>
                      <a:gd name="connsiteY5" fmla="*/ 830151 h 1166486"/>
                      <a:gd name="connsiteX6" fmla="*/ 10175 w 575767"/>
                      <a:gd name="connsiteY6" fmla="*/ 1152491 h 1166486"/>
                      <a:gd name="connsiteX7" fmla="*/ 248873 w 575767"/>
                      <a:gd name="connsiteY7" fmla="*/ 24355 h 1166486"/>
                      <a:gd name="connsiteX8" fmla="*/ 244611 w 575767"/>
                      <a:gd name="connsiteY8" fmla="*/ 13445 h 1166486"/>
                      <a:gd name="connsiteX9" fmla="*/ 247881 w 575767"/>
                      <a:gd name="connsiteY9" fmla="*/ 12159 h 1166486"/>
                      <a:gd name="connsiteX10" fmla="*/ 244427 w 575767"/>
                      <a:gd name="connsiteY10" fmla="*/ 11424 h 1166486"/>
                      <a:gd name="connsiteX11" fmla="*/ 0 w 575767"/>
                      <a:gd name="connsiteY11" fmla="*/ 1166487 h 1166486"/>
                      <a:gd name="connsiteX12" fmla="*/ 575768 w 575767"/>
                      <a:gd name="connsiteY12" fmla="*/ 833310 h 1166486"/>
                      <a:gd name="connsiteX13" fmla="*/ 246778 w 575767"/>
                      <a:gd name="connsiteY13" fmla="*/ 0 h 1166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5767" h="1166486">
                        <a:moveTo>
                          <a:pt x="246778" y="0"/>
                        </a:moveTo>
                        <a:lnTo>
                          <a:pt x="244427" y="11424"/>
                        </a:lnTo>
                        <a:lnTo>
                          <a:pt x="247881" y="12159"/>
                        </a:lnTo>
                        <a:lnTo>
                          <a:pt x="251333" y="12894"/>
                        </a:lnTo>
                        <a:lnTo>
                          <a:pt x="248873" y="24355"/>
                        </a:lnTo>
                        <a:lnTo>
                          <a:pt x="566951" y="830151"/>
                        </a:lnTo>
                        <a:lnTo>
                          <a:pt x="10175" y="1152491"/>
                        </a:lnTo>
                        <a:lnTo>
                          <a:pt x="248873" y="24355"/>
                        </a:lnTo>
                        <a:lnTo>
                          <a:pt x="244611" y="13445"/>
                        </a:lnTo>
                        <a:lnTo>
                          <a:pt x="247881" y="12159"/>
                        </a:lnTo>
                        <a:lnTo>
                          <a:pt x="244427" y="11424"/>
                        </a:lnTo>
                        <a:lnTo>
                          <a:pt x="0" y="1166487"/>
                        </a:lnTo>
                        <a:lnTo>
                          <a:pt x="575768" y="833310"/>
                        </a:lnTo>
                        <a:lnTo>
                          <a:pt x="246778"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98" name="Freeform: Shape 2797">
                    <a:extLst>
                      <a:ext uri="{FF2B5EF4-FFF2-40B4-BE49-F238E27FC236}">
                        <a16:creationId xmlns:a16="http://schemas.microsoft.com/office/drawing/2014/main" id="{4B393D41-A8F9-5BA8-B30E-7BB3055357A2}"/>
                      </a:ext>
                    </a:extLst>
                  </p:cNvPr>
                  <p:cNvSpPr/>
                  <p:nvPr/>
                </p:nvSpPr>
                <p:spPr>
                  <a:xfrm>
                    <a:off x="6496730" y="2281027"/>
                    <a:ext cx="741585" cy="584327"/>
                  </a:xfrm>
                  <a:custGeom>
                    <a:avLst/>
                    <a:gdLst>
                      <a:gd name="connsiteX0" fmla="*/ 0 w 741585"/>
                      <a:gd name="connsiteY0" fmla="*/ 0 h 584327"/>
                      <a:gd name="connsiteX1" fmla="*/ 0 w 741585"/>
                      <a:gd name="connsiteY1" fmla="*/ 3857 h 584327"/>
                      <a:gd name="connsiteX2" fmla="*/ 3564 w 741585"/>
                      <a:gd name="connsiteY2" fmla="*/ 3857 h 584327"/>
                      <a:gd name="connsiteX3" fmla="*/ 6980 w 741585"/>
                      <a:gd name="connsiteY3" fmla="*/ 3857 h 584327"/>
                      <a:gd name="connsiteX4" fmla="*/ 6980 w 741585"/>
                      <a:gd name="connsiteY4" fmla="*/ 7935 h 584327"/>
                      <a:gd name="connsiteX5" fmla="*/ 721676 w 741585"/>
                      <a:gd name="connsiteY5" fmla="*/ 88309 h 584327"/>
                      <a:gd name="connsiteX6" fmla="*/ 6980 w 741585"/>
                      <a:gd name="connsiteY6" fmla="*/ 570883 h 584327"/>
                      <a:gd name="connsiteX7" fmla="*/ 6980 w 741585"/>
                      <a:gd name="connsiteY7" fmla="*/ 7935 h 584327"/>
                      <a:gd name="connsiteX8" fmla="*/ 3122 w 741585"/>
                      <a:gd name="connsiteY8" fmla="*/ 7347 h 584327"/>
                      <a:gd name="connsiteX9" fmla="*/ 3564 w 741585"/>
                      <a:gd name="connsiteY9" fmla="*/ 3857 h 584327"/>
                      <a:gd name="connsiteX10" fmla="*/ 0 w 741585"/>
                      <a:gd name="connsiteY10" fmla="*/ 3857 h 584327"/>
                      <a:gd name="connsiteX11" fmla="*/ 0 w 741585"/>
                      <a:gd name="connsiteY11" fmla="*/ 584327 h 584327"/>
                      <a:gd name="connsiteX12" fmla="*/ 741585 w 741585"/>
                      <a:gd name="connsiteY12" fmla="*/ 83496 h 584327"/>
                      <a:gd name="connsiteX13" fmla="*/ 0 w 741585"/>
                      <a:gd name="connsiteY13" fmla="*/ 0 h 584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1585" h="584327">
                        <a:moveTo>
                          <a:pt x="0" y="0"/>
                        </a:moveTo>
                        <a:lnTo>
                          <a:pt x="0" y="3857"/>
                        </a:lnTo>
                        <a:lnTo>
                          <a:pt x="3564" y="3857"/>
                        </a:lnTo>
                        <a:lnTo>
                          <a:pt x="6980" y="3857"/>
                        </a:lnTo>
                        <a:lnTo>
                          <a:pt x="6980" y="7935"/>
                        </a:lnTo>
                        <a:lnTo>
                          <a:pt x="721676" y="88309"/>
                        </a:lnTo>
                        <a:lnTo>
                          <a:pt x="6980" y="570883"/>
                        </a:lnTo>
                        <a:lnTo>
                          <a:pt x="6980" y="7935"/>
                        </a:lnTo>
                        <a:lnTo>
                          <a:pt x="3122" y="7347"/>
                        </a:lnTo>
                        <a:lnTo>
                          <a:pt x="3564" y="3857"/>
                        </a:lnTo>
                        <a:lnTo>
                          <a:pt x="0" y="3857"/>
                        </a:lnTo>
                        <a:lnTo>
                          <a:pt x="0" y="584327"/>
                        </a:lnTo>
                        <a:lnTo>
                          <a:pt x="741585" y="83496"/>
                        </a:lnTo>
                        <a:lnTo>
                          <a:pt x="0"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99" name="Freeform: Shape 2798">
                    <a:extLst>
                      <a:ext uri="{FF2B5EF4-FFF2-40B4-BE49-F238E27FC236}">
                        <a16:creationId xmlns:a16="http://schemas.microsoft.com/office/drawing/2014/main" id="{1B6E31C4-BB2B-B987-8151-1FB83F040CC9}"/>
                      </a:ext>
                    </a:extLst>
                  </p:cNvPr>
                  <p:cNvSpPr/>
                  <p:nvPr/>
                </p:nvSpPr>
                <p:spPr>
                  <a:xfrm>
                    <a:off x="6499852" y="2284884"/>
                    <a:ext cx="3857" cy="4077"/>
                  </a:xfrm>
                  <a:custGeom>
                    <a:avLst/>
                    <a:gdLst>
                      <a:gd name="connsiteX0" fmla="*/ 3857 w 3857"/>
                      <a:gd name="connsiteY0" fmla="*/ 0 h 4077"/>
                      <a:gd name="connsiteX1" fmla="*/ 441 w 3857"/>
                      <a:gd name="connsiteY1" fmla="*/ 0 h 4077"/>
                      <a:gd name="connsiteX2" fmla="*/ 0 w 3857"/>
                      <a:gd name="connsiteY2" fmla="*/ 3490 h 4077"/>
                      <a:gd name="connsiteX3" fmla="*/ 3857 w 3857"/>
                      <a:gd name="connsiteY3" fmla="*/ 4078 h 4077"/>
                      <a:gd name="connsiteX4" fmla="*/ 3857 w 3857"/>
                      <a:gd name="connsiteY4" fmla="*/ 0 h 4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7" h="4077">
                        <a:moveTo>
                          <a:pt x="3857" y="0"/>
                        </a:moveTo>
                        <a:lnTo>
                          <a:pt x="441" y="0"/>
                        </a:lnTo>
                        <a:lnTo>
                          <a:pt x="0" y="3490"/>
                        </a:lnTo>
                        <a:lnTo>
                          <a:pt x="3857" y="4078"/>
                        </a:lnTo>
                        <a:lnTo>
                          <a:pt x="3857"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00" name="Freeform: Shape 2799">
                    <a:extLst>
                      <a:ext uri="{FF2B5EF4-FFF2-40B4-BE49-F238E27FC236}">
                        <a16:creationId xmlns:a16="http://schemas.microsoft.com/office/drawing/2014/main" id="{F8312574-0D1B-69B1-E86A-23D4A9AF9546}"/>
                      </a:ext>
                    </a:extLst>
                  </p:cNvPr>
                  <p:cNvSpPr/>
                  <p:nvPr/>
                </p:nvSpPr>
                <p:spPr>
                  <a:xfrm>
                    <a:off x="6817859" y="3428889"/>
                    <a:ext cx="6024" cy="5142"/>
                  </a:xfrm>
                  <a:custGeom>
                    <a:avLst/>
                    <a:gdLst>
                      <a:gd name="connsiteX0" fmla="*/ 6024 w 6024"/>
                      <a:gd name="connsiteY0" fmla="*/ 3490 h 5142"/>
                      <a:gd name="connsiteX1" fmla="*/ 6024 w 6024"/>
                      <a:gd name="connsiteY1" fmla="*/ 0 h 5142"/>
                      <a:gd name="connsiteX2" fmla="*/ 0 w 6024"/>
                      <a:gd name="connsiteY2" fmla="*/ 0 h 5142"/>
                      <a:gd name="connsiteX3" fmla="*/ 3049 w 6024"/>
                      <a:gd name="connsiteY3" fmla="*/ 5143 h 5142"/>
                      <a:gd name="connsiteX4" fmla="*/ 6024 w 6024"/>
                      <a:gd name="connsiteY4" fmla="*/ 3490 h 5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4" h="5142">
                        <a:moveTo>
                          <a:pt x="6024" y="3490"/>
                        </a:moveTo>
                        <a:lnTo>
                          <a:pt x="6024" y="0"/>
                        </a:lnTo>
                        <a:lnTo>
                          <a:pt x="0" y="0"/>
                        </a:lnTo>
                        <a:lnTo>
                          <a:pt x="3049" y="5143"/>
                        </a:lnTo>
                        <a:lnTo>
                          <a:pt x="6024" y="349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01" name="Freeform: Shape 2800">
                    <a:extLst>
                      <a:ext uri="{FF2B5EF4-FFF2-40B4-BE49-F238E27FC236}">
                        <a16:creationId xmlns:a16="http://schemas.microsoft.com/office/drawing/2014/main" id="{500C3D51-1FC1-408A-AC15-8758C32872A9}"/>
                      </a:ext>
                    </a:extLst>
                  </p:cNvPr>
                  <p:cNvSpPr/>
                  <p:nvPr/>
                </p:nvSpPr>
                <p:spPr>
                  <a:xfrm>
                    <a:off x="6496914" y="2856868"/>
                    <a:ext cx="332956" cy="579037"/>
                  </a:xfrm>
                  <a:custGeom>
                    <a:avLst/>
                    <a:gdLst>
                      <a:gd name="connsiteX0" fmla="*/ 332957 w 332956"/>
                      <a:gd name="connsiteY0" fmla="*/ 579037 h 579037"/>
                      <a:gd name="connsiteX1" fmla="*/ 329981 w 332956"/>
                      <a:gd name="connsiteY1" fmla="*/ 573858 h 579037"/>
                      <a:gd name="connsiteX2" fmla="*/ 326969 w 332956"/>
                      <a:gd name="connsiteY2" fmla="*/ 575511 h 579037"/>
                      <a:gd name="connsiteX3" fmla="*/ 323993 w 332956"/>
                      <a:gd name="connsiteY3" fmla="*/ 577164 h 579037"/>
                      <a:gd name="connsiteX4" fmla="*/ 320945 w 332956"/>
                      <a:gd name="connsiteY4" fmla="*/ 572021 h 579037"/>
                      <a:gd name="connsiteX5" fmla="*/ 167800 w 332956"/>
                      <a:gd name="connsiteY5" fmla="*/ 572021 h 579037"/>
                      <a:gd name="connsiteX6" fmla="*/ 14730 w 332956"/>
                      <a:gd name="connsiteY6" fmla="*/ 29167 h 579037"/>
                      <a:gd name="connsiteX7" fmla="*/ 320945 w 332956"/>
                      <a:gd name="connsiteY7" fmla="*/ 572021 h 579037"/>
                      <a:gd name="connsiteX8" fmla="*/ 326969 w 332956"/>
                      <a:gd name="connsiteY8" fmla="*/ 572021 h 579037"/>
                      <a:gd name="connsiteX9" fmla="*/ 326969 w 332956"/>
                      <a:gd name="connsiteY9" fmla="*/ 575511 h 579037"/>
                      <a:gd name="connsiteX10" fmla="*/ 329981 w 332956"/>
                      <a:gd name="connsiteY10" fmla="*/ 573858 h 579037"/>
                      <a:gd name="connsiteX11" fmla="*/ 6355 w 332956"/>
                      <a:gd name="connsiteY11" fmla="*/ 0 h 579037"/>
                      <a:gd name="connsiteX12" fmla="*/ 0 w 332956"/>
                      <a:gd name="connsiteY12" fmla="*/ 2755 h 579037"/>
                      <a:gd name="connsiteX13" fmla="*/ 162401 w 332956"/>
                      <a:gd name="connsiteY13" fmla="*/ 579037 h 579037"/>
                      <a:gd name="connsiteX14" fmla="*/ 332957 w 332956"/>
                      <a:gd name="connsiteY14" fmla="*/ 579037 h 579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2956" h="579037">
                        <a:moveTo>
                          <a:pt x="332957" y="579037"/>
                        </a:moveTo>
                        <a:lnTo>
                          <a:pt x="329981" y="573858"/>
                        </a:lnTo>
                        <a:lnTo>
                          <a:pt x="326969" y="575511"/>
                        </a:lnTo>
                        <a:lnTo>
                          <a:pt x="323993" y="577164"/>
                        </a:lnTo>
                        <a:lnTo>
                          <a:pt x="320945" y="572021"/>
                        </a:lnTo>
                        <a:lnTo>
                          <a:pt x="167800" y="572021"/>
                        </a:lnTo>
                        <a:lnTo>
                          <a:pt x="14730" y="29167"/>
                        </a:lnTo>
                        <a:lnTo>
                          <a:pt x="320945" y="572021"/>
                        </a:lnTo>
                        <a:lnTo>
                          <a:pt x="326969" y="572021"/>
                        </a:lnTo>
                        <a:lnTo>
                          <a:pt x="326969" y="575511"/>
                        </a:lnTo>
                        <a:lnTo>
                          <a:pt x="329981" y="573858"/>
                        </a:lnTo>
                        <a:lnTo>
                          <a:pt x="6355" y="0"/>
                        </a:lnTo>
                        <a:lnTo>
                          <a:pt x="0" y="2755"/>
                        </a:lnTo>
                        <a:lnTo>
                          <a:pt x="162401" y="579037"/>
                        </a:lnTo>
                        <a:lnTo>
                          <a:pt x="332957" y="57903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02" name="Freeform: Shape 2801">
                    <a:extLst>
                      <a:ext uri="{FF2B5EF4-FFF2-40B4-BE49-F238E27FC236}">
                        <a16:creationId xmlns:a16="http://schemas.microsoft.com/office/drawing/2014/main" id="{DB15E31B-D503-5A07-E343-39EB01153369}"/>
                      </a:ext>
                    </a:extLst>
                  </p:cNvPr>
                  <p:cNvSpPr/>
                  <p:nvPr/>
                </p:nvSpPr>
                <p:spPr>
                  <a:xfrm>
                    <a:off x="6006993" y="2853562"/>
                    <a:ext cx="660623" cy="585649"/>
                  </a:xfrm>
                  <a:custGeom>
                    <a:avLst/>
                    <a:gdLst>
                      <a:gd name="connsiteX0" fmla="*/ 495468 w 660623"/>
                      <a:gd name="connsiteY0" fmla="*/ 0 h 585649"/>
                      <a:gd name="connsiteX1" fmla="*/ 491610 w 660623"/>
                      <a:gd name="connsiteY1" fmla="*/ 1837 h 585649"/>
                      <a:gd name="connsiteX2" fmla="*/ 493300 w 660623"/>
                      <a:gd name="connsiteY2" fmla="*/ 4959 h 585649"/>
                      <a:gd name="connsiteX3" fmla="*/ 494806 w 660623"/>
                      <a:gd name="connsiteY3" fmla="*/ 8302 h 585649"/>
                      <a:gd name="connsiteX4" fmla="*/ 491096 w 660623"/>
                      <a:gd name="connsiteY4" fmla="*/ 10139 h 585649"/>
                      <a:gd name="connsiteX5" fmla="*/ 649420 w 660623"/>
                      <a:gd name="connsiteY5" fmla="*/ 572021 h 585649"/>
                      <a:gd name="connsiteX6" fmla="*/ 15722 w 660623"/>
                      <a:gd name="connsiteY6" fmla="*/ 250966 h 585649"/>
                      <a:gd name="connsiteX7" fmla="*/ 491096 w 660623"/>
                      <a:gd name="connsiteY7" fmla="*/ 10139 h 585649"/>
                      <a:gd name="connsiteX8" fmla="*/ 489921 w 660623"/>
                      <a:gd name="connsiteY8" fmla="*/ 6061 h 585649"/>
                      <a:gd name="connsiteX9" fmla="*/ 493300 w 660623"/>
                      <a:gd name="connsiteY9" fmla="*/ 4959 h 585649"/>
                      <a:gd name="connsiteX10" fmla="*/ 491610 w 660623"/>
                      <a:gd name="connsiteY10" fmla="*/ 1837 h 585649"/>
                      <a:gd name="connsiteX11" fmla="*/ 0 w 660623"/>
                      <a:gd name="connsiteY11" fmla="*/ 250966 h 585649"/>
                      <a:gd name="connsiteX12" fmla="*/ 660623 w 660623"/>
                      <a:gd name="connsiteY12" fmla="*/ 585650 h 585649"/>
                      <a:gd name="connsiteX13" fmla="*/ 495468 w 660623"/>
                      <a:gd name="connsiteY13" fmla="*/ 0 h 58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0623" h="585649">
                        <a:moveTo>
                          <a:pt x="495468" y="0"/>
                        </a:moveTo>
                        <a:lnTo>
                          <a:pt x="491610" y="1837"/>
                        </a:lnTo>
                        <a:lnTo>
                          <a:pt x="493300" y="4959"/>
                        </a:lnTo>
                        <a:lnTo>
                          <a:pt x="494806" y="8302"/>
                        </a:lnTo>
                        <a:lnTo>
                          <a:pt x="491096" y="10139"/>
                        </a:lnTo>
                        <a:lnTo>
                          <a:pt x="649420" y="572021"/>
                        </a:lnTo>
                        <a:lnTo>
                          <a:pt x="15722" y="250966"/>
                        </a:lnTo>
                        <a:lnTo>
                          <a:pt x="491096" y="10139"/>
                        </a:lnTo>
                        <a:lnTo>
                          <a:pt x="489921" y="6061"/>
                        </a:lnTo>
                        <a:lnTo>
                          <a:pt x="493300" y="4959"/>
                        </a:lnTo>
                        <a:lnTo>
                          <a:pt x="491610" y="1837"/>
                        </a:lnTo>
                        <a:lnTo>
                          <a:pt x="0" y="250966"/>
                        </a:lnTo>
                        <a:lnTo>
                          <a:pt x="660623" y="585650"/>
                        </a:lnTo>
                        <a:lnTo>
                          <a:pt x="495468"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03" name="Freeform: Shape 2802">
                    <a:extLst>
                      <a:ext uri="{FF2B5EF4-FFF2-40B4-BE49-F238E27FC236}">
                        <a16:creationId xmlns:a16="http://schemas.microsoft.com/office/drawing/2014/main" id="{E5044C1B-3979-F850-5B47-EBBBED21D047}"/>
                      </a:ext>
                    </a:extLst>
                  </p:cNvPr>
                  <p:cNvSpPr/>
                  <p:nvPr/>
                </p:nvSpPr>
                <p:spPr>
                  <a:xfrm>
                    <a:off x="6496914" y="2858521"/>
                    <a:ext cx="4885" cy="5179"/>
                  </a:xfrm>
                  <a:custGeom>
                    <a:avLst/>
                    <a:gdLst>
                      <a:gd name="connsiteX0" fmla="*/ 4885 w 4885"/>
                      <a:gd name="connsiteY0" fmla="*/ 3343 h 5179"/>
                      <a:gd name="connsiteX1" fmla="*/ 3380 w 4885"/>
                      <a:gd name="connsiteY1" fmla="*/ 0 h 5179"/>
                      <a:gd name="connsiteX2" fmla="*/ 0 w 4885"/>
                      <a:gd name="connsiteY2" fmla="*/ 1102 h 5179"/>
                      <a:gd name="connsiteX3" fmla="*/ 1175 w 4885"/>
                      <a:gd name="connsiteY3" fmla="*/ 5179 h 5179"/>
                      <a:gd name="connsiteX4" fmla="*/ 4885 w 4885"/>
                      <a:gd name="connsiteY4" fmla="*/ 3343 h 5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5" h="5179">
                        <a:moveTo>
                          <a:pt x="4885" y="3343"/>
                        </a:moveTo>
                        <a:lnTo>
                          <a:pt x="3380" y="0"/>
                        </a:lnTo>
                        <a:lnTo>
                          <a:pt x="0" y="1102"/>
                        </a:lnTo>
                        <a:lnTo>
                          <a:pt x="1175" y="5179"/>
                        </a:lnTo>
                        <a:lnTo>
                          <a:pt x="4885" y="334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04" name="Freeform: Shape 2803">
                    <a:extLst>
                      <a:ext uri="{FF2B5EF4-FFF2-40B4-BE49-F238E27FC236}">
                        <a16:creationId xmlns:a16="http://schemas.microsoft.com/office/drawing/2014/main" id="{657CFF72-BBB8-E48A-6D40-84188FC96320}"/>
                      </a:ext>
                    </a:extLst>
                  </p:cNvPr>
                  <p:cNvSpPr/>
                  <p:nvPr/>
                </p:nvSpPr>
                <p:spPr>
                  <a:xfrm>
                    <a:off x="6496730" y="2284884"/>
                    <a:ext cx="6538" cy="12893"/>
                  </a:xfrm>
                  <a:custGeom>
                    <a:avLst/>
                    <a:gdLst>
                      <a:gd name="connsiteX0" fmla="*/ 3564 w 6538"/>
                      <a:gd name="connsiteY0" fmla="*/ 0 h 12893"/>
                      <a:gd name="connsiteX1" fmla="*/ 0 w 6538"/>
                      <a:gd name="connsiteY1" fmla="*/ 0 h 12893"/>
                      <a:gd name="connsiteX2" fmla="*/ 0 w 6538"/>
                      <a:gd name="connsiteY2" fmla="*/ 12894 h 12893"/>
                      <a:gd name="connsiteX3" fmla="*/ 6539 w 6538"/>
                      <a:gd name="connsiteY3" fmla="*/ 1837 h 12893"/>
                      <a:gd name="connsiteX4" fmla="*/ 3564 w 6538"/>
                      <a:gd name="connsiteY4" fmla="*/ 0 h 128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8" h="12893">
                        <a:moveTo>
                          <a:pt x="3564" y="0"/>
                        </a:moveTo>
                        <a:lnTo>
                          <a:pt x="0" y="0"/>
                        </a:lnTo>
                        <a:lnTo>
                          <a:pt x="0" y="12894"/>
                        </a:lnTo>
                        <a:lnTo>
                          <a:pt x="6539" y="1837"/>
                        </a:lnTo>
                        <a:lnTo>
                          <a:pt x="3564"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05" name="Freeform: Shape 2804">
                    <a:extLst>
                      <a:ext uri="{FF2B5EF4-FFF2-40B4-BE49-F238E27FC236}">
                        <a16:creationId xmlns:a16="http://schemas.microsoft.com/office/drawing/2014/main" id="{761EA3ED-1D0B-D73F-E14C-61693885F246}"/>
                      </a:ext>
                    </a:extLst>
                  </p:cNvPr>
                  <p:cNvSpPr/>
                  <p:nvPr/>
                </p:nvSpPr>
                <p:spPr>
                  <a:xfrm>
                    <a:off x="6005671" y="2271990"/>
                    <a:ext cx="498038" cy="841207"/>
                  </a:xfrm>
                  <a:custGeom>
                    <a:avLst/>
                    <a:gdLst>
                      <a:gd name="connsiteX0" fmla="*/ 498039 w 498038"/>
                      <a:gd name="connsiteY0" fmla="*/ 0 h 841207"/>
                      <a:gd name="connsiteX1" fmla="*/ 491610 w 498038"/>
                      <a:gd name="connsiteY1" fmla="*/ 11057 h 841207"/>
                      <a:gd name="connsiteX2" fmla="*/ 494623 w 498038"/>
                      <a:gd name="connsiteY2" fmla="*/ 12894 h 841207"/>
                      <a:gd name="connsiteX3" fmla="*/ 497598 w 498038"/>
                      <a:gd name="connsiteY3" fmla="*/ 14730 h 841207"/>
                      <a:gd name="connsiteX4" fmla="*/ 491059 w 498038"/>
                      <a:gd name="connsiteY4" fmla="*/ 25787 h 841207"/>
                      <a:gd name="connsiteX5" fmla="*/ 491059 w 498038"/>
                      <a:gd name="connsiteY5" fmla="*/ 584327 h 841207"/>
                      <a:gd name="connsiteX6" fmla="*/ 18477 w 498038"/>
                      <a:gd name="connsiteY6" fmla="*/ 823869 h 841207"/>
                      <a:gd name="connsiteX7" fmla="*/ 491059 w 498038"/>
                      <a:gd name="connsiteY7" fmla="*/ 25787 h 841207"/>
                      <a:gd name="connsiteX8" fmla="*/ 491059 w 498038"/>
                      <a:gd name="connsiteY8" fmla="*/ 12894 h 841207"/>
                      <a:gd name="connsiteX9" fmla="*/ 494623 w 498038"/>
                      <a:gd name="connsiteY9" fmla="*/ 12894 h 841207"/>
                      <a:gd name="connsiteX10" fmla="*/ 491610 w 498038"/>
                      <a:gd name="connsiteY10" fmla="*/ 11057 h 841207"/>
                      <a:gd name="connsiteX11" fmla="*/ 0 w 498038"/>
                      <a:gd name="connsiteY11" fmla="*/ 841208 h 841207"/>
                      <a:gd name="connsiteX12" fmla="*/ 498039 w 498038"/>
                      <a:gd name="connsiteY12" fmla="*/ 588955 h 841207"/>
                      <a:gd name="connsiteX13" fmla="*/ 498039 w 498038"/>
                      <a:gd name="connsiteY13" fmla="*/ 0 h 841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8038" h="841207">
                        <a:moveTo>
                          <a:pt x="498039" y="0"/>
                        </a:moveTo>
                        <a:lnTo>
                          <a:pt x="491610" y="11057"/>
                        </a:lnTo>
                        <a:lnTo>
                          <a:pt x="494623" y="12894"/>
                        </a:lnTo>
                        <a:lnTo>
                          <a:pt x="497598" y="14730"/>
                        </a:lnTo>
                        <a:lnTo>
                          <a:pt x="491059" y="25787"/>
                        </a:lnTo>
                        <a:lnTo>
                          <a:pt x="491059" y="584327"/>
                        </a:lnTo>
                        <a:lnTo>
                          <a:pt x="18477" y="823869"/>
                        </a:lnTo>
                        <a:lnTo>
                          <a:pt x="491059" y="25787"/>
                        </a:lnTo>
                        <a:lnTo>
                          <a:pt x="491059" y="12894"/>
                        </a:lnTo>
                        <a:lnTo>
                          <a:pt x="494623" y="12894"/>
                        </a:lnTo>
                        <a:lnTo>
                          <a:pt x="491610" y="11057"/>
                        </a:lnTo>
                        <a:lnTo>
                          <a:pt x="0" y="841208"/>
                        </a:lnTo>
                        <a:lnTo>
                          <a:pt x="498039" y="588955"/>
                        </a:lnTo>
                        <a:lnTo>
                          <a:pt x="498039"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06" name="Freeform: Shape 2805">
                    <a:extLst>
                      <a:ext uri="{FF2B5EF4-FFF2-40B4-BE49-F238E27FC236}">
                        <a16:creationId xmlns:a16="http://schemas.microsoft.com/office/drawing/2014/main" id="{43F63D5E-1A2D-958C-198B-9268979DB510}"/>
                      </a:ext>
                    </a:extLst>
                  </p:cNvPr>
                  <p:cNvSpPr/>
                  <p:nvPr/>
                </p:nvSpPr>
                <p:spPr>
                  <a:xfrm>
                    <a:off x="7225018" y="2366947"/>
                    <a:ext cx="6758" cy="11828"/>
                  </a:xfrm>
                  <a:custGeom>
                    <a:avLst/>
                    <a:gdLst>
                      <a:gd name="connsiteX0" fmla="*/ 6759 w 6758"/>
                      <a:gd name="connsiteY0" fmla="*/ 918 h 11828"/>
                      <a:gd name="connsiteX1" fmla="*/ 3343 w 6758"/>
                      <a:gd name="connsiteY1" fmla="*/ 0 h 11828"/>
                      <a:gd name="connsiteX2" fmla="*/ 0 w 6758"/>
                      <a:gd name="connsiteY2" fmla="*/ 1286 h 11828"/>
                      <a:gd name="connsiteX3" fmla="*/ 4077 w 6758"/>
                      <a:gd name="connsiteY3" fmla="*/ 11828 h 11828"/>
                      <a:gd name="connsiteX4" fmla="*/ 6759 w 6758"/>
                      <a:gd name="connsiteY4" fmla="*/ 918 h 11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8" h="11828">
                        <a:moveTo>
                          <a:pt x="6759" y="918"/>
                        </a:moveTo>
                        <a:lnTo>
                          <a:pt x="3343" y="0"/>
                        </a:lnTo>
                        <a:lnTo>
                          <a:pt x="0" y="1286"/>
                        </a:lnTo>
                        <a:lnTo>
                          <a:pt x="4077" y="11828"/>
                        </a:lnTo>
                        <a:lnTo>
                          <a:pt x="6759" y="91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07" name="Freeform: Shape 2806">
                    <a:extLst>
                      <a:ext uri="{FF2B5EF4-FFF2-40B4-BE49-F238E27FC236}">
                        <a16:creationId xmlns:a16="http://schemas.microsoft.com/office/drawing/2014/main" id="{926FB297-2C45-D6E8-1A1B-824EDDDF030E}"/>
                      </a:ext>
                    </a:extLst>
                  </p:cNvPr>
                  <p:cNvSpPr/>
                  <p:nvPr/>
                </p:nvSpPr>
                <p:spPr>
                  <a:xfrm>
                    <a:off x="7222740" y="2365992"/>
                    <a:ext cx="7567" cy="9073"/>
                  </a:xfrm>
                  <a:custGeom>
                    <a:avLst/>
                    <a:gdLst>
                      <a:gd name="connsiteX0" fmla="*/ 5620 w 7567"/>
                      <a:gd name="connsiteY0" fmla="*/ 955 h 9073"/>
                      <a:gd name="connsiteX1" fmla="*/ 2204 w 7567"/>
                      <a:gd name="connsiteY1" fmla="*/ 0 h 9073"/>
                      <a:gd name="connsiteX2" fmla="*/ 0 w 7567"/>
                      <a:gd name="connsiteY2" fmla="*/ 9073 h 9073"/>
                      <a:gd name="connsiteX3" fmla="*/ 7567 w 7567"/>
                      <a:gd name="connsiteY3" fmla="*/ 3894 h 9073"/>
                      <a:gd name="connsiteX4" fmla="*/ 5620 w 7567"/>
                      <a:gd name="connsiteY4" fmla="*/ 955 h 9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7" h="9073">
                        <a:moveTo>
                          <a:pt x="5620" y="955"/>
                        </a:moveTo>
                        <a:lnTo>
                          <a:pt x="2204" y="0"/>
                        </a:lnTo>
                        <a:lnTo>
                          <a:pt x="0" y="9073"/>
                        </a:lnTo>
                        <a:lnTo>
                          <a:pt x="7567" y="3894"/>
                        </a:lnTo>
                        <a:lnTo>
                          <a:pt x="5620" y="95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08" name="Freeform: Shape 2807">
                    <a:extLst>
                      <a:ext uri="{FF2B5EF4-FFF2-40B4-BE49-F238E27FC236}">
                        <a16:creationId xmlns:a16="http://schemas.microsoft.com/office/drawing/2014/main" id="{007FE935-E0E4-492E-D74A-65D9FD759A5D}"/>
                      </a:ext>
                    </a:extLst>
                  </p:cNvPr>
                  <p:cNvSpPr/>
                  <p:nvPr/>
                </p:nvSpPr>
                <p:spPr>
                  <a:xfrm>
                    <a:off x="6494747" y="2358829"/>
                    <a:ext cx="739197" cy="998502"/>
                  </a:xfrm>
                  <a:custGeom>
                    <a:avLst/>
                    <a:gdLst>
                      <a:gd name="connsiteX0" fmla="*/ 739197 w 739197"/>
                      <a:gd name="connsiteY0" fmla="*/ 0 h 998502"/>
                      <a:gd name="connsiteX1" fmla="*/ 731703 w 739197"/>
                      <a:gd name="connsiteY1" fmla="*/ 5143 h 998502"/>
                      <a:gd name="connsiteX2" fmla="*/ 733614 w 739197"/>
                      <a:gd name="connsiteY2" fmla="*/ 8118 h 998502"/>
                      <a:gd name="connsiteX3" fmla="*/ 735561 w 739197"/>
                      <a:gd name="connsiteY3" fmla="*/ 11057 h 998502"/>
                      <a:gd name="connsiteX4" fmla="*/ 727993 w 739197"/>
                      <a:gd name="connsiteY4" fmla="*/ 16237 h 998502"/>
                      <a:gd name="connsiteX5" fmla="*/ 488929 w 739197"/>
                      <a:gd name="connsiteY5" fmla="*/ 984690 h 998502"/>
                      <a:gd name="connsiteX6" fmla="*/ 10983 w 739197"/>
                      <a:gd name="connsiteY6" fmla="*/ 500243 h 998502"/>
                      <a:gd name="connsiteX7" fmla="*/ 727993 w 739197"/>
                      <a:gd name="connsiteY7" fmla="*/ 16237 h 998502"/>
                      <a:gd name="connsiteX8" fmla="*/ 730197 w 739197"/>
                      <a:gd name="connsiteY8" fmla="*/ 7163 h 998502"/>
                      <a:gd name="connsiteX9" fmla="*/ 733614 w 739197"/>
                      <a:gd name="connsiteY9" fmla="*/ 8118 h 998502"/>
                      <a:gd name="connsiteX10" fmla="*/ 731703 w 739197"/>
                      <a:gd name="connsiteY10" fmla="*/ 5143 h 998502"/>
                      <a:gd name="connsiteX11" fmla="*/ 0 w 739197"/>
                      <a:gd name="connsiteY11" fmla="*/ 499141 h 998502"/>
                      <a:gd name="connsiteX12" fmla="*/ 492859 w 739197"/>
                      <a:gd name="connsiteY12" fmla="*/ 998502 h 998502"/>
                      <a:gd name="connsiteX13" fmla="*/ 739197 w 739197"/>
                      <a:gd name="connsiteY13" fmla="*/ 0 h 998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39197" h="998502">
                        <a:moveTo>
                          <a:pt x="739197" y="0"/>
                        </a:moveTo>
                        <a:lnTo>
                          <a:pt x="731703" y="5143"/>
                        </a:lnTo>
                        <a:lnTo>
                          <a:pt x="733614" y="8118"/>
                        </a:lnTo>
                        <a:lnTo>
                          <a:pt x="735561" y="11057"/>
                        </a:lnTo>
                        <a:lnTo>
                          <a:pt x="727993" y="16237"/>
                        </a:lnTo>
                        <a:lnTo>
                          <a:pt x="488929" y="984690"/>
                        </a:lnTo>
                        <a:lnTo>
                          <a:pt x="10983" y="500243"/>
                        </a:lnTo>
                        <a:lnTo>
                          <a:pt x="727993" y="16237"/>
                        </a:lnTo>
                        <a:lnTo>
                          <a:pt x="730197" y="7163"/>
                        </a:lnTo>
                        <a:lnTo>
                          <a:pt x="733614" y="8118"/>
                        </a:lnTo>
                        <a:lnTo>
                          <a:pt x="731703" y="5143"/>
                        </a:lnTo>
                        <a:lnTo>
                          <a:pt x="0" y="499141"/>
                        </a:lnTo>
                        <a:lnTo>
                          <a:pt x="492859" y="998502"/>
                        </a:lnTo>
                        <a:lnTo>
                          <a:pt x="739197"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09" name="Freeform: Shape 2808">
                    <a:extLst>
                      <a:ext uri="{FF2B5EF4-FFF2-40B4-BE49-F238E27FC236}">
                        <a16:creationId xmlns:a16="http://schemas.microsoft.com/office/drawing/2014/main" id="{1DC35B55-E35F-9589-9524-231301DC001D}"/>
                      </a:ext>
                    </a:extLst>
                  </p:cNvPr>
                  <p:cNvSpPr/>
                  <p:nvPr/>
                </p:nvSpPr>
                <p:spPr>
                  <a:xfrm>
                    <a:off x="6497281" y="2856133"/>
                    <a:ext cx="494255" cy="580874"/>
                  </a:xfrm>
                  <a:custGeom>
                    <a:avLst/>
                    <a:gdLst>
                      <a:gd name="connsiteX0" fmla="*/ 494256 w 494255"/>
                      <a:gd name="connsiteY0" fmla="*/ 495321 h 580874"/>
                      <a:gd name="connsiteX1" fmla="*/ 490766 w 494255"/>
                      <a:gd name="connsiteY1" fmla="*/ 491794 h 580874"/>
                      <a:gd name="connsiteX2" fmla="*/ 488341 w 494255"/>
                      <a:gd name="connsiteY2" fmla="*/ 494402 h 580874"/>
                      <a:gd name="connsiteX3" fmla="*/ 485880 w 494255"/>
                      <a:gd name="connsiteY3" fmla="*/ 496790 h 580874"/>
                      <a:gd name="connsiteX4" fmla="*/ 482391 w 494255"/>
                      <a:gd name="connsiteY4" fmla="*/ 493264 h 580874"/>
                      <a:gd name="connsiteX5" fmla="*/ 327998 w 494255"/>
                      <a:gd name="connsiteY5" fmla="*/ 571654 h 580874"/>
                      <a:gd name="connsiteX6" fmla="*/ 19065 w 494255"/>
                      <a:gd name="connsiteY6" fmla="*/ 23987 h 580874"/>
                      <a:gd name="connsiteX7" fmla="*/ 482391 w 494255"/>
                      <a:gd name="connsiteY7" fmla="*/ 493264 h 580874"/>
                      <a:gd name="connsiteX8" fmla="*/ 486762 w 494255"/>
                      <a:gd name="connsiteY8" fmla="*/ 491060 h 580874"/>
                      <a:gd name="connsiteX9" fmla="*/ 488341 w 494255"/>
                      <a:gd name="connsiteY9" fmla="*/ 494402 h 580874"/>
                      <a:gd name="connsiteX10" fmla="*/ 490766 w 494255"/>
                      <a:gd name="connsiteY10" fmla="*/ 491794 h 580874"/>
                      <a:gd name="connsiteX11" fmla="*/ 5473 w 494255"/>
                      <a:gd name="connsiteY11" fmla="*/ 0 h 580874"/>
                      <a:gd name="connsiteX12" fmla="*/ 0 w 494255"/>
                      <a:gd name="connsiteY12" fmla="*/ 4261 h 580874"/>
                      <a:gd name="connsiteX13" fmla="*/ 325243 w 494255"/>
                      <a:gd name="connsiteY13" fmla="*/ 580874 h 580874"/>
                      <a:gd name="connsiteX14" fmla="*/ 494256 w 494255"/>
                      <a:gd name="connsiteY14" fmla="*/ 495321 h 58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4255" h="580874">
                        <a:moveTo>
                          <a:pt x="494256" y="495321"/>
                        </a:moveTo>
                        <a:lnTo>
                          <a:pt x="490766" y="491794"/>
                        </a:lnTo>
                        <a:lnTo>
                          <a:pt x="488341" y="494402"/>
                        </a:lnTo>
                        <a:lnTo>
                          <a:pt x="485880" y="496790"/>
                        </a:lnTo>
                        <a:lnTo>
                          <a:pt x="482391" y="493264"/>
                        </a:lnTo>
                        <a:lnTo>
                          <a:pt x="327998" y="571654"/>
                        </a:lnTo>
                        <a:lnTo>
                          <a:pt x="19065" y="23987"/>
                        </a:lnTo>
                        <a:lnTo>
                          <a:pt x="482391" y="493264"/>
                        </a:lnTo>
                        <a:lnTo>
                          <a:pt x="486762" y="491060"/>
                        </a:lnTo>
                        <a:lnTo>
                          <a:pt x="488341" y="494402"/>
                        </a:lnTo>
                        <a:lnTo>
                          <a:pt x="490766" y="491794"/>
                        </a:lnTo>
                        <a:lnTo>
                          <a:pt x="5473" y="0"/>
                        </a:lnTo>
                        <a:lnTo>
                          <a:pt x="0" y="4261"/>
                        </a:lnTo>
                        <a:lnTo>
                          <a:pt x="325243" y="580874"/>
                        </a:lnTo>
                        <a:lnTo>
                          <a:pt x="494256" y="49532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10" name="Freeform: Shape 2809">
                    <a:extLst>
                      <a:ext uri="{FF2B5EF4-FFF2-40B4-BE49-F238E27FC236}">
                        <a16:creationId xmlns:a16="http://schemas.microsoft.com/office/drawing/2014/main" id="{224FAE96-BB11-C3AA-B4A5-14B23A2C4B99}"/>
                      </a:ext>
                    </a:extLst>
                  </p:cNvPr>
                  <p:cNvSpPr/>
                  <p:nvPr/>
                </p:nvSpPr>
                <p:spPr>
                  <a:xfrm>
                    <a:off x="6979672" y="3347193"/>
                    <a:ext cx="5950" cy="5730"/>
                  </a:xfrm>
                  <a:custGeom>
                    <a:avLst/>
                    <a:gdLst>
                      <a:gd name="connsiteX0" fmla="*/ 5951 w 5950"/>
                      <a:gd name="connsiteY0" fmla="*/ 3343 h 5730"/>
                      <a:gd name="connsiteX1" fmla="*/ 4371 w 5950"/>
                      <a:gd name="connsiteY1" fmla="*/ 0 h 5730"/>
                      <a:gd name="connsiteX2" fmla="*/ 0 w 5950"/>
                      <a:gd name="connsiteY2" fmla="*/ 2204 h 5730"/>
                      <a:gd name="connsiteX3" fmla="*/ 3490 w 5950"/>
                      <a:gd name="connsiteY3" fmla="*/ 5730 h 5730"/>
                      <a:gd name="connsiteX4" fmla="*/ 5951 w 5950"/>
                      <a:gd name="connsiteY4" fmla="*/ 3343 h 5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0" h="5730">
                        <a:moveTo>
                          <a:pt x="5951" y="3343"/>
                        </a:moveTo>
                        <a:lnTo>
                          <a:pt x="4371" y="0"/>
                        </a:lnTo>
                        <a:lnTo>
                          <a:pt x="0" y="2204"/>
                        </a:lnTo>
                        <a:lnTo>
                          <a:pt x="3490" y="5730"/>
                        </a:lnTo>
                        <a:lnTo>
                          <a:pt x="5951" y="334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11" name="Freeform: Shape 2810">
                    <a:extLst>
                      <a:ext uri="{FF2B5EF4-FFF2-40B4-BE49-F238E27FC236}">
                        <a16:creationId xmlns:a16="http://schemas.microsoft.com/office/drawing/2014/main" id="{119D0F17-43AF-D9DC-89CB-1D47D8F1461E}"/>
                      </a:ext>
                    </a:extLst>
                  </p:cNvPr>
                  <p:cNvSpPr/>
                  <p:nvPr/>
                </p:nvSpPr>
                <p:spPr>
                  <a:xfrm>
                    <a:off x="11757510" y="1889002"/>
                    <a:ext cx="434562" cy="226979"/>
                  </a:xfrm>
                  <a:custGeom>
                    <a:avLst/>
                    <a:gdLst>
                      <a:gd name="connsiteX0" fmla="*/ 434563 w 434562"/>
                      <a:gd name="connsiteY0" fmla="*/ 226979 h 226979"/>
                      <a:gd name="connsiteX1" fmla="*/ 434563 w 434562"/>
                      <a:gd name="connsiteY1" fmla="*/ 219596 h 226979"/>
                      <a:gd name="connsiteX2" fmla="*/ 15759 w 434562"/>
                      <a:gd name="connsiteY2" fmla="*/ 148956 h 226979"/>
                      <a:gd name="connsiteX3" fmla="*/ 434563 w 434562"/>
                      <a:gd name="connsiteY3" fmla="*/ 7531 h 226979"/>
                      <a:gd name="connsiteX4" fmla="*/ 434563 w 434562"/>
                      <a:gd name="connsiteY4" fmla="*/ 0 h 226979"/>
                      <a:gd name="connsiteX5" fmla="*/ 0 w 434562"/>
                      <a:gd name="connsiteY5" fmla="*/ 146569 h 226979"/>
                      <a:gd name="connsiteX6" fmla="*/ 552 w 434562"/>
                      <a:gd name="connsiteY6" fmla="*/ 153585 h 226979"/>
                      <a:gd name="connsiteX7" fmla="*/ 434563 w 434562"/>
                      <a:gd name="connsiteY7" fmla="*/ 226979 h 226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4562" h="226979">
                        <a:moveTo>
                          <a:pt x="434563" y="226979"/>
                        </a:moveTo>
                        <a:lnTo>
                          <a:pt x="434563" y="219596"/>
                        </a:lnTo>
                        <a:lnTo>
                          <a:pt x="15759" y="148956"/>
                        </a:lnTo>
                        <a:lnTo>
                          <a:pt x="434563" y="7531"/>
                        </a:lnTo>
                        <a:lnTo>
                          <a:pt x="434563" y="0"/>
                        </a:lnTo>
                        <a:lnTo>
                          <a:pt x="0" y="146569"/>
                        </a:lnTo>
                        <a:lnTo>
                          <a:pt x="552" y="153585"/>
                        </a:lnTo>
                        <a:lnTo>
                          <a:pt x="434563" y="22697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12" name="Freeform: Shape 2811">
                    <a:extLst>
                      <a:ext uri="{FF2B5EF4-FFF2-40B4-BE49-F238E27FC236}">
                        <a16:creationId xmlns:a16="http://schemas.microsoft.com/office/drawing/2014/main" id="{E70DF3EB-65BF-2BF3-D58B-F6C7580245B2}"/>
                      </a:ext>
                    </a:extLst>
                  </p:cNvPr>
                  <p:cNvSpPr/>
                  <p:nvPr/>
                </p:nvSpPr>
                <p:spPr>
                  <a:xfrm>
                    <a:off x="11751266" y="2034285"/>
                    <a:ext cx="440807" cy="669696"/>
                  </a:xfrm>
                  <a:custGeom>
                    <a:avLst/>
                    <a:gdLst>
                      <a:gd name="connsiteX0" fmla="*/ 440807 w 440807"/>
                      <a:gd name="connsiteY0" fmla="*/ 656803 h 669696"/>
                      <a:gd name="connsiteX1" fmla="*/ 14804 w 440807"/>
                      <a:gd name="connsiteY1" fmla="*/ 9624 h 669696"/>
                      <a:gd name="connsiteX2" fmla="*/ 440807 w 440807"/>
                      <a:gd name="connsiteY2" fmla="*/ 81513 h 669696"/>
                      <a:gd name="connsiteX3" fmla="*/ 440807 w 440807"/>
                      <a:gd name="connsiteY3" fmla="*/ 74496 h 669696"/>
                      <a:gd name="connsiteX4" fmla="*/ 0 w 440807"/>
                      <a:gd name="connsiteY4" fmla="*/ 0 h 669696"/>
                      <a:gd name="connsiteX5" fmla="*/ 440807 w 440807"/>
                      <a:gd name="connsiteY5" fmla="*/ 669697 h 669696"/>
                      <a:gd name="connsiteX6" fmla="*/ 440807 w 440807"/>
                      <a:gd name="connsiteY6" fmla="*/ 656803 h 669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807" h="669696">
                        <a:moveTo>
                          <a:pt x="440807" y="656803"/>
                        </a:moveTo>
                        <a:lnTo>
                          <a:pt x="14804" y="9624"/>
                        </a:lnTo>
                        <a:lnTo>
                          <a:pt x="440807" y="81513"/>
                        </a:lnTo>
                        <a:lnTo>
                          <a:pt x="440807" y="74496"/>
                        </a:lnTo>
                        <a:lnTo>
                          <a:pt x="0" y="0"/>
                        </a:lnTo>
                        <a:lnTo>
                          <a:pt x="440807" y="669697"/>
                        </a:lnTo>
                        <a:lnTo>
                          <a:pt x="440807" y="65680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13" name="Freeform: Shape 2812">
                    <a:extLst>
                      <a:ext uri="{FF2B5EF4-FFF2-40B4-BE49-F238E27FC236}">
                        <a16:creationId xmlns:a16="http://schemas.microsoft.com/office/drawing/2014/main" id="{EAD10AC3-A904-46E4-E768-8AAB88088122}"/>
                      </a:ext>
                    </a:extLst>
                  </p:cNvPr>
                  <p:cNvSpPr/>
                  <p:nvPr/>
                </p:nvSpPr>
                <p:spPr>
                  <a:xfrm>
                    <a:off x="8194022" y="3674860"/>
                    <a:ext cx="1625257" cy="1074137"/>
                  </a:xfrm>
                  <a:custGeom>
                    <a:avLst/>
                    <a:gdLst>
                      <a:gd name="connsiteX0" fmla="*/ 1625258 w 1625257"/>
                      <a:gd name="connsiteY0" fmla="*/ 6282 h 1074137"/>
                      <a:gd name="connsiteX1" fmla="*/ 1621767 w 1625257"/>
                      <a:gd name="connsiteY1" fmla="*/ 0 h 1074137"/>
                      <a:gd name="connsiteX2" fmla="*/ 1623053 w 1625257"/>
                      <a:gd name="connsiteY2" fmla="*/ 3343 h 1074137"/>
                      <a:gd name="connsiteX3" fmla="*/ 1624340 w 1625257"/>
                      <a:gd name="connsiteY3" fmla="*/ 6649 h 1074137"/>
                      <a:gd name="connsiteX4" fmla="*/ 1600610 w 1625257"/>
                      <a:gd name="connsiteY4" fmla="*/ 16236 h 1074137"/>
                      <a:gd name="connsiteX5" fmla="*/ 248873 w 1625257"/>
                      <a:gd name="connsiteY5" fmla="*/ 1063632 h 1074137"/>
                      <a:gd name="connsiteX6" fmla="*/ 10249 w 1625257"/>
                      <a:gd name="connsiteY6" fmla="*/ 660917 h 1074137"/>
                      <a:gd name="connsiteX7" fmla="*/ 1600610 w 1625257"/>
                      <a:gd name="connsiteY7" fmla="*/ 16236 h 1074137"/>
                      <a:gd name="connsiteX8" fmla="*/ 1620959 w 1625257"/>
                      <a:gd name="connsiteY8" fmla="*/ 588 h 1074137"/>
                      <a:gd name="connsiteX9" fmla="*/ 1623053 w 1625257"/>
                      <a:gd name="connsiteY9" fmla="*/ 3343 h 1074137"/>
                      <a:gd name="connsiteX10" fmla="*/ 1621767 w 1625257"/>
                      <a:gd name="connsiteY10" fmla="*/ 0 h 1074137"/>
                      <a:gd name="connsiteX11" fmla="*/ 0 w 1625257"/>
                      <a:gd name="connsiteY11" fmla="*/ 657391 h 1074137"/>
                      <a:gd name="connsiteX12" fmla="*/ 246890 w 1625257"/>
                      <a:gd name="connsiteY12" fmla="*/ 1074138 h 1074137"/>
                      <a:gd name="connsiteX13" fmla="*/ 1625258 w 1625257"/>
                      <a:gd name="connsiteY13" fmla="*/ 6282 h 107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5257" h="1074137">
                        <a:moveTo>
                          <a:pt x="1625258" y="6282"/>
                        </a:moveTo>
                        <a:lnTo>
                          <a:pt x="1621767" y="0"/>
                        </a:lnTo>
                        <a:lnTo>
                          <a:pt x="1623053" y="3343"/>
                        </a:lnTo>
                        <a:lnTo>
                          <a:pt x="1624340" y="6649"/>
                        </a:lnTo>
                        <a:lnTo>
                          <a:pt x="1600610" y="16236"/>
                        </a:lnTo>
                        <a:lnTo>
                          <a:pt x="248873" y="1063632"/>
                        </a:lnTo>
                        <a:lnTo>
                          <a:pt x="10249" y="660917"/>
                        </a:lnTo>
                        <a:lnTo>
                          <a:pt x="1600610" y="16236"/>
                        </a:lnTo>
                        <a:lnTo>
                          <a:pt x="1620959" y="588"/>
                        </a:lnTo>
                        <a:lnTo>
                          <a:pt x="1623053" y="3343"/>
                        </a:lnTo>
                        <a:lnTo>
                          <a:pt x="1621767" y="0"/>
                        </a:lnTo>
                        <a:lnTo>
                          <a:pt x="0" y="657391"/>
                        </a:lnTo>
                        <a:lnTo>
                          <a:pt x="246890" y="1074138"/>
                        </a:lnTo>
                        <a:lnTo>
                          <a:pt x="1625258" y="628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14" name="Freeform: Shape 2813">
                    <a:extLst>
                      <a:ext uri="{FF2B5EF4-FFF2-40B4-BE49-F238E27FC236}">
                        <a16:creationId xmlns:a16="http://schemas.microsoft.com/office/drawing/2014/main" id="{8F57F391-DD81-6618-8E21-9015216C1436}"/>
                      </a:ext>
                    </a:extLst>
                  </p:cNvPr>
                  <p:cNvSpPr/>
                  <p:nvPr/>
                </p:nvSpPr>
                <p:spPr>
                  <a:xfrm>
                    <a:off x="9794632" y="3675448"/>
                    <a:ext cx="23729" cy="15648"/>
                  </a:xfrm>
                  <a:custGeom>
                    <a:avLst/>
                    <a:gdLst>
                      <a:gd name="connsiteX0" fmla="*/ 22444 w 23729"/>
                      <a:gd name="connsiteY0" fmla="*/ 2755 h 15648"/>
                      <a:gd name="connsiteX1" fmla="*/ 20350 w 23729"/>
                      <a:gd name="connsiteY1" fmla="*/ 0 h 15648"/>
                      <a:gd name="connsiteX2" fmla="*/ 0 w 23729"/>
                      <a:gd name="connsiteY2" fmla="*/ 15648 h 15648"/>
                      <a:gd name="connsiteX3" fmla="*/ 23730 w 23729"/>
                      <a:gd name="connsiteY3" fmla="*/ 6061 h 15648"/>
                      <a:gd name="connsiteX4" fmla="*/ 22444 w 23729"/>
                      <a:gd name="connsiteY4" fmla="*/ 2755 h 156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29" h="15648">
                        <a:moveTo>
                          <a:pt x="22444" y="2755"/>
                        </a:moveTo>
                        <a:lnTo>
                          <a:pt x="20350" y="0"/>
                        </a:lnTo>
                        <a:lnTo>
                          <a:pt x="0" y="15648"/>
                        </a:lnTo>
                        <a:lnTo>
                          <a:pt x="23730" y="6061"/>
                        </a:lnTo>
                        <a:lnTo>
                          <a:pt x="22444" y="275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15" name="Freeform: Shape 2814">
                    <a:extLst>
                      <a:ext uri="{FF2B5EF4-FFF2-40B4-BE49-F238E27FC236}">
                        <a16:creationId xmlns:a16="http://schemas.microsoft.com/office/drawing/2014/main" id="{AC63E425-A9ED-6342-68CF-0536EFA1652B}"/>
                      </a:ext>
                    </a:extLst>
                  </p:cNvPr>
                  <p:cNvSpPr/>
                  <p:nvPr/>
                </p:nvSpPr>
                <p:spPr>
                  <a:xfrm>
                    <a:off x="7308036" y="4329496"/>
                    <a:ext cx="1140331" cy="418215"/>
                  </a:xfrm>
                  <a:custGeom>
                    <a:avLst/>
                    <a:gdLst>
                      <a:gd name="connsiteX0" fmla="*/ 1140332 w 1140331"/>
                      <a:gd name="connsiteY0" fmla="*/ 418216 h 418215"/>
                      <a:gd name="connsiteX1" fmla="*/ 892598 w 1140331"/>
                      <a:gd name="connsiteY1" fmla="*/ 0 h 418215"/>
                      <a:gd name="connsiteX2" fmla="*/ 889843 w 1140331"/>
                      <a:gd name="connsiteY2" fmla="*/ 1102 h 418215"/>
                      <a:gd name="connsiteX3" fmla="*/ 891129 w 1140331"/>
                      <a:gd name="connsiteY3" fmla="*/ 4408 h 418215"/>
                      <a:gd name="connsiteX4" fmla="*/ 892342 w 1140331"/>
                      <a:gd name="connsiteY4" fmla="*/ 7751 h 418215"/>
                      <a:gd name="connsiteX5" fmla="*/ 889513 w 1140331"/>
                      <a:gd name="connsiteY5" fmla="*/ 8853 h 418215"/>
                      <a:gd name="connsiteX6" fmla="*/ 1127292 w 1140331"/>
                      <a:gd name="connsiteY6" fmla="*/ 410098 h 418215"/>
                      <a:gd name="connsiteX7" fmla="*/ 18036 w 1140331"/>
                      <a:gd name="connsiteY7" fmla="*/ 329871 h 418215"/>
                      <a:gd name="connsiteX8" fmla="*/ 889513 w 1140331"/>
                      <a:gd name="connsiteY8" fmla="*/ 8853 h 418215"/>
                      <a:gd name="connsiteX9" fmla="*/ 888043 w 1140331"/>
                      <a:gd name="connsiteY9" fmla="*/ 6281 h 418215"/>
                      <a:gd name="connsiteX10" fmla="*/ 891129 w 1140331"/>
                      <a:gd name="connsiteY10" fmla="*/ 4408 h 418215"/>
                      <a:gd name="connsiteX11" fmla="*/ 889843 w 1140331"/>
                      <a:gd name="connsiteY11" fmla="*/ 1102 h 418215"/>
                      <a:gd name="connsiteX12" fmla="*/ 0 w 1140331"/>
                      <a:gd name="connsiteY12" fmla="*/ 328952 h 418215"/>
                      <a:gd name="connsiteX13" fmla="*/ 992 w 1140331"/>
                      <a:gd name="connsiteY13" fmla="*/ 335785 h 418215"/>
                      <a:gd name="connsiteX14" fmla="*/ 1140332 w 1140331"/>
                      <a:gd name="connsiteY14" fmla="*/ 418216 h 418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0331" h="418215">
                        <a:moveTo>
                          <a:pt x="1140332" y="418216"/>
                        </a:moveTo>
                        <a:lnTo>
                          <a:pt x="892598" y="0"/>
                        </a:lnTo>
                        <a:lnTo>
                          <a:pt x="889843" y="1102"/>
                        </a:lnTo>
                        <a:lnTo>
                          <a:pt x="891129" y="4408"/>
                        </a:lnTo>
                        <a:lnTo>
                          <a:pt x="892342" y="7751"/>
                        </a:lnTo>
                        <a:lnTo>
                          <a:pt x="889513" y="8853"/>
                        </a:lnTo>
                        <a:lnTo>
                          <a:pt x="1127292" y="410098"/>
                        </a:lnTo>
                        <a:lnTo>
                          <a:pt x="18036" y="329871"/>
                        </a:lnTo>
                        <a:lnTo>
                          <a:pt x="889513" y="8853"/>
                        </a:lnTo>
                        <a:lnTo>
                          <a:pt x="888043" y="6281"/>
                        </a:lnTo>
                        <a:lnTo>
                          <a:pt x="891129" y="4408"/>
                        </a:lnTo>
                        <a:lnTo>
                          <a:pt x="889843" y="1102"/>
                        </a:lnTo>
                        <a:lnTo>
                          <a:pt x="0" y="328952"/>
                        </a:lnTo>
                        <a:lnTo>
                          <a:pt x="992" y="335785"/>
                        </a:lnTo>
                        <a:lnTo>
                          <a:pt x="1140332" y="41821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16" name="Freeform: Shape 2815">
                    <a:extLst>
                      <a:ext uri="{FF2B5EF4-FFF2-40B4-BE49-F238E27FC236}">
                        <a16:creationId xmlns:a16="http://schemas.microsoft.com/office/drawing/2014/main" id="{AEB25CEB-C4A1-7960-ABFC-E352944A765F}"/>
                      </a:ext>
                    </a:extLst>
                  </p:cNvPr>
                  <p:cNvSpPr/>
                  <p:nvPr/>
                </p:nvSpPr>
                <p:spPr>
                  <a:xfrm>
                    <a:off x="8196080" y="4333904"/>
                    <a:ext cx="4298" cy="4445"/>
                  </a:xfrm>
                  <a:custGeom>
                    <a:avLst/>
                    <a:gdLst>
                      <a:gd name="connsiteX0" fmla="*/ 4298 w 4298"/>
                      <a:gd name="connsiteY0" fmla="*/ 3343 h 4445"/>
                      <a:gd name="connsiteX1" fmla="*/ 3086 w 4298"/>
                      <a:gd name="connsiteY1" fmla="*/ 0 h 4445"/>
                      <a:gd name="connsiteX2" fmla="*/ 0 w 4298"/>
                      <a:gd name="connsiteY2" fmla="*/ 1873 h 4445"/>
                      <a:gd name="connsiteX3" fmla="*/ 1470 w 4298"/>
                      <a:gd name="connsiteY3" fmla="*/ 4445 h 4445"/>
                      <a:gd name="connsiteX4" fmla="*/ 4298 w 4298"/>
                      <a:gd name="connsiteY4" fmla="*/ 3343 h 4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98" h="4445">
                        <a:moveTo>
                          <a:pt x="4298" y="3343"/>
                        </a:moveTo>
                        <a:lnTo>
                          <a:pt x="3086" y="0"/>
                        </a:lnTo>
                        <a:lnTo>
                          <a:pt x="0" y="1873"/>
                        </a:lnTo>
                        <a:lnTo>
                          <a:pt x="1470" y="4445"/>
                        </a:lnTo>
                        <a:lnTo>
                          <a:pt x="4298" y="334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17" name="Freeform: Shape 2816">
                    <a:extLst>
                      <a:ext uri="{FF2B5EF4-FFF2-40B4-BE49-F238E27FC236}">
                        <a16:creationId xmlns:a16="http://schemas.microsoft.com/office/drawing/2014/main" id="{F8B39DBA-CD58-B22A-E2C7-5678CCBA876E}"/>
                      </a:ext>
                    </a:extLst>
                  </p:cNvPr>
                  <p:cNvSpPr/>
                  <p:nvPr/>
                </p:nvSpPr>
                <p:spPr>
                  <a:xfrm>
                    <a:off x="7791492" y="3839905"/>
                    <a:ext cx="410391" cy="496973"/>
                  </a:xfrm>
                  <a:custGeom>
                    <a:avLst/>
                    <a:gdLst>
                      <a:gd name="connsiteX0" fmla="*/ 405690 w 410391"/>
                      <a:gd name="connsiteY0" fmla="*/ 496974 h 496973"/>
                      <a:gd name="connsiteX1" fmla="*/ 410392 w 410391"/>
                      <a:gd name="connsiteY1" fmla="*/ 491794 h 496973"/>
                      <a:gd name="connsiteX2" fmla="*/ 407673 w 410391"/>
                      <a:gd name="connsiteY2" fmla="*/ 493998 h 496973"/>
                      <a:gd name="connsiteX3" fmla="*/ 404955 w 410391"/>
                      <a:gd name="connsiteY3" fmla="*/ 496423 h 496973"/>
                      <a:gd name="connsiteX4" fmla="*/ 389123 w 410391"/>
                      <a:gd name="connsiteY4" fmla="*/ 477211 h 496973"/>
                      <a:gd name="connsiteX5" fmla="*/ 167800 w 410391"/>
                      <a:gd name="connsiteY5" fmla="*/ 327703 h 496973"/>
                      <a:gd name="connsiteX6" fmla="*/ 19946 w 410391"/>
                      <a:gd name="connsiteY6" fmla="*/ 28212 h 496973"/>
                      <a:gd name="connsiteX7" fmla="*/ 389123 w 410391"/>
                      <a:gd name="connsiteY7" fmla="*/ 477211 h 496973"/>
                      <a:gd name="connsiteX8" fmla="*/ 409694 w 410391"/>
                      <a:gd name="connsiteY8" fmla="*/ 491060 h 496973"/>
                      <a:gd name="connsiteX9" fmla="*/ 407673 w 410391"/>
                      <a:gd name="connsiteY9" fmla="*/ 493998 h 496973"/>
                      <a:gd name="connsiteX10" fmla="*/ 410392 w 410391"/>
                      <a:gd name="connsiteY10" fmla="*/ 491794 h 496973"/>
                      <a:gd name="connsiteX11" fmla="*/ 5914 w 410391"/>
                      <a:gd name="connsiteY11" fmla="*/ 0 h 496973"/>
                      <a:gd name="connsiteX12" fmla="*/ 0 w 410391"/>
                      <a:gd name="connsiteY12" fmla="*/ 3894 h 496973"/>
                      <a:gd name="connsiteX13" fmla="*/ 162327 w 410391"/>
                      <a:gd name="connsiteY13" fmla="*/ 332663 h 496973"/>
                      <a:gd name="connsiteX14" fmla="*/ 405690 w 410391"/>
                      <a:gd name="connsiteY14" fmla="*/ 496974 h 49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0391" h="496973">
                        <a:moveTo>
                          <a:pt x="405690" y="496974"/>
                        </a:moveTo>
                        <a:lnTo>
                          <a:pt x="410392" y="491794"/>
                        </a:lnTo>
                        <a:lnTo>
                          <a:pt x="407673" y="493998"/>
                        </a:lnTo>
                        <a:lnTo>
                          <a:pt x="404955" y="496423"/>
                        </a:lnTo>
                        <a:lnTo>
                          <a:pt x="389123" y="477211"/>
                        </a:lnTo>
                        <a:lnTo>
                          <a:pt x="167800" y="327703"/>
                        </a:lnTo>
                        <a:lnTo>
                          <a:pt x="19946" y="28212"/>
                        </a:lnTo>
                        <a:lnTo>
                          <a:pt x="389123" y="477211"/>
                        </a:lnTo>
                        <a:lnTo>
                          <a:pt x="409694" y="491060"/>
                        </a:lnTo>
                        <a:lnTo>
                          <a:pt x="407673" y="493998"/>
                        </a:lnTo>
                        <a:lnTo>
                          <a:pt x="410392" y="491794"/>
                        </a:lnTo>
                        <a:lnTo>
                          <a:pt x="5914" y="0"/>
                        </a:lnTo>
                        <a:lnTo>
                          <a:pt x="0" y="3894"/>
                        </a:lnTo>
                        <a:lnTo>
                          <a:pt x="162327" y="332663"/>
                        </a:lnTo>
                        <a:lnTo>
                          <a:pt x="405690" y="49697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18" name="Freeform: Shape 2817">
                    <a:extLst>
                      <a:ext uri="{FF2B5EF4-FFF2-40B4-BE49-F238E27FC236}">
                        <a16:creationId xmlns:a16="http://schemas.microsoft.com/office/drawing/2014/main" id="{4AED8696-4276-294D-4A87-99CE447CDC84}"/>
                      </a:ext>
                    </a:extLst>
                  </p:cNvPr>
                  <p:cNvSpPr/>
                  <p:nvPr/>
                </p:nvSpPr>
                <p:spPr>
                  <a:xfrm>
                    <a:off x="8180615" y="4317116"/>
                    <a:ext cx="20571" cy="19211"/>
                  </a:xfrm>
                  <a:custGeom>
                    <a:avLst/>
                    <a:gdLst>
                      <a:gd name="connsiteX0" fmla="*/ 18551 w 20571"/>
                      <a:gd name="connsiteY0" fmla="*/ 16787 h 19211"/>
                      <a:gd name="connsiteX1" fmla="*/ 20571 w 20571"/>
                      <a:gd name="connsiteY1" fmla="*/ 13849 h 19211"/>
                      <a:gd name="connsiteX2" fmla="*/ 0 w 20571"/>
                      <a:gd name="connsiteY2" fmla="*/ 0 h 19211"/>
                      <a:gd name="connsiteX3" fmla="*/ 15833 w 20571"/>
                      <a:gd name="connsiteY3" fmla="*/ 19212 h 19211"/>
                      <a:gd name="connsiteX4" fmla="*/ 18551 w 20571"/>
                      <a:gd name="connsiteY4" fmla="*/ 16787 h 19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71" h="19211">
                        <a:moveTo>
                          <a:pt x="18551" y="16787"/>
                        </a:moveTo>
                        <a:lnTo>
                          <a:pt x="20571" y="13849"/>
                        </a:lnTo>
                        <a:lnTo>
                          <a:pt x="0" y="0"/>
                        </a:lnTo>
                        <a:lnTo>
                          <a:pt x="15833" y="19212"/>
                        </a:lnTo>
                        <a:lnTo>
                          <a:pt x="18551" y="1678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19" name="Freeform: Shape 2818">
                    <a:extLst>
                      <a:ext uri="{FF2B5EF4-FFF2-40B4-BE49-F238E27FC236}">
                        <a16:creationId xmlns:a16="http://schemas.microsoft.com/office/drawing/2014/main" id="{B4C7E916-C6CD-1B9D-7E4C-56CFE008B1EB}"/>
                      </a:ext>
                    </a:extLst>
                  </p:cNvPr>
                  <p:cNvSpPr/>
                  <p:nvPr/>
                </p:nvSpPr>
                <p:spPr>
                  <a:xfrm>
                    <a:off x="7307155" y="4165736"/>
                    <a:ext cx="899761" cy="499361"/>
                  </a:xfrm>
                  <a:custGeom>
                    <a:avLst/>
                    <a:gdLst>
                      <a:gd name="connsiteX0" fmla="*/ 899761 w 899761"/>
                      <a:gd name="connsiteY0" fmla="*/ 169086 h 499361"/>
                      <a:gd name="connsiteX1" fmla="*/ 649199 w 899761"/>
                      <a:gd name="connsiteY1" fmla="*/ 0 h 499361"/>
                      <a:gd name="connsiteX2" fmla="*/ 647252 w 899761"/>
                      <a:gd name="connsiteY2" fmla="*/ 1506 h 499361"/>
                      <a:gd name="connsiteX3" fmla="*/ 649420 w 899761"/>
                      <a:gd name="connsiteY3" fmla="*/ 4261 h 499361"/>
                      <a:gd name="connsiteX4" fmla="*/ 651404 w 899761"/>
                      <a:gd name="connsiteY4" fmla="*/ 7200 h 499361"/>
                      <a:gd name="connsiteX5" fmla="*/ 649420 w 899761"/>
                      <a:gd name="connsiteY5" fmla="*/ 8669 h 499361"/>
                      <a:gd name="connsiteX6" fmla="*/ 884296 w 899761"/>
                      <a:gd name="connsiteY6" fmla="*/ 167249 h 499361"/>
                      <a:gd name="connsiteX7" fmla="*/ 23290 w 899761"/>
                      <a:gd name="connsiteY7" fmla="*/ 484411 h 499361"/>
                      <a:gd name="connsiteX8" fmla="*/ 649420 w 899761"/>
                      <a:gd name="connsiteY8" fmla="*/ 8669 h 499361"/>
                      <a:gd name="connsiteX9" fmla="*/ 647399 w 899761"/>
                      <a:gd name="connsiteY9" fmla="*/ 7383 h 499361"/>
                      <a:gd name="connsiteX10" fmla="*/ 649420 w 899761"/>
                      <a:gd name="connsiteY10" fmla="*/ 4261 h 499361"/>
                      <a:gd name="connsiteX11" fmla="*/ 647252 w 899761"/>
                      <a:gd name="connsiteY11" fmla="*/ 1506 h 499361"/>
                      <a:gd name="connsiteX12" fmla="*/ 0 w 899761"/>
                      <a:gd name="connsiteY12" fmla="*/ 493080 h 499361"/>
                      <a:gd name="connsiteX13" fmla="*/ 3269 w 899761"/>
                      <a:gd name="connsiteY13" fmla="*/ 499361 h 499361"/>
                      <a:gd name="connsiteX14" fmla="*/ 899761 w 899761"/>
                      <a:gd name="connsiteY14" fmla="*/ 169086 h 499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99761" h="499361">
                        <a:moveTo>
                          <a:pt x="899761" y="169086"/>
                        </a:moveTo>
                        <a:lnTo>
                          <a:pt x="649199" y="0"/>
                        </a:lnTo>
                        <a:lnTo>
                          <a:pt x="647252" y="1506"/>
                        </a:lnTo>
                        <a:lnTo>
                          <a:pt x="649420" y="4261"/>
                        </a:lnTo>
                        <a:lnTo>
                          <a:pt x="651404" y="7200"/>
                        </a:lnTo>
                        <a:lnTo>
                          <a:pt x="649420" y="8669"/>
                        </a:lnTo>
                        <a:lnTo>
                          <a:pt x="884296" y="167249"/>
                        </a:lnTo>
                        <a:lnTo>
                          <a:pt x="23290" y="484411"/>
                        </a:lnTo>
                        <a:lnTo>
                          <a:pt x="649420" y="8669"/>
                        </a:lnTo>
                        <a:lnTo>
                          <a:pt x="647399" y="7383"/>
                        </a:lnTo>
                        <a:lnTo>
                          <a:pt x="649420" y="4261"/>
                        </a:lnTo>
                        <a:lnTo>
                          <a:pt x="647252" y="1506"/>
                        </a:lnTo>
                        <a:lnTo>
                          <a:pt x="0" y="493080"/>
                        </a:lnTo>
                        <a:lnTo>
                          <a:pt x="3269" y="499361"/>
                        </a:lnTo>
                        <a:lnTo>
                          <a:pt x="899761" y="16908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20" name="Freeform: Shape 2819">
                    <a:extLst>
                      <a:ext uri="{FF2B5EF4-FFF2-40B4-BE49-F238E27FC236}">
                        <a16:creationId xmlns:a16="http://schemas.microsoft.com/office/drawing/2014/main" id="{67608FE8-B7C6-8AD9-E4F6-86B382BE5612}"/>
                      </a:ext>
                    </a:extLst>
                  </p:cNvPr>
                  <p:cNvSpPr/>
                  <p:nvPr/>
                </p:nvSpPr>
                <p:spPr>
                  <a:xfrm>
                    <a:off x="7954554" y="4169997"/>
                    <a:ext cx="4004" cy="4408"/>
                  </a:xfrm>
                  <a:custGeom>
                    <a:avLst/>
                    <a:gdLst>
                      <a:gd name="connsiteX0" fmla="*/ 4004 w 4004"/>
                      <a:gd name="connsiteY0" fmla="*/ 2939 h 4408"/>
                      <a:gd name="connsiteX1" fmla="*/ 2021 w 4004"/>
                      <a:gd name="connsiteY1" fmla="*/ 0 h 4408"/>
                      <a:gd name="connsiteX2" fmla="*/ 0 w 4004"/>
                      <a:gd name="connsiteY2" fmla="*/ 3122 h 4408"/>
                      <a:gd name="connsiteX3" fmla="*/ 2021 w 4004"/>
                      <a:gd name="connsiteY3" fmla="*/ 4408 h 4408"/>
                      <a:gd name="connsiteX4" fmla="*/ 4004 w 4004"/>
                      <a:gd name="connsiteY4" fmla="*/ 2939 h 4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4" h="4408">
                        <a:moveTo>
                          <a:pt x="4004" y="2939"/>
                        </a:moveTo>
                        <a:lnTo>
                          <a:pt x="2021" y="0"/>
                        </a:lnTo>
                        <a:lnTo>
                          <a:pt x="0" y="3122"/>
                        </a:lnTo>
                        <a:lnTo>
                          <a:pt x="2021" y="4408"/>
                        </a:lnTo>
                        <a:lnTo>
                          <a:pt x="4004" y="293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21" name="Freeform: Shape 2820">
                    <a:extLst>
                      <a:ext uri="{FF2B5EF4-FFF2-40B4-BE49-F238E27FC236}">
                        <a16:creationId xmlns:a16="http://schemas.microsoft.com/office/drawing/2014/main" id="{73696014-7997-6600-E018-228870AA1108}"/>
                      </a:ext>
                    </a:extLst>
                  </p:cNvPr>
                  <p:cNvSpPr/>
                  <p:nvPr/>
                </p:nvSpPr>
                <p:spPr>
                  <a:xfrm>
                    <a:off x="11674528" y="4412294"/>
                    <a:ext cx="517545" cy="7199"/>
                  </a:xfrm>
                  <a:custGeom>
                    <a:avLst/>
                    <a:gdLst>
                      <a:gd name="connsiteX0" fmla="*/ 6723 w 517545"/>
                      <a:gd name="connsiteY0" fmla="*/ 4775 h 7199"/>
                      <a:gd name="connsiteX1" fmla="*/ 5915 w 517545"/>
                      <a:gd name="connsiteY1" fmla="*/ 7200 h 7199"/>
                      <a:gd name="connsiteX2" fmla="*/ 517545 w 517545"/>
                      <a:gd name="connsiteY2" fmla="*/ 7200 h 7199"/>
                      <a:gd name="connsiteX3" fmla="*/ 517545 w 517545"/>
                      <a:gd name="connsiteY3" fmla="*/ 0 h 7199"/>
                      <a:gd name="connsiteX4" fmla="*/ 735 w 517545"/>
                      <a:gd name="connsiteY4" fmla="*/ 0 h 7199"/>
                      <a:gd name="connsiteX5" fmla="*/ 0 w 517545"/>
                      <a:gd name="connsiteY5" fmla="*/ 2571 h 7199"/>
                      <a:gd name="connsiteX6" fmla="*/ 3270 w 517545"/>
                      <a:gd name="connsiteY6" fmla="*/ 3673 h 7199"/>
                      <a:gd name="connsiteX7" fmla="*/ 6723 w 517545"/>
                      <a:gd name="connsiteY7" fmla="*/ 4775 h 7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545" h="7199">
                        <a:moveTo>
                          <a:pt x="6723" y="4775"/>
                        </a:moveTo>
                        <a:lnTo>
                          <a:pt x="5915" y="7200"/>
                        </a:lnTo>
                        <a:lnTo>
                          <a:pt x="517545" y="7200"/>
                        </a:lnTo>
                        <a:lnTo>
                          <a:pt x="517545" y="0"/>
                        </a:lnTo>
                        <a:lnTo>
                          <a:pt x="735" y="0"/>
                        </a:lnTo>
                        <a:lnTo>
                          <a:pt x="0" y="2571"/>
                        </a:lnTo>
                        <a:lnTo>
                          <a:pt x="3270" y="3673"/>
                        </a:lnTo>
                        <a:lnTo>
                          <a:pt x="6723" y="477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22" name="Freeform: Shape 2821">
                    <a:extLst>
                      <a:ext uri="{FF2B5EF4-FFF2-40B4-BE49-F238E27FC236}">
                        <a16:creationId xmlns:a16="http://schemas.microsoft.com/office/drawing/2014/main" id="{47F6DB5F-1826-9FEB-1A1A-FC960FA49182}"/>
                      </a:ext>
                    </a:extLst>
                  </p:cNvPr>
                  <p:cNvSpPr/>
                  <p:nvPr/>
                </p:nvSpPr>
                <p:spPr>
                  <a:xfrm>
                    <a:off x="11677798" y="4415968"/>
                    <a:ext cx="3452" cy="3526"/>
                  </a:xfrm>
                  <a:custGeom>
                    <a:avLst/>
                    <a:gdLst>
                      <a:gd name="connsiteX0" fmla="*/ 3453 w 3452"/>
                      <a:gd name="connsiteY0" fmla="*/ 1102 h 3526"/>
                      <a:gd name="connsiteX1" fmla="*/ 0 w 3452"/>
                      <a:gd name="connsiteY1" fmla="*/ 0 h 3526"/>
                      <a:gd name="connsiteX2" fmla="*/ 0 w 3452"/>
                      <a:gd name="connsiteY2" fmla="*/ 3526 h 3526"/>
                      <a:gd name="connsiteX3" fmla="*/ 2645 w 3452"/>
                      <a:gd name="connsiteY3" fmla="*/ 3526 h 3526"/>
                      <a:gd name="connsiteX4" fmla="*/ 3453 w 3452"/>
                      <a:gd name="connsiteY4" fmla="*/ 1102 h 3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2" h="3526">
                        <a:moveTo>
                          <a:pt x="3453" y="1102"/>
                        </a:moveTo>
                        <a:lnTo>
                          <a:pt x="0" y="0"/>
                        </a:lnTo>
                        <a:lnTo>
                          <a:pt x="0" y="3526"/>
                        </a:lnTo>
                        <a:lnTo>
                          <a:pt x="2645" y="3526"/>
                        </a:lnTo>
                        <a:lnTo>
                          <a:pt x="3453" y="110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23" name="Freeform: Shape 2822">
                    <a:extLst>
                      <a:ext uri="{FF2B5EF4-FFF2-40B4-BE49-F238E27FC236}">
                        <a16:creationId xmlns:a16="http://schemas.microsoft.com/office/drawing/2014/main" id="{BA875295-0D89-3670-65B1-4857BECB5F75}"/>
                      </a:ext>
                    </a:extLst>
                  </p:cNvPr>
                  <p:cNvSpPr/>
                  <p:nvPr/>
                </p:nvSpPr>
                <p:spPr>
                  <a:xfrm>
                    <a:off x="7791492" y="3842110"/>
                    <a:ext cx="5620" cy="6097"/>
                  </a:xfrm>
                  <a:custGeom>
                    <a:avLst/>
                    <a:gdLst>
                      <a:gd name="connsiteX0" fmla="*/ 5620 w 5620"/>
                      <a:gd name="connsiteY0" fmla="*/ 2608 h 6097"/>
                      <a:gd name="connsiteX1" fmla="*/ 3122 w 5620"/>
                      <a:gd name="connsiteY1" fmla="*/ 0 h 6097"/>
                      <a:gd name="connsiteX2" fmla="*/ 0 w 5620"/>
                      <a:gd name="connsiteY2" fmla="*/ 1690 h 6097"/>
                      <a:gd name="connsiteX3" fmla="*/ 2167 w 5620"/>
                      <a:gd name="connsiteY3" fmla="*/ 6098 h 6097"/>
                      <a:gd name="connsiteX4" fmla="*/ 5620 w 5620"/>
                      <a:gd name="connsiteY4" fmla="*/ 2608 h 6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0" h="6097">
                        <a:moveTo>
                          <a:pt x="5620" y="2608"/>
                        </a:moveTo>
                        <a:lnTo>
                          <a:pt x="3122" y="0"/>
                        </a:lnTo>
                        <a:lnTo>
                          <a:pt x="0" y="1690"/>
                        </a:lnTo>
                        <a:lnTo>
                          <a:pt x="2167" y="6098"/>
                        </a:lnTo>
                        <a:lnTo>
                          <a:pt x="5620" y="260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24" name="Freeform: Shape 2823">
                    <a:extLst>
                      <a:ext uri="{FF2B5EF4-FFF2-40B4-BE49-F238E27FC236}">
                        <a16:creationId xmlns:a16="http://schemas.microsoft.com/office/drawing/2014/main" id="{54EB7C16-2AF8-983F-FAFF-3F1237035342}"/>
                      </a:ext>
                    </a:extLst>
                  </p:cNvPr>
                  <p:cNvSpPr/>
                  <p:nvPr/>
                </p:nvSpPr>
                <p:spPr>
                  <a:xfrm>
                    <a:off x="7544860" y="3836232"/>
                    <a:ext cx="418032" cy="338723"/>
                  </a:xfrm>
                  <a:custGeom>
                    <a:avLst/>
                    <a:gdLst>
                      <a:gd name="connsiteX0" fmla="*/ 250783 w 418032"/>
                      <a:gd name="connsiteY0" fmla="*/ 0 h 338723"/>
                      <a:gd name="connsiteX1" fmla="*/ 247367 w 418032"/>
                      <a:gd name="connsiteY1" fmla="*/ 3490 h 338723"/>
                      <a:gd name="connsiteX2" fmla="*/ 249754 w 418032"/>
                      <a:gd name="connsiteY2" fmla="*/ 5878 h 338723"/>
                      <a:gd name="connsiteX3" fmla="*/ 252253 w 418032"/>
                      <a:gd name="connsiteY3" fmla="*/ 8486 h 338723"/>
                      <a:gd name="connsiteX4" fmla="*/ 248799 w 418032"/>
                      <a:gd name="connsiteY4" fmla="*/ 11975 h 338723"/>
                      <a:gd name="connsiteX5" fmla="*/ 405323 w 418032"/>
                      <a:gd name="connsiteY5" fmla="*/ 328953 h 338723"/>
                      <a:gd name="connsiteX6" fmla="*/ 14400 w 418032"/>
                      <a:gd name="connsiteY6" fmla="*/ 249681 h 338723"/>
                      <a:gd name="connsiteX7" fmla="*/ 248799 w 418032"/>
                      <a:gd name="connsiteY7" fmla="*/ 11975 h 338723"/>
                      <a:gd name="connsiteX8" fmla="*/ 246632 w 418032"/>
                      <a:gd name="connsiteY8" fmla="*/ 7567 h 338723"/>
                      <a:gd name="connsiteX9" fmla="*/ 249754 w 418032"/>
                      <a:gd name="connsiteY9" fmla="*/ 5878 h 338723"/>
                      <a:gd name="connsiteX10" fmla="*/ 247367 w 418032"/>
                      <a:gd name="connsiteY10" fmla="*/ 3490 h 338723"/>
                      <a:gd name="connsiteX11" fmla="*/ 0 w 418032"/>
                      <a:gd name="connsiteY11" fmla="*/ 253905 h 338723"/>
                      <a:gd name="connsiteX12" fmla="*/ 418033 w 418032"/>
                      <a:gd name="connsiteY12" fmla="*/ 338724 h 338723"/>
                      <a:gd name="connsiteX13" fmla="*/ 250783 w 418032"/>
                      <a:gd name="connsiteY13" fmla="*/ 0 h 338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8032" h="338723">
                        <a:moveTo>
                          <a:pt x="250783" y="0"/>
                        </a:moveTo>
                        <a:lnTo>
                          <a:pt x="247367" y="3490"/>
                        </a:lnTo>
                        <a:lnTo>
                          <a:pt x="249754" y="5878"/>
                        </a:lnTo>
                        <a:lnTo>
                          <a:pt x="252253" y="8486"/>
                        </a:lnTo>
                        <a:lnTo>
                          <a:pt x="248799" y="11975"/>
                        </a:lnTo>
                        <a:lnTo>
                          <a:pt x="405323" y="328953"/>
                        </a:lnTo>
                        <a:lnTo>
                          <a:pt x="14400" y="249681"/>
                        </a:lnTo>
                        <a:lnTo>
                          <a:pt x="248799" y="11975"/>
                        </a:lnTo>
                        <a:lnTo>
                          <a:pt x="246632" y="7567"/>
                        </a:lnTo>
                        <a:lnTo>
                          <a:pt x="249754" y="5878"/>
                        </a:lnTo>
                        <a:lnTo>
                          <a:pt x="247367" y="3490"/>
                        </a:lnTo>
                        <a:lnTo>
                          <a:pt x="0" y="253905"/>
                        </a:lnTo>
                        <a:lnTo>
                          <a:pt x="418033" y="338724"/>
                        </a:lnTo>
                        <a:lnTo>
                          <a:pt x="250783"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25" name="Freeform: Shape 2824">
                    <a:extLst>
                      <a:ext uri="{FF2B5EF4-FFF2-40B4-BE49-F238E27FC236}">
                        <a16:creationId xmlns:a16="http://schemas.microsoft.com/office/drawing/2014/main" id="{07C575DB-F7D4-D576-843A-C68FA54C4D66}"/>
                      </a:ext>
                    </a:extLst>
                  </p:cNvPr>
                  <p:cNvSpPr/>
                  <p:nvPr/>
                </p:nvSpPr>
                <p:spPr>
                  <a:xfrm>
                    <a:off x="7551325" y="4088117"/>
                    <a:ext cx="3857" cy="4040"/>
                  </a:xfrm>
                  <a:custGeom>
                    <a:avLst/>
                    <a:gdLst>
                      <a:gd name="connsiteX0" fmla="*/ 3857 w 3857"/>
                      <a:gd name="connsiteY0" fmla="*/ 1286 h 4040"/>
                      <a:gd name="connsiteX1" fmla="*/ 588 w 3857"/>
                      <a:gd name="connsiteY1" fmla="*/ 0 h 4040"/>
                      <a:gd name="connsiteX2" fmla="*/ 0 w 3857"/>
                      <a:gd name="connsiteY2" fmla="*/ 3490 h 4040"/>
                      <a:gd name="connsiteX3" fmla="*/ 2755 w 3857"/>
                      <a:gd name="connsiteY3" fmla="*/ 4041 h 4040"/>
                      <a:gd name="connsiteX4" fmla="*/ 3857 w 3857"/>
                      <a:gd name="connsiteY4" fmla="*/ 1286 h 4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7" h="4040">
                        <a:moveTo>
                          <a:pt x="3857" y="1286"/>
                        </a:moveTo>
                        <a:lnTo>
                          <a:pt x="588" y="0"/>
                        </a:lnTo>
                        <a:lnTo>
                          <a:pt x="0" y="3490"/>
                        </a:lnTo>
                        <a:lnTo>
                          <a:pt x="2755" y="4041"/>
                        </a:lnTo>
                        <a:lnTo>
                          <a:pt x="3857" y="128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26" name="Freeform: Shape 2825">
                    <a:extLst>
                      <a:ext uri="{FF2B5EF4-FFF2-40B4-BE49-F238E27FC236}">
                        <a16:creationId xmlns:a16="http://schemas.microsoft.com/office/drawing/2014/main" id="{B1AC7BCD-CF4F-32A3-8EFC-A36C2CBB035A}"/>
                      </a:ext>
                    </a:extLst>
                  </p:cNvPr>
                  <p:cNvSpPr/>
                  <p:nvPr/>
                </p:nvSpPr>
                <p:spPr>
                  <a:xfrm>
                    <a:off x="7300836" y="4084076"/>
                    <a:ext cx="664113" cy="588588"/>
                  </a:xfrm>
                  <a:custGeom>
                    <a:avLst/>
                    <a:gdLst>
                      <a:gd name="connsiteX0" fmla="*/ 249093 w 664113"/>
                      <a:gd name="connsiteY0" fmla="*/ 0 h 588588"/>
                      <a:gd name="connsiteX1" fmla="*/ 247954 w 664113"/>
                      <a:gd name="connsiteY1" fmla="*/ 2571 h 588588"/>
                      <a:gd name="connsiteX2" fmla="*/ 251077 w 664113"/>
                      <a:gd name="connsiteY2" fmla="*/ 4041 h 588588"/>
                      <a:gd name="connsiteX3" fmla="*/ 254346 w 664113"/>
                      <a:gd name="connsiteY3" fmla="*/ 5326 h 588588"/>
                      <a:gd name="connsiteX4" fmla="*/ 253244 w 664113"/>
                      <a:gd name="connsiteY4" fmla="*/ 8082 h 588588"/>
                      <a:gd name="connsiteX5" fmla="*/ 647215 w 664113"/>
                      <a:gd name="connsiteY5" fmla="*/ 87941 h 588588"/>
                      <a:gd name="connsiteX6" fmla="*/ 16861 w 664113"/>
                      <a:gd name="connsiteY6" fmla="*/ 566805 h 588588"/>
                      <a:gd name="connsiteX7" fmla="*/ 253244 w 664113"/>
                      <a:gd name="connsiteY7" fmla="*/ 8082 h 588588"/>
                      <a:gd name="connsiteX8" fmla="*/ 250489 w 664113"/>
                      <a:gd name="connsiteY8" fmla="*/ 7530 h 588588"/>
                      <a:gd name="connsiteX9" fmla="*/ 251077 w 664113"/>
                      <a:gd name="connsiteY9" fmla="*/ 4041 h 588588"/>
                      <a:gd name="connsiteX10" fmla="*/ 247954 w 664113"/>
                      <a:gd name="connsiteY10" fmla="*/ 2571 h 588588"/>
                      <a:gd name="connsiteX11" fmla="*/ 0 w 664113"/>
                      <a:gd name="connsiteY11" fmla="*/ 588588 h 588588"/>
                      <a:gd name="connsiteX12" fmla="*/ 664113 w 664113"/>
                      <a:gd name="connsiteY12" fmla="*/ 84084 h 588588"/>
                      <a:gd name="connsiteX13" fmla="*/ 249093 w 664113"/>
                      <a:gd name="connsiteY13" fmla="*/ 0 h 58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4113" h="588588">
                        <a:moveTo>
                          <a:pt x="249093" y="0"/>
                        </a:moveTo>
                        <a:lnTo>
                          <a:pt x="247954" y="2571"/>
                        </a:lnTo>
                        <a:lnTo>
                          <a:pt x="251077" y="4041"/>
                        </a:lnTo>
                        <a:lnTo>
                          <a:pt x="254346" y="5326"/>
                        </a:lnTo>
                        <a:lnTo>
                          <a:pt x="253244" y="8082"/>
                        </a:lnTo>
                        <a:lnTo>
                          <a:pt x="647215" y="87941"/>
                        </a:lnTo>
                        <a:lnTo>
                          <a:pt x="16861" y="566805"/>
                        </a:lnTo>
                        <a:lnTo>
                          <a:pt x="253244" y="8082"/>
                        </a:lnTo>
                        <a:lnTo>
                          <a:pt x="250489" y="7530"/>
                        </a:lnTo>
                        <a:lnTo>
                          <a:pt x="251077" y="4041"/>
                        </a:lnTo>
                        <a:lnTo>
                          <a:pt x="247954" y="2571"/>
                        </a:lnTo>
                        <a:lnTo>
                          <a:pt x="0" y="588588"/>
                        </a:lnTo>
                        <a:lnTo>
                          <a:pt x="664113" y="84084"/>
                        </a:lnTo>
                        <a:lnTo>
                          <a:pt x="249093"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27" name="Freeform: Shape 2826">
                    <a:extLst>
                      <a:ext uri="{FF2B5EF4-FFF2-40B4-BE49-F238E27FC236}">
                        <a16:creationId xmlns:a16="http://schemas.microsoft.com/office/drawing/2014/main" id="{D1AF3586-8AEB-C842-3E66-D1C82BBCA82B}"/>
                      </a:ext>
                    </a:extLst>
                  </p:cNvPr>
                  <p:cNvSpPr/>
                  <p:nvPr/>
                </p:nvSpPr>
                <p:spPr>
                  <a:xfrm>
                    <a:off x="7788958" y="3839722"/>
                    <a:ext cx="5656" cy="5546"/>
                  </a:xfrm>
                  <a:custGeom>
                    <a:avLst/>
                    <a:gdLst>
                      <a:gd name="connsiteX0" fmla="*/ 5656 w 5656"/>
                      <a:gd name="connsiteY0" fmla="*/ 2388 h 5546"/>
                      <a:gd name="connsiteX1" fmla="*/ 3269 w 5656"/>
                      <a:gd name="connsiteY1" fmla="*/ 0 h 5546"/>
                      <a:gd name="connsiteX2" fmla="*/ 0 w 5656"/>
                      <a:gd name="connsiteY2" fmla="*/ 3159 h 5546"/>
                      <a:gd name="connsiteX3" fmla="*/ 3856 w 5656"/>
                      <a:gd name="connsiteY3" fmla="*/ 5547 h 5546"/>
                      <a:gd name="connsiteX4" fmla="*/ 5656 w 5656"/>
                      <a:gd name="connsiteY4" fmla="*/ 2388 h 5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6" h="5546">
                        <a:moveTo>
                          <a:pt x="5656" y="2388"/>
                        </a:moveTo>
                        <a:lnTo>
                          <a:pt x="3269" y="0"/>
                        </a:lnTo>
                        <a:lnTo>
                          <a:pt x="0" y="3159"/>
                        </a:lnTo>
                        <a:lnTo>
                          <a:pt x="3856" y="5547"/>
                        </a:lnTo>
                        <a:lnTo>
                          <a:pt x="5656" y="238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28" name="Freeform: Shape 2827">
                    <a:extLst>
                      <a:ext uri="{FF2B5EF4-FFF2-40B4-BE49-F238E27FC236}">
                        <a16:creationId xmlns:a16="http://schemas.microsoft.com/office/drawing/2014/main" id="{FEEBB464-3ECE-D443-23E4-ABB4152CC3E9}"/>
                      </a:ext>
                    </a:extLst>
                  </p:cNvPr>
                  <p:cNvSpPr/>
                  <p:nvPr/>
                </p:nvSpPr>
                <p:spPr>
                  <a:xfrm>
                    <a:off x="6982868" y="3347377"/>
                    <a:ext cx="817513" cy="746066"/>
                  </a:xfrm>
                  <a:custGeom>
                    <a:avLst/>
                    <a:gdLst>
                      <a:gd name="connsiteX0" fmla="*/ 817514 w 817513"/>
                      <a:gd name="connsiteY0" fmla="*/ 494182 h 746066"/>
                      <a:gd name="connsiteX1" fmla="*/ 813583 w 817513"/>
                      <a:gd name="connsiteY1" fmla="*/ 491794 h 746066"/>
                      <a:gd name="connsiteX2" fmla="*/ 811746 w 817513"/>
                      <a:gd name="connsiteY2" fmla="*/ 494733 h 746066"/>
                      <a:gd name="connsiteX3" fmla="*/ 809947 w 817513"/>
                      <a:gd name="connsiteY3" fmla="*/ 497892 h 746066"/>
                      <a:gd name="connsiteX4" fmla="*/ 806090 w 817513"/>
                      <a:gd name="connsiteY4" fmla="*/ 495504 h 746066"/>
                      <a:gd name="connsiteX5" fmla="*/ 569413 w 817513"/>
                      <a:gd name="connsiteY5" fmla="*/ 735193 h 746066"/>
                      <a:gd name="connsiteX6" fmla="*/ 17191 w 817513"/>
                      <a:gd name="connsiteY6" fmla="*/ 16053 h 746066"/>
                      <a:gd name="connsiteX7" fmla="*/ 806090 w 817513"/>
                      <a:gd name="connsiteY7" fmla="*/ 495504 h 746066"/>
                      <a:gd name="connsiteX8" fmla="*/ 809359 w 817513"/>
                      <a:gd name="connsiteY8" fmla="*/ 492345 h 746066"/>
                      <a:gd name="connsiteX9" fmla="*/ 811746 w 817513"/>
                      <a:gd name="connsiteY9" fmla="*/ 494733 h 746066"/>
                      <a:gd name="connsiteX10" fmla="*/ 813583 w 817513"/>
                      <a:gd name="connsiteY10" fmla="*/ 491794 h 746066"/>
                      <a:gd name="connsiteX11" fmla="*/ 4592 w 817513"/>
                      <a:gd name="connsiteY11" fmla="*/ 0 h 746066"/>
                      <a:gd name="connsiteX12" fmla="*/ 0 w 817513"/>
                      <a:gd name="connsiteY12" fmla="*/ 5179 h 746066"/>
                      <a:gd name="connsiteX13" fmla="*/ 568825 w 817513"/>
                      <a:gd name="connsiteY13" fmla="*/ 746067 h 746066"/>
                      <a:gd name="connsiteX14" fmla="*/ 817514 w 817513"/>
                      <a:gd name="connsiteY14" fmla="*/ 494182 h 74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7513" h="746066">
                        <a:moveTo>
                          <a:pt x="817514" y="494182"/>
                        </a:moveTo>
                        <a:lnTo>
                          <a:pt x="813583" y="491794"/>
                        </a:lnTo>
                        <a:lnTo>
                          <a:pt x="811746" y="494733"/>
                        </a:lnTo>
                        <a:lnTo>
                          <a:pt x="809947" y="497892"/>
                        </a:lnTo>
                        <a:lnTo>
                          <a:pt x="806090" y="495504"/>
                        </a:lnTo>
                        <a:lnTo>
                          <a:pt x="569413" y="735193"/>
                        </a:lnTo>
                        <a:lnTo>
                          <a:pt x="17191" y="16053"/>
                        </a:lnTo>
                        <a:lnTo>
                          <a:pt x="806090" y="495504"/>
                        </a:lnTo>
                        <a:lnTo>
                          <a:pt x="809359" y="492345"/>
                        </a:lnTo>
                        <a:lnTo>
                          <a:pt x="811746" y="494733"/>
                        </a:lnTo>
                        <a:lnTo>
                          <a:pt x="813583" y="491794"/>
                        </a:lnTo>
                        <a:lnTo>
                          <a:pt x="4592" y="0"/>
                        </a:lnTo>
                        <a:lnTo>
                          <a:pt x="0" y="5179"/>
                        </a:lnTo>
                        <a:lnTo>
                          <a:pt x="568825" y="746067"/>
                        </a:lnTo>
                        <a:lnTo>
                          <a:pt x="817514" y="49418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29" name="Freeform: Shape 2828">
                    <a:extLst>
                      <a:ext uri="{FF2B5EF4-FFF2-40B4-BE49-F238E27FC236}">
                        <a16:creationId xmlns:a16="http://schemas.microsoft.com/office/drawing/2014/main" id="{208DE86B-1C60-6D01-3A75-7A1E086D8DDC}"/>
                      </a:ext>
                    </a:extLst>
                  </p:cNvPr>
                  <p:cNvSpPr/>
                  <p:nvPr/>
                </p:nvSpPr>
                <p:spPr>
                  <a:xfrm>
                    <a:off x="6982868" y="3350536"/>
                    <a:ext cx="4371" cy="4408"/>
                  </a:xfrm>
                  <a:custGeom>
                    <a:avLst/>
                    <a:gdLst>
                      <a:gd name="connsiteX0" fmla="*/ 4371 w 4371"/>
                      <a:gd name="connsiteY0" fmla="*/ 3122 h 4408"/>
                      <a:gd name="connsiteX1" fmla="*/ 2755 w 4371"/>
                      <a:gd name="connsiteY1" fmla="*/ 0 h 4408"/>
                      <a:gd name="connsiteX2" fmla="*/ 0 w 4371"/>
                      <a:gd name="connsiteY2" fmla="*/ 2020 h 4408"/>
                      <a:gd name="connsiteX3" fmla="*/ 1837 w 4371"/>
                      <a:gd name="connsiteY3" fmla="*/ 4408 h 4408"/>
                      <a:gd name="connsiteX4" fmla="*/ 4371 w 4371"/>
                      <a:gd name="connsiteY4" fmla="*/ 3122 h 4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1" h="4408">
                        <a:moveTo>
                          <a:pt x="4371" y="3122"/>
                        </a:moveTo>
                        <a:lnTo>
                          <a:pt x="2755" y="0"/>
                        </a:lnTo>
                        <a:lnTo>
                          <a:pt x="0" y="2020"/>
                        </a:lnTo>
                        <a:lnTo>
                          <a:pt x="1837" y="4408"/>
                        </a:lnTo>
                        <a:lnTo>
                          <a:pt x="4371" y="312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30" name="Freeform: Shape 2829">
                    <a:extLst>
                      <a:ext uri="{FF2B5EF4-FFF2-40B4-BE49-F238E27FC236}">
                        <a16:creationId xmlns:a16="http://schemas.microsoft.com/office/drawing/2014/main" id="{56A1D81D-D27D-E387-431D-0B67BD7EF676}"/>
                      </a:ext>
                    </a:extLst>
                  </p:cNvPr>
                  <p:cNvSpPr/>
                  <p:nvPr/>
                </p:nvSpPr>
                <p:spPr>
                  <a:xfrm>
                    <a:off x="6817638" y="3345907"/>
                    <a:ext cx="737176" cy="744780"/>
                  </a:xfrm>
                  <a:custGeom>
                    <a:avLst/>
                    <a:gdLst>
                      <a:gd name="connsiteX0" fmla="*/ 737177 w 737176"/>
                      <a:gd name="connsiteY0" fmla="*/ 740006 h 744780"/>
                      <a:gd name="connsiteX1" fmla="*/ 169087 w 737176"/>
                      <a:gd name="connsiteY1" fmla="*/ 0 h 744780"/>
                      <a:gd name="connsiteX2" fmla="*/ 166405 w 737176"/>
                      <a:gd name="connsiteY2" fmla="*/ 1286 h 744780"/>
                      <a:gd name="connsiteX3" fmla="*/ 167985 w 737176"/>
                      <a:gd name="connsiteY3" fmla="*/ 4629 h 744780"/>
                      <a:gd name="connsiteX4" fmla="*/ 169601 w 737176"/>
                      <a:gd name="connsiteY4" fmla="*/ 7751 h 744780"/>
                      <a:gd name="connsiteX5" fmla="*/ 167066 w 737176"/>
                      <a:gd name="connsiteY5" fmla="*/ 9037 h 744780"/>
                      <a:gd name="connsiteX6" fmla="*/ 708010 w 737176"/>
                      <a:gd name="connsiteY6" fmla="*/ 713631 h 744780"/>
                      <a:gd name="connsiteX7" fmla="*/ 12526 w 737176"/>
                      <a:gd name="connsiteY7" fmla="*/ 87390 h 744780"/>
                      <a:gd name="connsiteX8" fmla="*/ 167066 w 737176"/>
                      <a:gd name="connsiteY8" fmla="*/ 9037 h 744780"/>
                      <a:gd name="connsiteX9" fmla="*/ 165230 w 737176"/>
                      <a:gd name="connsiteY9" fmla="*/ 6649 h 744780"/>
                      <a:gd name="connsiteX10" fmla="*/ 167985 w 737176"/>
                      <a:gd name="connsiteY10" fmla="*/ 4629 h 744780"/>
                      <a:gd name="connsiteX11" fmla="*/ 166405 w 737176"/>
                      <a:gd name="connsiteY11" fmla="*/ 1286 h 744780"/>
                      <a:gd name="connsiteX12" fmla="*/ 0 w 737176"/>
                      <a:gd name="connsiteY12" fmla="*/ 85553 h 744780"/>
                      <a:gd name="connsiteX13" fmla="*/ 731998 w 737176"/>
                      <a:gd name="connsiteY13" fmla="*/ 744781 h 744780"/>
                      <a:gd name="connsiteX14" fmla="*/ 737177 w 737176"/>
                      <a:gd name="connsiteY14" fmla="*/ 740006 h 744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7176" h="744780">
                        <a:moveTo>
                          <a:pt x="737177" y="740006"/>
                        </a:moveTo>
                        <a:lnTo>
                          <a:pt x="169087" y="0"/>
                        </a:lnTo>
                        <a:lnTo>
                          <a:pt x="166405" y="1286"/>
                        </a:lnTo>
                        <a:lnTo>
                          <a:pt x="167985" y="4629"/>
                        </a:lnTo>
                        <a:lnTo>
                          <a:pt x="169601" y="7751"/>
                        </a:lnTo>
                        <a:lnTo>
                          <a:pt x="167066" y="9037"/>
                        </a:lnTo>
                        <a:lnTo>
                          <a:pt x="708010" y="713631"/>
                        </a:lnTo>
                        <a:lnTo>
                          <a:pt x="12526" y="87390"/>
                        </a:lnTo>
                        <a:lnTo>
                          <a:pt x="167066" y="9037"/>
                        </a:lnTo>
                        <a:lnTo>
                          <a:pt x="165230" y="6649"/>
                        </a:lnTo>
                        <a:lnTo>
                          <a:pt x="167985" y="4629"/>
                        </a:lnTo>
                        <a:lnTo>
                          <a:pt x="166405" y="1286"/>
                        </a:lnTo>
                        <a:lnTo>
                          <a:pt x="0" y="85553"/>
                        </a:lnTo>
                        <a:lnTo>
                          <a:pt x="731998" y="744781"/>
                        </a:lnTo>
                        <a:lnTo>
                          <a:pt x="737177" y="74000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31" name="Freeform: Shape 2830">
                    <a:extLst>
                      <a:ext uri="{FF2B5EF4-FFF2-40B4-BE49-F238E27FC236}">
                        <a16:creationId xmlns:a16="http://schemas.microsoft.com/office/drawing/2014/main" id="{FE5E8B7B-3079-3B24-CA24-F4FD5E3A4CAB}"/>
                      </a:ext>
                    </a:extLst>
                  </p:cNvPr>
                  <p:cNvSpPr/>
                  <p:nvPr/>
                </p:nvSpPr>
                <p:spPr>
                  <a:xfrm>
                    <a:off x="7305759" y="4661754"/>
                    <a:ext cx="6538" cy="10726"/>
                  </a:xfrm>
                  <a:custGeom>
                    <a:avLst/>
                    <a:gdLst>
                      <a:gd name="connsiteX0" fmla="*/ 6539 w 6538"/>
                      <a:gd name="connsiteY0" fmla="*/ 1837 h 10726"/>
                      <a:gd name="connsiteX1" fmla="*/ 3564 w 6538"/>
                      <a:gd name="connsiteY1" fmla="*/ 0 h 10726"/>
                      <a:gd name="connsiteX2" fmla="*/ 0 w 6538"/>
                      <a:gd name="connsiteY2" fmla="*/ 551 h 10726"/>
                      <a:gd name="connsiteX3" fmla="*/ 1543 w 6538"/>
                      <a:gd name="connsiteY3" fmla="*/ 10726 h 10726"/>
                      <a:gd name="connsiteX4" fmla="*/ 6539 w 6538"/>
                      <a:gd name="connsiteY4" fmla="*/ 1837 h 107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8" h="10726">
                        <a:moveTo>
                          <a:pt x="6539" y="1837"/>
                        </a:moveTo>
                        <a:lnTo>
                          <a:pt x="3564" y="0"/>
                        </a:lnTo>
                        <a:lnTo>
                          <a:pt x="0" y="551"/>
                        </a:lnTo>
                        <a:lnTo>
                          <a:pt x="1543" y="10726"/>
                        </a:lnTo>
                        <a:lnTo>
                          <a:pt x="6539" y="183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32" name="Freeform: Shape 2831">
                    <a:extLst>
                      <a:ext uri="{FF2B5EF4-FFF2-40B4-BE49-F238E27FC236}">
                        <a16:creationId xmlns:a16="http://schemas.microsoft.com/office/drawing/2014/main" id="{8E5C4CB3-50EA-8248-56DC-C71064D5DC66}"/>
                      </a:ext>
                    </a:extLst>
                  </p:cNvPr>
                  <p:cNvSpPr/>
                  <p:nvPr/>
                </p:nvSpPr>
                <p:spPr>
                  <a:xfrm>
                    <a:off x="7311049" y="4664876"/>
                    <a:ext cx="36" cy="36"/>
                  </a:xfrm>
                  <a:custGeom>
                    <a:avLst/>
                    <a:gdLst>
                      <a:gd name="connsiteX0" fmla="*/ 37 w 36"/>
                      <a:gd name="connsiteY0" fmla="*/ 0 h 36"/>
                      <a:gd name="connsiteX1" fmla="*/ 0 w 36"/>
                      <a:gd name="connsiteY1" fmla="*/ 37 h 36"/>
                      <a:gd name="connsiteX2" fmla="*/ 37 w 36"/>
                      <a:gd name="connsiteY2" fmla="*/ 37 h 36"/>
                      <a:gd name="connsiteX3" fmla="*/ 37 w 36"/>
                      <a:gd name="connsiteY3" fmla="*/ 0 h 36"/>
                    </a:gdLst>
                    <a:ahLst/>
                    <a:cxnLst>
                      <a:cxn ang="0">
                        <a:pos x="connsiteX0" y="connsiteY0"/>
                      </a:cxn>
                      <a:cxn ang="0">
                        <a:pos x="connsiteX1" y="connsiteY1"/>
                      </a:cxn>
                      <a:cxn ang="0">
                        <a:pos x="connsiteX2" y="connsiteY2"/>
                      </a:cxn>
                      <a:cxn ang="0">
                        <a:pos x="connsiteX3" y="connsiteY3"/>
                      </a:cxn>
                    </a:cxnLst>
                    <a:rect l="l" t="t" r="r" b="b"/>
                    <a:pathLst>
                      <a:path w="36" h="36">
                        <a:moveTo>
                          <a:pt x="37" y="0"/>
                        </a:moveTo>
                        <a:lnTo>
                          <a:pt x="0" y="37"/>
                        </a:lnTo>
                        <a:lnTo>
                          <a:pt x="37" y="37"/>
                        </a:lnTo>
                        <a:lnTo>
                          <a:pt x="37"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33" name="Freeform: Shape 2832">
                    <a:extLst>
                      <a:ext uri="{FF2B5EF4-FFF2-40B4-BE49-F238E27FC236}">
                        <a16:creationId xmlns:a16="http://schemas.microsoft.com/office/drawing/2014/main" id="{8037A898-6D7E-5576-EF91-3F28BC51BA3C}"/>
                      </a:ext>
                    </a:extLst>
                  </p:cNvPr>
                  <p:cNvSpPr/>
                  <p:nvPr/>
                </p:nvSpPr>
                <p:spPr>
                  <a:xfrm>
                    <a:off x="7307522" y="4658632"/>
                    <a:ext cx="4003" cy="6244"/>
                  </a:xfrm>
                  <a:custGeom>
                    <a:avLst/>
                    <a:gdLst>
                      <a:gd name="connsiteX0" fmla="*/ 3563 w 4003"/>
                      <a:gd name="connsiteY0" fmla="*/ 6245 h 6244"/>
                      <a:gd name="connsiteX1" fmla="*/ 4004 w 4003"/>
                      <a:gd name="connsiteY1" fmla="*/ 5877 h 6244"/>
                      <a:gd name="connsiteX2" fmla="*/ 0 w 4003"/>
                      <a:gd name="connsiteY2" fmla="*/ 0 h 6244"/>
                      <a:gd name="connsiteX3" fmla="*/ 1800 w 4003"/>
                      <a:gd name="connsiteY3" fmla="*/ 3122 h 6244"/>
                      <a:gd name="connsiteX4" fmla="*/ 3563 w 4003"/>
                      <a:gd name="connsiteY4" fmla="*/ 6245 h 6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3" h="6244">
                        <a:moveTo>
                          <a:pt x="3563" y="6245"/>
                        </a:moveTo>
                        <a:lnTo>
                          <a:pt x="4004" y="5877"/>
                        </a:lnTo>
                        <a:lnTo>
                          <a:pt x="0" y="0"/>
                        </a:lnTo>
                        <a:lnTo>
                          <a:pt x="1800" y="3122"/>
                        </a:lnTo>
                        <a:lnTo>
                          <a:pt x="3563" y="624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34" name="Freeform: Shape 2833">
                    <a:extLst>
                      <a:ext uri="{FF2B5EF4-FFF2-40B4-BE49-F238E27FC236}">
                        <a16:creationId xmlns:a16="http://schemas.microsoft.com/office/drawing/2014/main" id="{7A017EF7-C0D3-216A-980A-252B3B90430F}"/>
                      </a:ext>
                    </a:extLst>
                  </p:cNvPr>
                  <p:cNvSpPr/>
                  <p:nvPr/>
                </p:nvSpPr>
                <p:spPr>
                  <a:xfrm>
                    <a:off x="9001876" y="4988356"/>
                    <a:ext cx="7457" cy="7530"/>
                  </a:xfrm>
                  <a:custGeom>
                    <a:avLst/>
                    <a:gdLst>
                      <a:gd name="connsiteX0" fmla="*/ 6171 w 7457"/>
                      <a:gd name="connsiteY0" fmla="*/ 1286 h 7530"/>
                      <a:gd name="connsiteX1" fmla="*/ 2976 w 7457"/>
                      <a:gd name="connsiteY1" fmla="*/ 0 h 7530"/>
                      <a:gd name="connsiteX2" fmla="*/ 0 w 7457"/>
                      <a:gd name="connsiteY2" fmla="*/ 7531 h 7530"/>
                      <a:gd name="connsiteX3" fmla="*/ 7457 w 7457"/>
                      <a:gd name="connsiteY3" fmla="*/ 4592 h 7530"/>
                      <a:gd name="connsiteX4" fmla="*/ 6171 w 7457"/>
                      <a:gd name="connsiteY4" fmla="*/ 1286 h 7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57" h="7530">
                        <a:moveTo>
                          <a:pt x="6171" y="1286"/>
                        </a:moveTo>
                        <a:lnTo>
                          <a:pt x="2976" y="0"/>
                        </a:lnTo>
                        <a:lnTo>
                          <a:pt x="0" y="7531"/>
                        </a:lnTo>
                        <a:lnTo>
                          <a:pt x="7457" y="4592"/>
                        </a:lnTo>
                        <a:lnTo>
                          <a:pt x="6171" y="128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35" name="Freeform: Shape 2834">
                    <a:extLst>
                      <a:ext uri="{FF2B5EF4-FFF2-40B4-BE49-F238E27FC236}">
                        <a16:creationId xmlns:a16="http://schemas.microsoft.com/office/drawing/2014/main" id="{81823380-21F5-A0F0-AE83-31953170557D}"/>
                      </a:ext>
                    </a:extLst>
                  </p:cNvPr>
                  <p:cNvSpPr/>
                  <p:nvPr/>
                </p:nvSpPr>
                <p:spPr>
                  <a:xfrm>
                    <a:off x="8356424" y="4738675"/>
                    <a:ext cx="661064" cy="502300"/>
                  </a:xfrm>
                  <a:custGeom>
                    <a:avLst/>
                    <a:gdLst>
                      <a:gd name="connsiteX0" fmla="*/ 82651 w 661064"/>
                      <a:gd name="connsiteY0" fmla="*/ 0 h 502300"/>
                      <a:gd name="connsiteX1" fmla="*/ 81916 w 661064"/>
                      <a:gd name="connsiteY1" fmla="*/ 4408 h 502300"/>
                      <a:gd name="connsiteX2" fmla="*/ 85406 w 661064"/>
                      <a:gd name="connsiteY2" fmla="*/ 4959 h 502300"/>
                      <a:gd name="connsiteX3" fmla="*/ 88859 w 661064"/>
                      <a:gd name="connsiteY3" fmla="*/ 5693 h 502300"/>
                      <a:gd name="connsiteX4" fmla="*/ 88125 w 661064"/>
                      <a:gd name="connsiteY4" fmla="*/ 10139 h 502300"/>
                      <a:gd name="connsiteX5" fmla="*/ 642146 w 661064"/>
                      <a:gd name="connsiteY5" fmla="*/ 250783 h 502300"/>
                      <a:gd name="connsiteX6" fmla="*/ 8926 w 661064"/>
                      <a:gd name="connsiteY6" fmla="*/ 491243 h 502300"/>
                      <a:gd name="connsiteX7" fmla="*/ 88125 w 661064"/>
                      <a:gd name="connsiteY7" fmla="*/ 10139 h 502300"/>
                      <a:gd name="connsiteX8" fmla="*/ 84010 w 661064"/>
                      <a:gd name="connsiteY8" fmla="*/ 8265 h 502300"/>
                      <a:gd name="connsiteX9" fmla="*/ 85406 w 661064"/>
                      <a:gd name="connsiteY9" fmla="*/ 4959 h 502300"/>
                      <a:gd name="connsiteX10" fmla="*/ 81916 w 661064"/>
                      <a:gd name="connsiteY10" fmla="*/ 4408 h 502300"/>
                      <a:gd name="connsiteX11" fmla="*/ 0 w 661064"/>
                      <a:gd name="connsiteY11" fmla="*/ 502300 h 502300"/>
                      <a:gd name="connsiteX12" fmla="*/ 661064 w 661064"/>
                      <a:gd name="connsiteY12" fmla="*/ 251150 h 502300"/>
                      <a:gd name="connsiteX13" fmla="*/ 82651 w 661064"/>
                      <a:gd name="connsiteY13" fmla="*/ 0 h 502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1064" h="502300">
                        <a:moveTo>
                          <a:pt x="82651" y="0"/>
                        </a:moveTo>
                        <a:lnTo>
                          <a:pt x="81916" y="4408"/>
                        </a:lnTo>
                        <a:lnTo>
                          <a:pt x="85406" y="4959"/>
                        </a:lnTo>
                        <a:lnTo>
                          <a:pt x="88859" y="5693"/>
                        </a:lnTo>
                        <a:lnTo>
                          <a:pt x="88125" y="10139"/>
                        </a:lnTo>
                        <a:lnTo>
                          <a:pt x="642146" y="250783"/>
                        </a:lnTo>
                        <a:lnTo>
                          <a:pt x="8926" y="491243"/>
                        </a:lnTo>
                        <a:lnTo>
                          <a:pt x="88125" y="10139"/>
                        </a:lnTo>
                        <a:lnTo>
                          <a:pt x="84010" y="8265"/>
                        </a:lnTo>
                        <a:lnTo>
                          <a:pt x="85406" y="4959"/>
                        </a:lnTo>
                        <a:lnTo>
                          <a:pt x="81916" y="4408"/>
                        </a:lnTo>
                        <a:lnTo>
                          <a:pt x="0" y="502300"/>
                        </a:lnTo>
                        <a:lnTo>
                          <a:pt x="661064" y="251150"/>
                        </a:lnTo>
                        <a:lnTo>
                          <a:pt x="82651"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36" name="Freeform: Shape 2835">
                    <a:extLst>
                      <a:ext uri="{FF2B5EF4-FFF2-40B4-BE49-F238E27FC236}">
                        <a16:creationId xmlns:a16="http://schemas.microsoft.com/office/drawing/2014/main" id="{707CAE39-6FBC-DBF3-52F0-4029AA419A0A}"/>
                      </a:ext>
                    </a:extLst>
                  </p:cNvPr>
                  <p:cNvSpPr/>
                  <p:nvPr/>
                </p:nvSpPr>
                <p:spPr>
                  <a:xfrm>
                    <a:off x="8440434" y="4743634"/>
                    <a:ext cx="4849" cy="5179"/>
                  </a:xfrm>
                  <a:custGeom>
                    <a:avLst/>
                    <a:gdLst>
                      <a:gd name="connsiteX0" fmla="*/ 4849 w 4849"/>
                      <a:gd name="connsiteY0" fmla="*/ 734 h 5179"/>
                      <a:gd name="connsiteX1" fmla="*/ 1396 w 4849"/>
                      <a:gd name="connsiteY1" fmla="*/ 0 h 5179"/>
                      <a:gd name="connsiteX2" fmla="*/ 0 w 4849"/>
                      <a:gd name="connsiteY2" fmla="*/ 3306 h 5179"/>
                      <a:gd name="connsiteX3" fmla="*/ 4115 w 4849"/>
                      <a:gd name="connsiteY3" fmla="*/ 5180 h 5179"/>
                      <a:gd name="connsiteX4" fmla="*/ 4849 w 4849"/>
                      <a:gd name="connsiteY4" fmla="*/ 734 h 5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9" h="5179">
                        <a:moveTo>
                          <a:pt x="4849" y="734"/>
                        </a:moveTo>
                        <a:lnTo>
                          <a:pt x="1396" y="0"/>
                        </a:lnTo>
                        <a:lnTo>
                          <a:pt x="0" y="3306"/>
                        </a:lnTo>
                        <a:lnTo>
                          <a:pt x="4115" y="5180"/>
                        </a:lnTo>
                        <a:lnTo>
                          <a:pt x="4849" y="73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37" name="Freeform: Shape 2836">
                    <a:extLst>
                      <a:ext uri="{FF2B5EF4-FFF2-40B4-BE49-F238E27FC236}">
                        <a16:creationId xmlns:a16="http://schemas.microsoft.com/office/drawing/2014/main" id="{703A9733-634C-DA3E-5505-48DE7F060AD2}"/>
                      </a:ext>
                    </a:extLst>
                  </p:cNvPr>
                  <p:cNvSpPr/>
                  <p:nvPr/>
                </p:nvSpPr>
                <p:spPr>
                  <a:xfrm>
                    <a:off x="8357893" y="5235429"/>
                    <a:ext cx="5804" cy="6281"/>
                  </a:xfrm>
                  <a:custGeom>
                    <a:avLst/>
                    <a:gdLst>
                      <a:gd name="connsiteX0" fmla="*/ 5804 w 5804"/>
                      <a:gd name="connsiteY0" fmla="*/ 2388 h 6281"/>
                      <a:gd name="connsiteX1" fmla="*/ 3086 w 5804"/>
                      <a:gd name="connsiteY1" fmla="*/ 0 h 6281"/>
                      <a:gd name="connsiteX2" fmla="*/ 0 w 5804"/>
                      <a:gd name="connsiteY2" fmla="*/ 1837 h 6281"/>
                      <a:gd name="connsiteX3" fmla="*/ 2534 w 5804"/>
                      <a:gd name="connsiteY3" fmla="*/ 6281 h 6281"/>
                      <a:gd name="connsiteX4" fmla="*/ 5804 w 5804"/>
                      <a:gd name="connsiteY4" fmla="*/ 2388 h 6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04" h="6281">
                        <a:moveTo>
                          <a:pt x="5804" y="2388"/>
                        </a:moveTo>
                        <a:lnTo>
                          <a:pt x="3086" y="0"/>
                        </a:lnTo>
                        <a:lnTo>
                          <a:pt x="0" y="1837"/>
                        </a:lnTo>
                        <a:lnTo>
                          <a:pt x="2534" y="6281"/>
                        </a:lnTo>
                        <a:lnTo>
                          <a:pt x="5804" y="238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38" name="Freeform: Shape 2837">
                    <a:extLst>
                      <a:ext uri="{FF2B5EF4-FFF2-40B4-BE49-F238E27FC236}">
                        <a16:creationId xmlns:a16="http://schemas.microsoft.com/office/drawing/2014/main" id="{E4D376E3-5623-93B6-32E4-301265B34FFB}"/>
                      </a:ext>
                    </a:extLst>
                  </p:cNvPr>
                  <p:cNvSpPr/>
                  <p:nvPr/>
                </p:nvSpPr>
                <p:spPr>
                  <a:xfrm>
                    <a:off x="7307595" y="4658265"/>
                    <a:ext cx="1138385" cy="582710"/>
                  </a:xfrm>
                  <a:custGeom>
                    <a:avLst/>
                    <a:gdLst>
                      <a:gd name="connsiteX0" fmla="*/ 1138385 w 1138385"/>
                      <a:gd name="connsiteY0" fmla="*/ 82247 h 582710"/>
                      <a:gd name="connsiteX1" fmla="*/ 1134491 w 1138385"/>
                      <a:gd name="connsiteY1" fmla="*/ 81880 h 582710"/>
                      <a:gd name="connsiteX2" fmla="*/ 1134235 w 1138385"/>
                      <a:gd name="connsiteY2" fmla="*/ 85370 h 582710"/>
                      <a:gd name="connsiteX3" fmla="*/ 1134051 w 1138385"/>
                      <a:gd name="connsiteY3" fmla="*/ 89043 h 582710"/>
                      <a:gd name="connsiteX4" fmla="*/ 1130120 w 1138385"/>
                      <a:gd name="connsiteY4" fmla="*/ 88676 h 582710"/>
                      <a:gd name="connsiteX5" fmla="*/ 1050665 w 1138385"/>
                      <a:gd name="connsiteY5" fmla="*/ 571654 h 582710"/>
                      <a:gd name="connsiteX6" fmla="*/ 17816 w 1138385"/>
                      <a:gd name="connsiteY6" fmla="*/ 8302 h 582710"/>
                      <a:gd name="connsiteX7" fmla="*/ 1130120 w 1138385"/>
                      <a:gd name="connsiteY7" fmla="*/ 88676 h 582710"/>
                      <a:gd name="connsiteX8" fmla="*/ 1130744 w 1138385"/>
                      <a:gd name="connsiteY8" fmla="*/ 84819 h 582710"/>
                      <a:gd name="connsiteX9" fmla="*/ 1134235 w 1138385"/>
                      <a:gd name="connsiteY9" fmla="*/ 85370 h 582710"/>
                      <a:gd name="connsiteX10" fmla="*/ 1134491 w 1138385"/>
                      <a:gd name="connsiteY10" fmla="*/ 81880 h 582710"/>
                      <a:gd name="connsiteX11" fmla="*/ 1873 w 1138385"/>
                      <a:gd name="connsiteY11" fmla="*/ 0 h 582710"/>
                      <a:gd name="connsiteX12" fmla="*/ 0 w 1138385"/>
                      <a:gd name="connsiteY12" fmla="*/ 6649 h 582710"/>
                      <a:gd name="connsiteX13" fmla="*/ 1055918 w 1138385"/>
                      <a:gd name="connsiteY13" fmla="*/ 582711 h 582710"/>
                      <a:gd name="connsiteX14" fmla="*/ 1138385 w 1138385"/>
                      <a:gd name="connsiteY14" fmla="*/ 82247 h 58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38385" h="582710">
                        <a:moveTo>
                          <a:pt x="1138385" y="82247"/>
                        </a:moveTo>
                        <a:lnTo>
                          <a:pt x="1134491" y="81880"/>
                        </a:lnTo>
                        <a:lnTo>
                          <a:pt x="1134235" y="85370"/>
                        </a:lnTo>
                        <a:lnTo>
                          <a:pt x="1134051" y="89043"/>
                        </a:lnTo>
                        <a:lnTo>
                          <a:pt x="1130120" y="88676"/>
                        </a:lnTo>
                        <a:lnTo>
                          <a:pt x="1050665" y="571654"/>
                        </a:lnTo>
                        <a:lnTo>
                          <a:pt x="17816" y="8302"/>
                        </a:lnTo>
                        <a:lnTo>
                          <a:pt x="1130120" y="88676"/>
                        </a:lnTo>
                        <a:lnTo>
                          <a:pt x="1130744" y="84819"/>
                        </a:lnTo>
                        <a:lnTo>
                          <a:pt x="1134235" y="85370"/>
                        </a:lnTo>
                        <a:lnTo>
                          <a:pt x="1134491" y="81880"/>
                        </a:lnTo>
                        <a:lnTo>
                          <a:pt x="1873" y="0"/>
                        </a:lnTo>
                        <a:lnTo>
                          <a:pt x="0" y="6649"/>
                        </a:lnTo>
                        <a:lnTo>
                          <a:pt x="1055918" y="582711"/>
                        </a:lnTo>
                        <a:lnTo>
                          <a:pt x="1138385" y="8224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39" name="Freeform: Shape 2838">
                    <a:extLst>
                      <a:ext uri="{FF2B5EF4-FFF2-40B4-BE49-F238E27FC236}">
                        <a16:creationId xmlns:a16="http://schemas.microsoft.com/office/drawing/2014/main" id="{2548C3CA-A16A-C3E0-21C9-0B169EF4C0CC}"/>
                      </a:ext>
                    </a:extLst>
                  </p:cNvPr>
                  <p:cNvSpPr/>
                  <p:nvPr/>
                </p:nvSpPr>
                <p:spPr>
                  <a:xfrm>
                    <a:off x="8437716" y="4743083"/>
                    <a:ext cx="4114" cy="4224"/>
                  </a:xfrm>
                  <a:custGeom>
                    <a:avLst/>
                    <a:gdLst>
                      <a:gd name="connsiteX0" fmla="*/ 4115 w 4114"/>
                      <a:gd name="connsiteY0" fmla="*/ 551 h 4224"/>
                      <a:gd name="connsiteX1" fmla="*/ 624 w 4114"/>
                      <a:gd name="connsiteY1" fmla="*/ 0 h 4224"/>
                      <a:gd name="connsiteX2" fmla="*/ 0 w 4114"/>
                      <a:gd name="connsiteY2" fmla="*/ 3857 h 4224"/>
                      <a:gd name="connsiteX3" fmla="*/ 3931 w 4114"/>
                      <a:gd name="connsiteY3" fmla="*/ 4224 h 4224"/>
                      <a:gd name="connsiteX4" fmla="*/ 4115 w 4114"/>
                      <a:gd name="connsiteY4" fmla="*/ 551 h 4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4" h="4224">
                        <a:moveTo>
                          <a:pt x="4115" y="551"/>
                        </a:moveTo>
                        <a:lnTo>
                          <a:pt x="624" y="0"/>
                        </a:lnTo>
                        <a:lnTo>
                          <a:pt x="0" y="3857"/>
                        </a:lnTo>
                        <a:lnTo>
                          <a:pt x="3931" y="4224"/>
                        </a:lnTo>
                        <a:lnTo>
                          <a:pt x="4115" y="55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40" name="Freeform: Shape 2839">
                    <a:extLst>
                      <a:ext uri="{FF2B5EF4-FFF2-40B4-BE49-F238E27FC236}">
                        <a16:creationId xmlns:a16="http://schemas.microsoft.com/office/drawing/2014/main" id="{5681752A-7B72-D7D9-2412-33F4D4953F23}"/>
                      </a:ext>
                    </a:extLst>
                  </p:cNvPr>
                  <p:cNvSpPr/>
                  <p:nvPr/>
                </p:nvSpPr>
                <p:spPr>
                  <a:xfrm>
                    <a:off x="8355505" y="5233225"/>
                    <a:ext cx="5473" cy="5326"/>
                  </a:xfrm>
                  <a:custGeom>
                    <a:avLst/>
                    <a:gdLst>
                      <a:gd name="connsiteX0" fmla="*/ 5473 w 5473"/>
                      <a:gd name="connsiteY0" fmla="*/ 2204 h 5326"/>
                      <a:gd name="connsiteX1" fmla="*/ 2755 w 5473"/>
                      <a:gd name="connsiteY1" fmla="*/ 0 h 5326"/>
                      <a:gd name="connsiteX2" fmla="*/ 0 w 5473"/>
                      <a:gd name="connsiteY2" fmla="*/ 3306 h 5326"/>
                      <a:gd name="connsiteX3" fmla="*/ 3783 w 5473"/>
                      <a:gd name="connsiteY3" fmla="*/ 5326 h 5326"/>
                      <a:gd name="connsiteX4" fmla="*/ 5473 w 5473"/>
                      <a:gd name="connsiteY4" fmla="*/ 2204 h 5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73" h="5326">
                        <a:moveTo>
                          <a:pt x="5473" y="2204"/>
                        </a:moveTo>
                        <a:lnTo>
                          <a:pt x="2755" y="0"/>
                        </a:lnTo>
                        <a:lnTo>
                          <a:pt x="0" y="3306"/>
                        </a:lnTo>
                        <a:lnTo>
                          <a:pt x="3783" y="5326"/>
                        </a:lnTo>
                        <a:lnTo>
                          <a:pt x="5473" y="220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41" name="Freeform: Shape 2840">
                    <a:extLst>
                      <a:ext uri="{FF2B5EF4-FFF2-40B4-BE49-F238E27FC236}">
                        <a16:creationId xmlns:a16="http://schemas.microsoft.com/office/drawing/2014/main" id="{42FA6C1D-09B6-1BD2-9E2D-863161B9BE94}"/>
                      </a:ext>
                    </a:extLst>
                  </p:cNvPr>
                  <p:cNvSpPr/>
                  <p:nvPr/>
                </p:nvSpPr>
                <p:spPr>
                  <a:xfrm>
                    <a:off x="12077243" y="3344622"/>
                    <a:ext cx="114830" cy="226795"/>
                  </a:xfrm>
                  <a:custGeom>
                    <a:avLst/>
                    <a:gdLst>
                      <a:gd name="connsiteX0" fmla="*/ 114830 w 114830"/>
                      <a:gd name="connsiteY0" fmla="*/ 215738 h 226795"/>
                      <a:gd name="connsiteX1" fmla="*/ 10102 w 114830"/>
                      <a:gd name="connsiteY1" fmla="*/ 88308 h 226795"/>
                      <a:gd name="connsiteX2" fmla="*/ 114830 w 114830"/>
                      <a:gd name="connsiteY2" fmla="*/ 8853 h 226795"/>
                      <a:gd name="connsiteX3" fmla="*/ 114830 w 114830"/>
                      <a:gd name="connsiteY3" fmla="*/ 0 h 226795"/>
                      <a:gd name="connsiteX4" fmla="*/ 0 w 114830"/>
                      <a:gd name="connsiteY4" fmla="*/ 87206 h 226795"/>
                      <a:gd name="connsiteX5" fmla="*/ 114830 w 114830"/>
                      <a:gd name="connsiteY5" fmla="*/ 226795 h 226795"/>
                      <a:gd name="connsiteX6" fmla="*/ 114830 w 114830"/>
                      <a:gd name="connsiteY6" fmla="*/ 215738 h 226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830" h="226795">
                        <a:moveTo>
                          <a:pt x="114830" y="215738"/>
                        </a:moveTo>
                        <a:lnTo>
                          <a:pt x="10102" y="88308"/>
                        </a:lnTo>
                        <a:lnTo>
                          <a:pt x="114830" y="8853"/>
                        </a:lnTo>
                        <a:lnTo>
                          <a:pt x="114830" y="0"/>
                        </a:lnTo>
                        <a:lnTo>
                          <a:pt x="0" y="87206"/>
                        </a:lnTo>
                        <a:lnTo>
                          <a:pt x="114830" y="226795"/>
                        </a:lnTo>
                        <a:lnTo>
                          <a:pt x="114830" y="21573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42" name="Freeform: Shape 2841">
                    <a:extLst>
                      <a:ext uri="{FF2B5EF4-FFF2-40B4-BE49-F238E27FC236}">
                        <a16:creationId xmlns:a16="http://schemas.microsoft.com/office/drawing/2014/main" id="{ED506143-3BAC-5C9D-9A81-4F07219A7987}"/>
                      </a:ext>
                    </a:extLst>
                  </p:cNvPr>
                  <p:cNvSpPr/>
                  <p:nvPr/>
                </p:nvSpPr>
                <p:spPr>
                  <a:xfrm>
                    <a:off x="12076508" y="2973094"/>
                    <a:ext cx="115564" cy="468137"/>
                  </a:xfrm>
                  <a:custGeom>
                    <a:avLst/>
                    <a:gdLst>
                      <a:gd name="connsiteX0" fmla="*/ 115565 w 115564"/>
                      <a:gd name="connsiteY0" fmla="*/ 371343 h 468137"/>
                      <a:gd name="connsiteX1" fmla="*/ 11571 w 115564"/>
                      <a:gd name="connsiteY1" fmla="*/ 450432 h 468137"/>
                      <a:gd name="connsiteX2" fmla="*/ 115565 w 115564"/>
                      <a:gd name="connsiteY2" fmla="*/ 28946 h 468137"/>
                      <a:gd name="connsiteX3" fmla="*/ 115565 w 115564"/>
                      <a:gd name="connsiteY3" fmla="*/ 0 h 468137"/>
                      <a:gd name="connsiteX4" fmla="*/ 0 w 115564"/>
                      <a:gd name="connsiteY4" fmla="*/ 468138 h 468137"/>
                      <a:gd name="connsiteX5" fmla="*/ 115565 w 115564"/>
                      <a:gd name="connsiteY5" fmla="*/ 380380 h 468137"/>
                      <a:gd name="connsiteX6" fmla="*/ 115565 w 115564"/>
                      <a:gd name="connsiteY6" fmla="*/ 371343 h 46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564" h="468137">
                        <a:moveTo>
                          <a:pt x="115565" y="371343"/>
                        </a:moveTo>
                        <a:lnTo>
                          <a:pt x="11571" y="450432"/>
                        </a:lnTo>
                        <a:lnTo>
                          <a:pt x="115565" y="28946"/>
                        </a:lnTo>
                        <a:lnTo>
                          <a:pt x="115565" y="0"/>
                        </a:lnTo>
                        <a:lnTo>
                          <a:pt x="0" y="468138"/>
                        </a:lnTo>
                        <a:lnTo>
                          <a:pt x="115565" y="380380"/>
                        </a:lnTo>
                        <a:lnTo>
                          <a:pt x="115565" y="37134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43" name="Freeform: Shape 2842">
                    <a:extLst>
                      <a:ext uri="{FF2B5EF4-FFF2-40B4-BE49-F238E27FC236}">
                        <a16:creationId xmlns:a16="http://schemas.microsoft.com/office/drawing/2014/main" id="{0D895167-8D52-DC12-4721-5C8A64CFF91E}"/>
                      </a:ext>
                    </a:extLst>
                  </p:cNvPr>
                  <p:cNvSpPr/>
                  <p:nvPr/>
                </p:nvSpPr>
                <p:spPr>
                  <a:xfrm>
                    <a:off x="11022721" y="3674676"/>
                    <a:ext cx="658015" cy="743495"/>
                  </a:xfrm>
                  <a:custGeom>
                    <a:avLst/>
                    <a:gdLst>
                      <a:gd name="connsiteX0" fmla="*/ 658016 w 658015"/>
                      <a:gd name="connsiteY0" fmla="*/ 739087 h 743495"/>
                      <a:gd name="connsiteX1" fmla="*/ 90476 w 658015"/>
                      <a:gd name="connsiteY1" fmla="*/ 0 h 743495"/>
                      <a:gd name="connsiteX2" fmla="*/ 88859 w 658015"/>
                      <a:gd name="connsiteY2" fmla="*/ 0 h 743495"/>
                      <a:gd name="connsiteX3" fmla="*/ 88859 w 658015"/>
                      <a:gd name="connsiteY3" fmla="*/ 3527 h 743495"/>
                      <a:gd name="connsiteX4" fmla="*/ 88859 w 658015"/>
                      <a:gd name="connsiteY4" fmla="*/ 7016 h 743495"/>
                      <a:gd name="connsiteX5" fmla="*/ 87133 w 658015"/>
                      <a:gd name="connsiteY5" fmla="*/ 7016 h 743495"/>
                      <a:gd name="connsiteX6" fmla="*/ 586458 w 658015"/>
                      <a:gd name="connsiteY6" fmla="*/ 657575 h 743495"/>
                      <a:gd name="connsiteX7" fmla="*/ 15759 w 658015"/>
                      <a:gd name="connsiteY7" fmla="*/ 7016 h 743495"/>
                      <a:gd name="connsiteX8" fmla="*/ 87133 w 658015"/>
                      <a:gd name="connsiteY8" fmla="*/ 7016 h 743495"/>
                      <a:gd name="connsiteX9" fmla="*/ 86032 w 658015"/>
                      <a:gd name="connsiteY9" fmla="*/ 5730 h 743495"/>
                      <a:gd name="connsiteX10" fmla="*/ 88859 w 658015"/>
                      <a:gd name="connsiteY10" fmla="*/ 3527 h 743495"/>
                      <a:gd name="connsiteX11" fmla="*/ 88859 w 658015"/>
                      <a:gd name="connsiteY11" fmla="*/ 0 h 743495"/>
                      <a:gd name="connsiteX12" fmla="*/ 7862 w 658015"/>
                      <a:gd name="connsiteY12" fmla="*/ 0 h 743495"/>
                      <a:gd name="connsiteX13" fmla="*/ 0 w 658015"/>
                      <a:gd name="connsiteY13" fmla="*/ 0 h 743495"/>
                      <a:gd name="connsiteX14" fmla="*/ 652543 w 658015"/>
                      <a:gd name="connsiteY14" fmla="*/ 743495 h 743495"/>
                      <a:gd name="connsiteX15" fmla="*/ 658016 w 658015"/>
                      <a:gd name="connsiteY15" fmla="*/ 739087 h 743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58015" h="743495">
                        <a:moveTo>
                          <a:pt x="658016" y="739087"/>
                        </a:moveTo>
                        <a:lnTo>
                          <a:pt x="90476" y="0"/>
                        </a:lnTo>
                        <a:lnTo>
                          <a:pt x="88859" y="0"/>
                        </a:lnTo>
                        <a:lnTo>
                          <a:pt x="88859" y="3527"/>
                        </a:lnTo>
                        <a:lnTo>
                          <a:pt x="88859" y="7016"/>
                        </a:lnTo>
                        <a:lnTo>
                          <a:pt x="87133" y="7016"/>
                        </a:lnTo>
                        <a:lnTo>
                          <a:pt x="586458" y="657575"/>
                        </a:lnTo>
                        <a:lnTo>
                          <a:pt x="15759" y="7016"/>
                        </a:lnTo>
                        <a:lnTo>
                          <a:pt x="87133" y="7016"/>
                        </a:lnTo>
                        <a:lnTo>
                          <a:pt x="86032" y="5730"/>
                        </a:lnTo>
                        <a:lnTo>
                          <a:pt x="88859" y="3527"/>
                        </a:lnTo>
                        <a:lnTo>
                          <a:pt x="88859" y="0"/>
                        </a:lnTo>
                        <a:lnTo>
                          <a:pt x="7862" y="0"/>
                        </a:lnTo>
                        <a:lnTo>
                          <a:pt x="0" y="0"/>
                        </a:lnTo>
                        <a:lnTo>
                          <a:pt x="652543" y="743495"/>
                        </a:lnTo>
                        <a:lnTo>
                          <a:pt x="658016" y="73908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44" name="Freeform: Shape 2843">
                    <a:extLst>
                      <a:ext uri="{FF2B5EF4-FFF2-40B4-BE49-F238E27FC236}">
                        <a16:creationId xmlns:a16="http://schemas.microsoft.com/office/drawing/2014/main" id="{4488120B-41EF-4764-F5B4-AA9635C52DB9}"/>
                      </a:ext>
                    </a:extLst>
                  </p:cNvPr>
                  <p:cNvSpPr/>
                  <p:nvPr/>
                </p:nvSpPr>
                <p:spPr>
                  <a:xfrm>
                    <a:off x="11108752" y="3678203"/>
                    <a:ext cx="2827" cy="3489"/>
                  </a:xfrm>
                  <a:custGeom>
                    <a:avLst/>
                    <a:gdLst>
                      <a:gd name="connsiteX0" fmla="*/ 2828 w 2827"/>
                      <a:gd name="connsiteY0" fmla="*/ 3490 h 3489"/>
                      <a:gd name="connsiteX1" fmla="*/ 2828 w 2827"/>
                      <a:gd name="connsiteY1" fmla="*/ 0 h 3489"/>
                      <a:gd name="connsiteX2" fmla="*/ 0 w 2827"/>
                      <a:gd name="connsiteY2" fmla="*/ 2204 h 3489"/>
                      <a:gd name="connsiteX3" fmla="*/ 1101 w 2827"/>
                      <a:gd name="connsiteY3" fmla="*/ 3490 h 3489"/>
                      <a:gd name="connsiteX4" fmla="*/ 2828 w 2827"/>
                      <a:gd name="connsiteY4" fmla="*/ 3490 h 3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7" h="3489">
                        <a:moveTo>
                          <a:pt x="2828" y="3490"/>
                        </a:moveTo>
                        <a:lnTo>
                          <a:pt x="2828" y="0"/>
                        </a:lnTo>
                        <a:lnTo>
                          <a:pt x="0" y="2204"/>
                        </a:lnTo>
                        <a:lnTo>
                          <a:pt x="1101" y="3490"/>
                        </a:lnTo>
                        <a:lnTo>
                          <a:pt x="2828" y="349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45" name="Freeform: Shape 2844">
                    <a:extLst>
                      <a:ext uri="{FF2B5EF4-FFF2-40B4-BE49-F238E27FC236}">
                        <a16:creationId xmlns:a16="http://schemas.microsoft.com/office/drawing/2014/main" id="{D141BBC3-04EA-DDE5-7685-2D37B947D726}"/>
                      </a:ext>
                    </a:extLst>
                  </p:cNvPr>
                  <p:cNvSpPr/>
                  <p:nvPr/>
                </p:nvSpPr>
                <p:spPr>
                  <a:xfrm>
                    <a:off x="10216337" y="3345356"/>
                    <a:ext cx="825045" cy="501565"/>
                  </a:xfrm>
                  <a:custGeom>
                    <a:avLst/>
                    <a:gdLst>
                      <a:gd name="connsiteX0" fmla="*/ 165010 w 825045"/>
                      <a:gd name="connsiteY0" fmla="*/ 0 h 501565"/>
                      <a:gd name="connsiteX1" fmla="*/ 163724 w 825045"/>
                      <a:gd name="connsiteY1" fmla="*/ 4041 h 501565"/>
                      <a:gd name="connsiteX2" fmla="*/ 166992 w 825045"/>
                      <a:gd name="connsiteY2" fmla="*/ 5180 h 501565"/>
                      <a:gd name="connsiteX3" fmla="*/ 170446 w 825045"/>
                      <a:gd name="connsiteY3" fmla="*/ 6282 h 501565"/>
                      <a:gd name="connsiteX4" fmla="*/ 169160 w 825045"/>
                      <a:gd name="connsiteY4" fmla="*/ 10139 h 501565"/>
                      <a:gd name="connsiteX5" fmla="*/ 803482 w 825045"/>
                      <a:gd name="connsiteY5" fmla="*/ 331377 h 501565"/>
                      <a:gd name="connsiteX6" fmla="*/ 10543 w 825045"/>
                      <a:gd name="connsiteY6" fmla="*/ 492162 h 501565"/>
                      <a:gd name="connsiteX7" fmla="*/ 169160 w 825045"/>
                      <a:gd name="connsiteY7" fmla="*/ 10139 h 501565"/>
                      <a:gd name="connsiteX8" fmla="*/ 165523 w 825045"/>
                      <a:gd name="connsiteY8" fmla="*/ 8302 h 501565"/>
                      <a:gd name="connsiteX9" fmla="*/ 166992 w 825045"/>
                      <a:gd name="connsiteY9" fmla="*/ 5180 h 501565"/>
                      <a:gd name="connsiteX10" fmla="*/ 163724 w 825045"/>
                      <a:gd name="connsiteY10" fmla="*/ 4041 h 501565"/>
                      <a:gd name="connsiteX11" fmla="*/ 0 w 825045"/>
                      <a:gd name="connsiteY11" fmla="*/ 501566 h 501565"/>
                      <a:gd name="connsiteX12" fmla="*/ 825045 w 825045"/>
                      <a:gd name="connsiteY12" fmla="*/ 334316 h 501565"/>
                      <a:gd name="connsiteX13" fmla="*/ 165010 w 825045"/>
                      <a:gd name="connsiteY13" fmla="*/ 0 h 501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25045" h="501565">
                        <a:moveTo>
                          <a:pt x="165010" y="0"/>
                        </a:moveTo>
                        <a:lnTo>
                          <a:pt x="163724" y="4041"/>
                        </a:lnTo>
                        <a:lnTo>
                          <a:pt x="166992" y="5180"/>
                        </a:lnTo>
                        <a:lnTo>
                          <a:pt x="170446" y="6282"/>
                        </a:lnTo>
                        <a:lnTo>
                          <a:pt x="169160" y="10139"/>
                        </a:lnTo>
                        <a:lnTo>
                          <a:pt x="803482" y="331377"/>
                        </a:lnTo>
                        <a:lnTo>
                          <a:pt x="10543" y="492162"/>
                        </a:lnTo>
                        <a:lnTo>
                          <a:pt x="169160" y="10139"/>
                        </a:lnTo>
                        <a:lnTo>
                          <a:pt x="165523" y="8302"/>
                        </a:lnTo>
                        <a:lnTo>
                          <a:pt x="166992" y="5180"/>
                        </a:lnTo>
                        <a:lnTo>
                          <a:pt x="163724" y="4041"/>
                        </a:lnTo>
                        <a:lnTo>
                          <a:pt x="0" y="501566"/>
                        </a:lnTo>
                        <a:lnTo>
                          <a:pt x="825045" y="334316"/>
                        </a:lnTo>
                        <a:lnTo>
                          <a:pt x="165010"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46" name="Freeform: Shape 2845">
                    <a:extLst>
                      <a:ext uri="{FF2B5EF4-FFF2-40B4-BE49-F238E27FC236}">
                        <a16:creationId xmlns:a16="http://schemas.microsoft.com/office/drawing/2014/main" id="{A3D6D097-4F6A-89FC-1269-2E3B515F6FAE}"/>
                      </a:ext>
                    </a:extLst>
                  </p:cNvPr>
                  <p:cNvSpPr/>
                  <p:nvPr/>
                </p:nvSpPr>
                <p:spPr>
                  <a:xfrm>
                    <a:off x="10381860" y="3350536"/>
                    <a:ext cx="4922" cy="4958"/>
                  </a:xfrm>
                  <a:custGeom>
                    <a:avLst/>
                    <a:gdLst>
                      <a:gd name="connsiteX0" fmla="*/ 4923 w 4922"/>
                      <a:gd name="connsiteY0" fmla="*/ 1102 h 4958"/>
                      <a:gd name="connsiteX1" fmla="*/ 1469 w 4922"/>
                      <a:gd name="connsiteY1" fmla="*/ 0 h 4958"/>
                      <a:gd name="connsiteX2" fmla="*/ 0 w 4922"/>
                      <a:gd name="connsiteY2" fmla="*/ 3122 h 4958"/>
                      <a:gd name="connsiteX3" fmla="*/ 3637 w 4922"/>
                      <a:gd name="connsiteY3" fmla="*/ 4959 h 4958"/>
                      <a:gd name="connsiteX4" fmla="*/ 4923 w 4922"/>
                      <a:gd name="connsiteY4" fmla="*/ 1102 h 4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22" h="4958">
                        <a:moveTo>
                          <a:pt x="4923" y="1102"/>
                        </a:moveTo>
                        <a:lnTo>
                          <a:pt x="1469" y="0"/>
                        </a:lnTo>
                        <a:lnTo>
                          <a:pt x="0" y="3122"/>
                        </a:lnTo>
                        <a:lnTo>
                          <a:pt x="3637" y="4959"/>
                        </a:lnTo>
                        <a:lnTo>
                          <a:pt x="4923" y="110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47" name="Freeform: Shape 2846">
                    <a:extLst>
                      <a:ext uri="{FF2B5EF4-FFF2-40B4-BE49-F238E27FC236}">
                        <a16:creationId xmlns:a16="http://schemas.microsoft.com/office/drawing/2014/main" id="{1B3E8BD5-2202-447D-64CE-EF171FF647B0}"/>
                      </a:ext>
                    </a:extLst>
                  </p:cNvPr>
                  <p:cNvSpPr/>
                  <p:nvPr/>
                </p:nvSpPr>
                <p:spPr>
                  <a:xfrm>
                    <a:off x="9006394" y="4989641"/>
                    <a:ext cx="4921" cy="5142"/>
                  </a:xfrm>
                  <a:custGeom>
                    <a:avLst/>
                    <a:gdLst>
                      <a:gd name="connsiteX0" fmla="*/ 4922 w 4921"/>
                      <a:gd name="connsiteY0" fmla="*/ 1286 h 5142"/>
                      <a:gd name="connsiteX1" fmla="*/ 1653 w 4921"/>
                      <a:gd name="connsiteY1" fmla="*/ 0 h 5142"/>
                      <a:gd name="connsiteX2" fmla="*/ 0 w 4921"/>
                      <a:gd name="connsiteY2" fmla="*/ 3122 h 5142"/>
                      <a:gd name="connsiteX3" fmla="*/ 3453 w 4921"/>
                      <a:gd name="connsiteY3" fmla="*/ 5143 h 5142"/>
                      <a:gd name="connsiteX4" fmla="*/ 4922 w 4921"/>
                      <a:gd name="connsiteY4" fmla="*/ 1286 h 5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21" h="5142">
                        <a:moveTo>
                          <a:pt x="4922" y="1286"/>
                        </a:moveTo>
                        <a:lnTo>
                          <a:pt x="1653" y="0"/>
                        </a:lnTo>
                        <a:lnTo>
                          <a:pt x="0" y="3122"/>
                        </a:lnTo>
                        <a:lnTo>
                          <a:pt x="3453" y="5143"/>
                        </a:lnTo>
                        <a:lnTo>
                          <a:pt x="4922" y="128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48" name="Freeform: Shape 2847">
                    <a:extLst>
                      <a:ext uri="{FF2B5EF4-FFF2-40B4-BE49-F238E27FC236}">
                        <a16:creationId xmlns:a16="http://schemas.microsoft.com/office/drawing/2014/main" id="{EE096C3C-B5A9-9299-3890-452D24CC1296}"/>
                      </a:ext>
                    </a:extLst>
                  </p:cNvPr>
                  <p:cNvSpPr/>
                  <p:nvPr/>
                </p:nvSpPr>
                <p:spPr>
                  <a:xfrm>
                    <a:off x="10055443" y="2530120"/>
                    <a:ext cx="4627" cy="4591"/>
                  </a:xfrm>
                  <a:custGeom>
                    <a:avLst/>
                    <a:gdLst>
                      <a:gd name="connsiteX0" fmla="*/ 4445 w 4627"/>
                      <a:gd name="connsiteY0" fmla="*/ 735 h 4591"/>
                      <a:gd name="connsiteX1" fmla="*/ 991 w 4627"/>
                      <a:gd name="connsiteY1" fmla="*/ 0 h 4591"/>
                      <a:gd name="connsiteX2" fmla="*/ 0 w 4627"/>
                      <a:gd name="connsiteY2" fmla="*/ 4592 h 4591"/>
                      <a:gd name="connsiteX3" fmla="*/ 4628 w 4627"/>
                      <a:gd name="connsiteY3" fmla="*/ 4224 h 4591"/>
                      <a:gd name="connsiteX4" fmla="*/ 4445 w 4627"/>
                      <a:gd name="connsiteY4" fmla="*/ 735 h 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27" h="4591">
                        <a:moveTo>
                          <a:pt x="4445" y="735"/>
                        </a:moveTo>
                        <a:lnTo>
                          <a:pt x="991" y="0"/>
                        </a:lnTo>
                        <a:lnTo>
                          <a:pt x="0" y="4592"/>
                        </a:lnTo>
                        <a:lnTo>
                          <a:pt x="4628" y="4224"/>
                        </a:lnTo>
                        <a:lnTo>
                          <a:pt x="4445" y="73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49" name="Freeform: Shape 2848">
                    <a:extLst>
                      <a:ext uri="{FF2B5EF4-FFF2-40B4-BE49-F238E27FC236}">
                        <a16:creationId xmlns:a16="http://schemas.microsoft.com/office/drawing/2014/main" id="{EAB6871F-E98B-FB92-1D3B-7A476DC76540}"/>
                      </a:ext>
                    </a:extLst>
                  </p:cNvPr>
                  <p:cNvSpPr/>
                  <p:nvPr/>
                </p:nvSpPr>
                <p:spPr>
                  <a:xfrm>
                    <a:off x="8757411" y="2526997"/>
                    <a:ext cx="1306847" cy="1158368"/>
                  </a:xfrm>
                  <a:custGeom>
                    <a:avLst/>
                    <a:gdLst>
                      <a:gd name="connsiteX0" fmla="*/ 1306847 w 1306847"/>
                      <a:gd name="connsiteY0" fmla="*/ 0 h 1158368"/>
                      <a:gd name="connsiteX1" fmla="*/ 1302219 w 1306847"/>
                      <a:gd name="connsiteY1" fmla="*/ 367 h 1158368"/>
                      <a:gd name="connsiteX2" fmla="*/ 1302476 w 1306847"/>
                      <a:gd name="connsiteY2" fmla="*/ 3857 h 1158368"/>
                      <a:gd name="connsiteX3" fmla="*/ 1302659 w 1306847"/>
                      <a:gd name="connsiteY3" fmla="*/ 7347 h 1158368"/>
                      <a:gd name="connsiteX4" fmla="*/ 1298032 w 1306847"/>
                      <a:gd name="connsiteY4" fmla="*/ 7714 h 1158368"/>
                      <a:gd name="connsiteX5" fmla="*/ 1057570 w 1306847"/>
                      <a:gd name="connsiteY5" fmla="*/ 1144006 h 1158368"/>
                      <a:gd name="connsiteX6" fmla="*/ 16016 w 1306847"/>
                      <a:gd name="connsiteY6" fmla="*/ 88896 h 1158368"/>
                      <a:gd name="connsiteX7" fmla="*/ 1298032 w 1306847"/>
                      <a:gd name="connsiteY7" fmla="*/ 7714 h 1158368"/>
                      <a:gd name="connsiteX8" fmla="*/ 1299023 w 1306847"/>
                      <a:gd name="connsiteY8" fmla="*/ 3122 h 1158368"/>
                      <a:gd name="connsiteX9" fmla="*/ 1302476 w 1306847"/>
                      <a:gd name="connsiteY9" fmla="*/ 3857 h 1158368"/>
                      <a:gd name="connsiteX10" fmla="*/ 1302219 w 1306847"/>
                      <a:gd name="connsiteY10" fmla="*/ 367 h 1158368"/>
                      <a:gd name="connsiteX11" fmla="*/ 0 w 1306847"/>
                      <a:gd name="connsiteY11" fmla="*/ 82798 h 1158368"/>
                      <a:gd name="connsiteX12" fmla="*/ 1061869 w 1306847"/>
                      <a:gd name="connsiteY12" fmla="*/ 1158368 h 1158368"/>
                      <a:gd name="connsiteX13" fmla="*/ 1306847 w 1306847"/>
                      <a:gd name="connsiteY13" fmla="*/ 0 h 1158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6847" h="1158368">
                        <a:moveTo>
                          <a:pt x="1306847" y="0"/>
                        </a:moveTo>
                        <a:lnTo>
                          <a:pt x="1302219" y="367"/>
                        </a:lnTo>
                        <a:lnTo>
                          <a:pt x="1302476" y="3857"/>
                        </a:lnTo>
                        <a:lnTo>
                          <a:pt x="1302659" y="7347"/>
                        </a:lnTo>
                        <a:lnTo>
                          <a:pt x="1298032" y="7714"/>
                        </a:lnTo>
                        <a:lnTo>
                          <a:pt x="1057570" y="1144006"/>
                        </a:lnTo>
                        <a:lnTo>
                          <a:pt x="16016" y="88896"/>
                        </a:lnTo>
                        <a:lnTo>
                          <a:pt x="1298032" y="7714"/>
                        </a:lnTo>
                        <a:lnTo>
                          <a:pt x="1299023" y="3122"/>
                        </a:lnTo>
                        <a:lnTo>
                          <a:pt x="1302476" y="3857"/>
                        </a:lnTo>
                        <a:lnTo>
                          <a:pt x="1302219" y="367"/>
                        </a:lnTo>
                        <a:lnTo>
                          <a:pt x="0" y="82798"/>
                        </a:lnTo>
                        <a:lnTo>
                          <a:pt x="1061869" y="1158368"/>
                        </a:lnTo>
                        <a:lnTo>
                          <a:pt x="1306847"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50" name="Freeform: Shape 2849">
                    <a:extLst>
                      <a:ext uri="{FF2B5EF4-FFF2-40B4-BE49-F238E27FC236}">
                        <a16:creationId xmlns:a16="http://schemas.microsoft.com/office/drawing/2014/main" id="{1E554DFB-5343-7638-1C6E-C246B40AD4E1}"/>
                      </a:ext>
                    </a:extLst>
                  </p:cNvPr>
                  <p:cNvSpPr/>
                  <p:nvPr/>
                </p:nvSpPr>
                <p:spPr>
                  <a:xfrm>
                    <a:off x="8193361" y="2606122"/>
                    <a:ext cx="1630032" cy="1734063"/>
                  </a:xfrm>
                  <a:custGeom>
                    <a:avLst/>
                    <a:gdLst>
                      <a:gd name="connsiteX0" fmla="*/ 570589 w 1630032"/>
                      <a:gd name="connsiteY0" fmla="*/ 0 h 1734063"/>
                      <a:gd name="connsiteX1" fmla="*/ 568789 w 1630032"/>
                      <a:gd name="connsiteY1" fmla="*/ 5510 h 1734063"/>
                      <a:gd name="connsiteX2" fmla="*/ 572058 w 1630032"/>
                      <a:gd name="connsiteY2" fmla="*/ 6612 h 1734063"/>
                      <a:gd name="connsiteX3" fmla="*/ 575438 w 1630032"/>
                      <a:gd name="connsiteY3" fmla="*/ 7714 h 1734063"/>
                      <a:gd name="connsiteX4" fmla="*/ 573601 w 1630032"/>
                      <a:gd name="connsiteY4" fmla="*/ 13261 h 1734063"/>
                      <a:gd name="connsiteX5" fmla="*/ 1617543 w 1630032"/>
                      <a:gd name="connsiteY5" fmla="*/ 1070795 h 1734063"/>
                      <a:gd name="connsiteX6" fmla="*/ 11535 w 1630032"/>
                      <a:gd name="connsiteY6" fmla="*/ 1721684 h 1734063"/>
                      <a:gd name="connsiteX7" fmla="*/ 573601 w 1630032"/>
                      <a:gd name="connsiteY7" fmla="*/ 13261 h 1734063"/>
                      <a:gd name="connsiteX8" fmla="*/ 569597 w 1630032"/>
                      <a:gd name="connsiteY8" fmla="*/ 9220 h 1734063"/>
                      <a:gd name="connsiteX9" fmla="*/ 572058 w 1630032"/>
                      <a:gd name="connsiteY9" fmla="*/ 6612 h 1734063"/>
                      <a:gd name="connsiteX10" fmla="*/ 568789 w 1630032"/>
                      <a:gd name="connsiteY10" fmla="*/ 5510 h 1734063"/>
                      <a:gd name="connsiteX11" fmla="*/ 0 w 1630032"/>
                      <a:gd name="connsiteY11" fmla="*/ 1734063 h 1734063"/>
                      <a:gd name="connsiteX12" fmla="*/ 1630033 w 1630032"/>
                      <a:gd name="connsiteY12" fmla="*/ 1073366 h 1734063"/>
                      <a:gd name="connsiteX13" fmla="*/ 570589 w 1630032"/>
                      <a:gd name="connsiteY13" fmla="*/ 0 h 1734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0032" h="1734063">
                        <a:moveTo>
                          <a:pt x="570589" y="0"/>
                        </a:moveTo>
                        <a:lnTo>
                          <a:pt x="568789" y="5510"/>
                        </a:lnTo>
                        <a:lnTo>
                          <a:pt x="572058" y="6612"/>
                        </a:lnTo>
                        <a:lnTo>
                          <a:pt x="575438" y="7714"/>
                        </a:lnTo>
                        <a:lnTo>
                          <a:pt x="573601" y="13261"/>
                        </a:lnTo>
                        <a:lnTo>
                          <a:pt x="1617543" y="1070795"/>
                        </a:lnTo>
                        <a:lnTo>
                          <a:pt x="11535" y="1721684"/>
                        </a:lnTo>
                        <a:lnTo>
                          <a:pt x="573601" y="13261"/>
                        </a:lnTo>
                        <a:lnTo>
                          <a:pt x="569597" y="9220"/>
                        </a:lnTo>
                        <a:lnTo>
                          <a:pt x="572058" y="6612"/>
                        </a:lnTo>
                        <a:lnTo>
                          <a:pt x="568789" y="5510"/>
                        </a:lnTo>
                        <a:lnTo>
                          <a:pt x="0" y="1734063"/>
                        </a:lnTo>
                        <a:lnTo>
                          <a:pt x="1630033" y="1073366"/>
                        </a:lnTo>
                        <a:lnTo>
                          <a:pt x="570589"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51" name="Freeform: Shape 2850">
                    <a:extLst>
                      <a:ext uri="{FF2B5EF4-FFF2-40B4-BE49-F238E27FC236}">
                        <a16:creationId xmlns:a16="http://schemas.microsoft.com/office/drawing/2014/main" id="{B213FEE2-40D0-68A0-1A43-70B23F8BD74A}"/>
                      </a:ext>
                    </a:extLst>
                  </p:cNvPr>
                  <p:cNvSpPr/>
                  <p:nvPr/>
                </p:nvSpPr>
                <p:spPr>
                  <a:xfrm>
                    <a:off x="8762958" y="2612734"/>
                    <a:ext cx="5841" cy="6648"/>
                  </a:xfrm>
                  <a:custGeom>
                    <a:avLst/>
                    <a:gdLst>
                      <a:gd name="connsiteX0" fmla="*/ 5841 w 5841"/>
                      <a:gd name="connsiteY0" fmla="*/ 1102 h 6648"/>
                      <a:gd name="connsiteX1" fmla="*/ 2461 w 5841"/>
                      <a:gd name="connsiteY1" fmla="*/ 0 h 6648"/>
                      <a:gd name="connsiteX2" fmla="*/ 0 w 5841"/>
                      <a:gd name="connsiteY2" fmla="*/ 2608 h 6648"/>
                      <a:gd name="connsiteX3" fmla="*/ 4004 w 5841"/>
                      <a:gd name="connsiteY3" fmla="*/ 6649 h 6648"/>
                      <a:gd name="connsiteX4" fmla="*/ 5841 w 5841"/>
                      <a:gd name="connsiteY4" fmla="*/ 1102 h 66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1" h="6648">
                        <a:moveTo>
                          <a:pt x="5841" y="1102"/>
                        </a:moveTo>
                        <a:lnTo>
                          <a:pt x="2461" y="0"/>
                        </a:lnTo>
                        <a:lnTo>
                          <a:pt x="0" y="2608"/>
                        </a:lnTo>
                        <a:lnTo>
                          <a:pt x="4004" y="6649"/>
                        </a:lnTo>
                        <a:lnTo>
                          <a:pt x="5841" y="110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52" name="Freeform: Shape 2851">
                    <a:extLst>
                      <a:ext uri="{FF2B5EF4-FFF2-40B4-BE49-F238E27FC236}">
                        <a16:creationId xmlns:a16="http://schemas.microsoft.com/office/drawing/2014/main" id="{183CF05F-4DE7-B587-C92E-F080A95FD1E2}"/>
                      </a:ext>
                    </a:extLst>
                  </p:cNvPr>
                  <p:cNvSpPr/>
                  <p:nvPr/>
                </p:nvSpPr>
                <p:spPr>
                  <a:xfrm>
                    <a:off x="7790096" y="2610530"/>
                    <a:ext cx="978703" cy="1730573"/>
                  </a:xfrm>
                  <a:custGeom>
                    <a:avLst/>
                    <a:gdLst>
                      <a:gd name="connsiteX0" fmla="*/ 978703 w 978703"/>
                      <a:gd name="connsiteY0" fmla="*/ 3306 h 1730573"/>
                      <a:gd name="connsiteX1" fmla="*/ 972605 w 978703"/>
                      <a:gd name="connsiteY1" fmla="*/ 0 h 1730573"/>
                      <a:gd name="connsiteX2" fmla="*/ 975323 w 978703"/>
                      <a:gd name="connsiteY2" fmla="*/ 2204 h 1730573"/>
                      <a:gd name="connsiteX3" fmla="*/ 978042 w 978703"/>
                      <a:gd name="connsiteY3" fmla="*/ 4445 h 1730573"/>
                      <a:gd name="connsiteX4" fmla="*/ 965847 w 978703"/>
                      <a:gd name="connsiteY4" fmla="*/ 19910 h 1730573"/>
                      <a:gd name="connsiteX5" fmla="*/ 407710 w 978703"/>
                      <a:gd name="connsiteY5" fmla="*/ 1716174 h 1730573"/>
                      <a:gd name="connsiteX6" fmla="*/ 9110 w 978703"/>
                      <a:gd name="connsiteY6" fmla="*/ 1231579 h 1730573"/>
                      <a:gd name="connsiteX7" fmla="*/ 965847 w 978703"/>
                      <a:gd name="connsiteY7" fmla="*/ 19910 h 1730573"/>
                      <a:gd name="connsiteX8" fmla="*/ 972054 w 978703"/>
                      <a:gd name="connsiteY8" fmla="*/ 1102 h 1730573"/>
                      <a:gd name="connsiteX9" fmla="*/ 975323 w 978703"/>
                      <a:gd name="connsiteY9" fmla="*/ 2204 h 1730573"/>
                      <a:gd name="connsiteX10" fmla="*/ 972605 w 978703"/>
                      <a:gd name="connsiteY10" fmla="*/ 0 h 1730573"/>
                      <a:gd name="connsiteX11" fmla="*/ 0 w 978703"/>
                      <a:gd name="connsiteY11" fmla="*/ 1231763 h 1730573"/>
                      <a:gd name="connsiteX12" fmla="*/ 410355 w 978703"/>
                      <a:gd name="connsiteY12" fmla="*/ 1730574 h 1730573"/>
                      <a:gd name="connsiteX13" fmla="*/ 978703 w 978703"/>
                      <a:gd name="connsiteY13" fmla="*/ 3306 h 173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703" h="1730573">
                        <a:moveTo>
                          <a:pt x="978703" y="3306"/>
                        </a:moveTo>
                        <a:lnTo>
                          <a:pt x="972605" y="0"/>
                        </a:lnTo>
                        <a:lnTo>
                          <a:pt x="975323" y="2204"/>
                        </a:lnTo>
                        <a:lnTo>
                          <a:pt x="978042" y="4445"/>
                        </a:lnTo>
                        <a:lnTo>
                          <a:pt x="965847" y="19910"/>
                        </a:lnTo>
                        <a:lnTo>
                          <a:pt x="407710" y="1716174"/>
                        </a:lnTo>
                        <a:lnTo>
                          <a:pt x="9110" y="1231579"/>
                        </a:lnTo>
                        <a:lnTo>
                          <a:pt x="965847" y="19910"/>
                        </a:lnTo>
                        <a:lnTo>
                          <a:pt x="972054" y="1102"/>
                        </a:lnTo>
                        <a:lnTo>
                          <a:pt x="975323" y="2204"/>
                        </a:lnTo>
                        <a:lnTo>
                          <a:pt x="972605" y="0"/>
                        </a:lnTo>
                        <a:lnTo>
                          <a:pt x="0" y="1231763"/>
                        </a:lnTo>
                        <a:lnTo>
                          <a:pt x="410355" y="1730574"/>
                        </a:lnTo>
                        <a:lnTo>
                          <a:pt x="978703" y="330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53" name="Freeform: Shape 2852">
                    <a:extLst>
                      <a:ext uri="{FF2B5EF4-FFF2-40B4-BE49-F238E27FC236}">
                        <a16:creationId xmlns:a16="http://schemas.microsoft.com/office/drawing/2014/main" id="{41DE02E1-B86D-B0ED-FD3C-1E7B37B48B0E}"/>
                      </a:ext>
                    </a:extLst>
                  </p:cNvPr>
                  <p:cNvSpPr/>
                  <p:nvPr/>
                </p:nvSpPr>
                <p:spPr>
                  <a:xfrm>
                    <a:off x="8755942" y="2611632"/>
                    <a:ext cx="12195" cy="18807"/>
                  </a:xfrm>
                  <a:custGeom>
                    <a:avLst/>
                    <a:gdLst>
                      <a:gd name="connsiteX0" fmla="*/ 9477 w 12195"/>
                      <a:gd name="connsiteY0" fmla="*/ 1102 h 18807"/>
                      <a:gd name="connsiteX1" fmla="*/ 6208 w 12195"/>
                      <a:gd name="connsiteY1" fmla="*/ 0 h 18807"/>
                      <a:gd name="connsiteX2" fmla="*/ 0 w 12195"/>
                      <a:gd name="connsiteY2" fmla="*/ 18808 h 18807"/>
                      <a:gd name="connsiteX3" fmla="*/ 12195 w 12195"/>
                      <a:gd name="connsiteY3" fmla="*/ 3343 h 18807"/>
                      <a:gd name="connsiteX4" fmla="*/ 9477 w 12195"/>
                      <a:gd name="connsiteY4" fmla="*/ 1102 h 18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 h="18807">
                        <a:moveTo>
                          <a:pt x="9477" y="1102"/>
                        </a:moveTo>
                        <a:lnTo>
                          <a:pt x="6208" y="0"/>
                        </a:lnTo>
                        <a:lnTo>
                          <a:pt x="0" y="18808"/>
                        </a:lnTo>
                        <a:lnTo>
                          <a:pt x="12195" y="3343"/>
                        </a:lnTo>
                        <a:lnTo>
                          <a:pt x="9477" y="110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54" name="Freeform: Shape 2853">
                    <a:extLst>
                      <a:ext uri="{FF2B5EF4-FFF2-40B4-BE49-F238E27FC236}">
                        <a16:creationId xmlns:a16="http://schemas.microsoft.com/office/drawing/2014/main" id="{F42A7465-9CDA-9FFB-2E53-C7FC7311E0B7}"/>
                      </a:ext>
                    </a:extLst>
                  </p:cNvPr>
                  <p:cNvSpPr/>
                  <p:nvPr/>
                </p:nvSpPr>
                <p:spPr>
                  <a:xfrm>
                    <a:off x="8758954" y="2610530"/>
                    <a:ext cx="6465" cy="5730"/>
                  </a:xfrm>
                  <a:custGeom>
                    <a:avLst/>
                    <a:gdLst>
                      <a:gd name="connsiteX0" fmla="*/ 6465 w 6465"/>
                      <a:gd name="connsiteY0" fmla="*/ 2204 h 5730"/>
                      <a:gd name="connsiteX1" fmla="*/ 3747 w 6465"/>
                      <a:gd name="connsiteY1" fmla="*/ 0 h 5730"/>
                      <a:gd name="connsiteX2" fmla="*/ 0 w 6465"/>
                      <a:gd name="connsiteY2" fmla="*/ 4812 h 5730"/>
                      <a:gd name="connsiteX3" fmla="*/ 5915 w 6465"/>
                      <a:gd name="connsiteY3" fmla="*/ 5730 h 5730"/>
                      <a:gd name="connsiteX4" fmla="*/ 6465 w 6465"/>
                      <a:gd name="connsiteY4" fmla="*/ 2204 h 5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5" h="5730">
                        <a:moveTo>
                          <a:pt x="6465" y="2204"/>
                        </a:moveTo>
                        <a:lnTo>
                          <a:pt x="3747" y="0"/>
                        </a:lnTo>
                        <a:lnTo>
                          <a:pt x="0" y="4812"/>
                        </a:lnTo>
                        <a:lnTo>
                          <a:pt x="5915" y="5730"/>
                        </a:lnTo>
                        <a:lnTo>
                          <a:pt x="6465" y="220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55" name="Freeform: Shape 2854">
                    <a:extLst>
                      <a:ext uri="{FF2B5EF4-FFF2-40B4-BE49-F238E27FC236}">
                        <a16:creationId xmlns:a16="http://schemas.microsoft.com/office/drawing/2014/main" id="{748696EA-ECA9-AC7A-CEB0-950BF0267CE3}"/>
                      </a:ext>
                    </a:extLst>
                  </p:cNvPr>
                  <p:cNvSpPr/>
                  <p:nvPr/>
                </p:nvSpPr>
                <p:spPr>
                  <a:xfrm>
                    <a:off x="11181265" y="2789204"/>
                    <a:ext cx="1010807" cy="647986"/>
                  </a:xfrm>
                  <a:custGeom>
                    <a:avLst/>
                    <a:gdLst>
                      <a:gd name="connsiteX0" fmla="*/ 1010808 w 1010807"/>
                      <a:gd name="connsiteY0" fmla="*/ 213204 h 647986"/>
                      <a:gd name="connsiteX1" fmla="*/ 1010808 w 1010807"/>
                      <a:gd name="connsiteY1" fmla="*/ 183890 h 647986"/>
                      <a:gd name="connsiteX2" fmla="*/ 898622 w 1010807"/>
                      <a:gd name="connsiteY2" fmla="*/ 638399 h 647986"/>
                      <a:gd name="connsiteX3" fmla="*/ 22223 w 1010807"/>
                      <a:gd name="connsiteY3" fmla="*/ 315692 h 647986"/>
                      <a:gd name="connsiteX4" fmla="*/ 1010808 w 1010807"/>
                      <a:gd name="connsiteY4" fmla="*/ 7384 h 647986"/>
                      <a:gd name="connsiteX5" fmla="*/ 1010808 w 1010807"/>
                      <a:gd name="connsiteY5" fmla="*/ 0 h 647986"/>
                      <a:gd name="connsiteX6" fmla="*/ 0 w 1010807"/>
                      <a:gd name="connsiteY6" fmla="*/ 314957 h 647986"/>
                      <a:gd name="connsiteX7" fmla="*/ 903508 w 1010807"/>
                      <a:gd name="connsiteY7" fmla="*/ 647987 h 647986"/>
                      <a:gd name="connsiteX8" fmla="*/ 1010808 w 1010807"/>
                      <a:gd name="connsiteY8" fmla="*/ 213204 h 647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10807" h="647986">
                        <a:moveTo>
                          <a:pt x="1010808" y="213204"/>
                        </a:moveTo>
                        <a:lnTo>
                          <a:pt x="1010808" y="183890"/>
                        </a:lnTo>
                        <a:lnTo>
                          <a:pt x="898622" y="638399"/>
                        </a:lnTo>
                        <a:lnTo>
                          <a:pt x="22223" y="315692"/>
                        </a:lnTo>
                        <a:lnTo>
                          <a:pt x="1010808" y="7384"/>
                        </a:lnTo>
                        <a:lnTo>
                          <a:pt x="1010808" y="0"/>
                        </a:lnTo>
                        <a:lnTo>
                          <a:pt x="0" y="314957"/>
                        </a:lnTo>
                        <a:lnTo>
                          <a:pt x="903508" y="647987"/>
                        </a:lnTo>
                        <a:lnTo>
                          <a:pt x="1010808" y="21320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56" name="Freeform: Shape 2855">
                    <a:extLst>
                      <a:ext uri="{FF2B5EF4-FFF2-40B4-BE49-F238E27FC236}">
                        <a16:creationId xmlns:a16="http://schemas.microsoft.com/office/drawing/2014/main" id="{EDBD5B1D-5397-1E8F-8E59-6BB42357F2B8}"/>
                      </a:ext>
                    </a:extLst>
                  </p:cNvPr>
                  <p:cNvSpPr/>
                  <p:nvPr/>
                </p:nvSpPr>
                <p:spPr>
                  <a:xfrm>
                    <a:off x="11185268" y="2037407"/>
                    <a:ext cx="1006804" cy="1073219"/>
                  </a:xfrm>
                  <a:custGeom>
                    <a:avLst/>
                    <a:gdLst>
                      <a:gd name="connsiteX0" fmla="*/ 1006805 w 1006804"/>
                      <a:gd name="connsiteY0" fmla="*/ 751797 h 1073219"/>
                      <a:gd name="connsiteX1" fmla="*/ 14400 w 1006804"/>
                      <a:gd name="connsiteY1" fmla="*/ 1061024 h 1073219"/>
                      <a:gd name="connsiteX2" fmla="*/ 573712 w 1006804"/>
                      <a:gd name="connsiteY2" fmla="*/ 8706 h 1073219"/>
                      <a:gd name="connsiteX3" fmla="*/ 570442 w 1006804"/>
                      <a:gd name="connsiteY3" fmla="*/ 3710 h 1073219"/>
                      <a:gd name="connsiteX4" fmla="*/ 573344 w 1006804"/>
                      <a:gd name="connsiteY4" fmla="*/ 1653 h 1073219"/>
                      <a:gd name="connsiteX5" fmla="*/ 570258 w 1006804"/>
                      <a:gd name="connsiteY5" fmla="*/ 0 h 1073219"/>
                      <a:gd name="connsiteX6" fmla="*/ 0 w 1006804"/>
                      <a:gd name="connsiteY6" fmla="*/ 1073219 h 1073219"/>
                      <a:gd name="connsiteX7" fmla="*/ 1006805 w 1006804"/>
                      <a:gd name="connsiteY7" fmla="*/ 759364 h 1073219"/>
                      <a:gd name="connsiteX8" fmla="*/ 1006805 w 1006804"/>
                      <a:gd name="connsiteY8" fmla="*/ 751797 h 107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6804" h="1073219">
                        <a:moveTo>
                          <a:pt x="1006805" y="751797"/>
                        </a:moveTo>
                        <a:lnTo>
                          <a:pt x="14400" y="1061024"/>
                        </a:lnTo>
                        <a:lnTo>
                          <a:pt x="573712" y="8706"/>
                        </a:lnTo>
                        <a:lnTo>
                          <a:pt x="570442" y="3710"/>
                        </a:lnTo>
                        <a:lnTo>
                          <a:pt x="573344" y="1653"/>
                        </a:lnTo>
                        <a:lnTo>
                          <a:pt x="570258" y="0"/>
                        </a:lnTo>
                        <a:lnTo>
                          <a:pt x="0" y="1073219"/>
                        </a:lnTo>
                        <a:lnTo>
                          <a:pt x="1006805" y="759364"/>
                        </a:lnTo>
                        <a:lnTo>
                          <a:pt x="1006805" y="75179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57" name="Freeform: Shape 2856">
                    <a:extLst>
                      <a:ext uri="{FF2B5EF4-FFF2-40B4-BE49-F238E27FC236}">
                        <a16:creationId xmlns:a16="http://schemas.microsoft.com/office/drawing/2014/main" id="{E50A3D19-2B9F-31C2-A3FA-BD2799F84775}"/>
                      </a:ext>
                    </a:extLst>
                  </p:cNvPr>
                  <p:cNvSpPr/>
                  <p:nvPr/>
                </p:nvSpPr>
                <p:spPr>
                  <a:xfrm>
                    <a:off x="11755710" y="2039060"/>
                    <a:ext cx="6097" cy="7052"/>
                  </a:xfrm>
                  <a:custGeom>
                    <a:avLst/>
                    <a:gdLst>
                      <a:gd name="connsiteX0" fmla="*/ 6098 w 6097"/>
                      <a:gd name="connsiteY0" fmla="*/ 1690 h 7052"/>
                      <a:gd name="connsiteX1" fmla="*/ 2902 w 6097"/>
                      <a:gd name="connsiteY1" fmla="*/ 0 h 7052"/>
                      <a:gd name="connsiteX2" fmla="*/ 0 w 6097"/>
                      <a:gd name="connsiteY2" fmla="*/ 2057 h 7052"/>
                      <a:gd name="connsiteX3" fmla="*/ 3270 w 6097"/>
                      <a:gd name="connsiteY3" fmla="*/ 7053 h 7052"/>
                      <a:gd name="connsiteX4" fmla="*/ 6098 w 6097"/>
                      <a:gd name="connsiteY4" fmla="*/ 1690 h 7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7" h="7052">
                        <a:moveTo>
                          <a:pt x="6098" y="1690"/>
                        </a:moveTo>
                        <a:lnTo>
                          <a:pt x="2902" y="0"/>
                        </a:lnTo>
                        <a:lnTo>
                          <a:pt x="0" y="2057"/>
                        </a:lnTo>
                        <a:lnTo>
                          <a:pt x="3270" y="7053"/>
                        </a:lnTo>
                        <a:lnTo>
                          <a:pt x="6098" y="169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58" name="Freeform: Shape 2857">
                    <a:extLst>
                      <a:ext uri="{FF2B5EF4-FFF2-40B4-BE49-F238E27FC236}">
                        <a16:creationId xmlns:a16="http://schemas.microsoft.com/office/drawing/2014/main" id="{1D59E179-827D-CA88-BC0A-B9A465FE19F0}"/>
                      </a:ext>
                    </a:extLst>
                  </p:cNvPr>
                  <p:cNvSpPr/>
                  <p:nvPr/>
                </p:nvSpPr>
                <p:spPr>
                  <a:xfrm>
                    <a:off x="11755526" y="2032228"/>
                    <a:ext cx="436546" cy="671753"/>
                  </a:xfrm>
                  <a:custGeom>
                    <a:avLst/>
                    <a:gdLst>
                      <a:gd name="connsiteX0" fmla="*/ 6281 w 436546"/>
                      <a:gd name="connsiteY0" fmla="*/ 8522 h 671753"/>
                      <a:gd name="connsiteX1" fmla="*/ 3454 w 436546"/>
                      <a:gd name="connsiteY1" fmla="*/ 13885 h 671753"/>
                      <a:gd name="connsiteX2" fmla="*/ 436547 w 436546"/>
                      <a:gd name="connsiteY2" fmla="*/ 671754 h 671753"/>
                      <a:gd name="connsiteX3" fmla="*/ 436547 w 436546"/>
                      <a:gd name="connsiteY3" fmla="*/ 658860 h 671753"/>
                      <a:gd name="connsiteX4" fmla="*/ 2902 w 436546"/>
                      <a:gd name="connsiteY4" fmla="*/ 0 h 671753"/>
                      <a:gd name="connsiteX5" fmla="*/ 0 w 436546"/>
                      <a:gd name="connsiteY5" fmla="*/ 5180 h 671753"/>
                      <a:gd name="connsiteX6" fmla="*/ 3086 w 436546"/>
                      <a:gd name="connsiteY6" fmla="*/ 6832 h 671753"/>
                      <a:gd name="connsiteX7" fmla="*/ 6281 w 436546"/>
                      <a:gd name="connsiteY7" fmla="*/ 8522 h 671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6546" h="671753">
                        <a:moveTo>
                          <a:pt x="6281" y="8522"/>
                        </a:moveTo>
                        <a:lnTo>
                          <a:pt x="3454" y="13885"/>
                        </a:lnTo>
                        <a:lnTo>
                          <a:pt x="436547" y="671754"/>
                        </a:lnTo>
                        <a:lnTo>
                          <a:pt x="436547" y="658860"/>
                        </a:lnTo>
                        <a:lnTo>
                          <a:pt x="2902" y="0"/>
                        </a:lnTo>
                        <a:lnTo>
                          <a:pt x="0" y="5180"/>
                        </a:lnTo>
                        <a:lnTo>
                          <a:pt x="3086" y="6832"/>
                        </a:lnTo>
                        <a:lnTo>
                          <a:pt x="6281" y="852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59" name="Freeform: Shape 2858">
                    <a:extLst>
                      <a:ext uri="{FF2B5EF4-FFF2-40B4-BE49-F238E27FC236}">
                        <a16:creationId xmlns:a16="http://schemas.microsoft.com/office/drawing/2014/main" id="{30B39DCD-DB8D-DAB1-E918-DFCD0491D11C}"/>
                      </a:ext>
                    </a:extLst>
                  </p:cNvPr>
                  <p:cNvSpPr/>
                  <p:nvPr/>
                </p:nvSpPr>
                <p:spPr>
                  <a:xfrm>
                    <a:off x="11191220" y="3104528"/>
                    <a:ext cx="4628" cy="4812"/>
                  </a:xfrm>
                  <a:custGeom>
                    <a:avLst/>
                    <a:gdLst>
                      <a:gd name="connsiteX0" fmla="*/ 4629 w 4628"/>
                      <a:gd name="connsiteY0" fmla="*/ 551 h 4812"/>
                      <a:gd name="connsiteX1" fmla="*/ 1175 w 4628"/>
                      <a:gd name="connsiteY1" fmla="*/ 0 h 4812"/>
                      <a:gd name="connsiteX2" fmla="*/ 0 w 4628"/>
                      <a:gd name="connsiteY2" fmla="*/ 3306 h 4812"/>
                      <a:gd name="connsiteX3" fmla="*/ 4003 w 4628"/>
                      <a:gd name="connsiteY3" fmla="*/ 4812 h 4812"/>
                      <a:gd name="connsiteX4" fmla="*/ 4629 w 4628"/>
                      <a:gd name="connsiteY4" fmla="*/ 551 h 4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28" h="4812">
                        <a:moveTo>
                          <a:pt x="4629" y="551"/>
                        </a:moveTo>
                        <a:lnTo>
                          <a:pt x="1175" y="0"/>
                        </a:lnTo>
                        <a:lnTo>
                          <a:pt x="0" y="3306"/>
                        </a:lnTo>
                        <a:lnTo>
                          <a:pt x="4003" y="4812"/>
                        </a:lnTo>
                        <a:lnTo>
                          <a:pt x="4629" y="55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60" name="Freeform: Shape 2859">
                    <a:extLst>
                      <a:ext uri="{FF2B5EF4-FFF2-40B4-BE49-F238E27FC236}">
                        <a16:creationId xmlns:a16="http://schemas.microsoft.com/office/drawing/2014/main" id="{2281A979-BE83-D8AB-6629-C77C77F4D15B}"/>
                      </a:ext>
                    </a:extLst>
                  </p:cNvPr>
                  <p:cNvSpPr/>
                  <p:nvPr/>
                </p:nvSpPr>
                <p:spPr>
                  <a:xfrm>
                    <a:off x="11107282" y="3099753"/>
                    <a:ext cx="986967" cy="583225"/>
                  </a:xfrm>
                  <a:custGeom>
                    <a:avLst/>
                    <a:gdLst>
                      <a:gd name="connsiteX0" fmla="*/ 82174 w 986967"/>
                      <a:gd name="connsiteY0" fmla="*/ 0 h 583225"/>
                      <a:gd name="connsiteX1" fmla="*/ 81623 w 986967"/>
                      <a:gd name="connsiteY1" fmla="*/ 4224 h 583225"/>
                      <a:gd name="connsiteX2" fmla="*/ 85112 w 986967"/>
                      <a:gd name="connsiteY2" fmla="*/ 4775 h 583225"/>
                      <a:gd name="connsiteX3" fmla="*/ 88566 w 986967"/>
                      <a:gd name="connsiteY3" fmla="*/ 5326 h 583225"/>
                      <a:gd name="connsiteX4" fmla="*/ 87941 w 986967"/>
                      <a:gd name="connsiteY4" fmla="*/ 9588 h 583225"/>
                      <a:gd name="connsiteX5" fmla="*/ 962944 w 986967"/>
                      <a:gd name="connsiteY5" fmla="*/ 332075 h 583225"/>
                      <a:gd name="connsiteX6" fmla="*/ 8486 w 986967"/>
                      <a:gd name="connsiteY6" fmla="*/ 573638 h 583225"/>
                      <a:gd name="connsiteX7" fmla="*/ 87941 w 986967"/>
                      <a:gd name="connsiteY7" fmla="*/ 9588 h 583225"/>
                      <a:gd name="connsiteX8" fmla="*/ 83937 w 986967"/>
                      <a:gd name="connsiteY8" fmla="*/ 8082 h 583225"/>
                      <a:gd name="connsiteX9" fmla="*/ 85112 w 986967"/>
                      <a:gd name="connsiteY9" fmla="*/ 4775 h 583225"/>
                      <a:gd name="connsiteX10" fmla="*/ 81623 w 986967"/>
                      <a:gd name="connsiteY10" fmla="*/ 4224 h 583225"/>
                      <a:gd name="connsiteX11" fmla="*/ 0 w 986967"/>
                      <a:gd name="connsiteY11" fmla="*/ 583225 h 583225"/>
                      <a:gd name="connsiteX12" fmla="*/ 986968 w 986967"/>
                      <a:gd name="connsiteY12" fmla="*/ 333177 h 583225"/>
                      <a:gd name="connsiteX13" fmla="*/ 82174 w 986967"/>
                      <a:gd name="connsiteY13" fmla="*/ 0 h 583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6967" h="583225">
                        <a:moveTo>
                          <a:pt x="82174" y="0"/>
                        </a:moveTo>
                        <a:lnTo>
                          <a:pt x="81623" y="4224"/>
                        </a:lnTo>
                        <a:lnTo>
                          <a:pt x="85112" y="4775"/>
                        </a:lnTo>
                        <a:lnTo>
                          <a:pt x="88566" y="5326"/>
                        </a:lnTo>
                        <a:lnTo>
                          <a:pt x="87941" y="9588"/>
                        </a:lnTo>
                        <a:lnTo>
                          <a:pt x="962944" y="332075"/>
                        </a:lnTo>
                        <a:lnTo>
                          <a:pt x="8486" y="573638"/>
                        </a:lnTo>
                        <a:lnTo>
                          <a:pt x="87941" y="9588"/>
                        </a:lnTo>
                        <a:lnTo>
                          <a:pt x="83937" y="8082"/>
                        </a:lnTo>
                        <a:lnTo>
                          <a:pt x="85112" y="4775"/>
                        </a:lnTo>
                        <a:lnTo>
                          <a:pt x="81623" y="4224"/>
                        </a:lnTo>
                        <a:lnTo>
                          <a:pt x="0" y="583225"/>
                        </a:lnTo>
                        <a:lnTo>
                          <a:pt x="986968" y="333177"/>
                        </a:lnTo>
                        <a:lnTo>
                          <a:pt x="82174"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61" name="Freeform: Shape 2860">
                    <a:extLst>
                      <a:ext uri="{FF2B5EF4-FFF2-40B4-BE49-F238E27FC236}">
                        <a16:creationId xmlns:a16="http://schemas.microsoft.com/office/drawing/2014/main" id="{E7EA786D-98B8-B3AE-9E44-5808EBD6E955}"/>
                      </a:ext>
                    </a:extLst>
                  </p:cNvPr>
                  <p:cNvSpPr/>
                  <p:nvPr/>
                </p:nvSpPr>
                <p:spPr>
                  <a:xfrm>
                    <a:off x="11752147" y="2037407"/>
                    <a:ext cx="7015" cy="6281"/>
                  </a:xfrm>
                  <a:custGeom>
                    <a:avLst/>
                    <a:gdLst>
                      <a:gd name="connsiteX0" fmla="*/ 6465 w 7015"/>
                      <a:gd name="connsiteY0" fmla="*/ 1653 h 6281"/>
                      <a:gd name="connsiteX1" fmla="*/ 3379 w 7015"/>
                      <a:gd name="connsiteY1" fmla="*/ 0 h 6281"/>
                      <a:gd name="connsiteX2" fmla="*/ 0 w 7015"/>
                      <a:gd name="connsiteY2" fmla="*/ 6281 h 6281"/>
                      <a:gd name="connsiteX3" fmla="*/ 7016 w 7015"/>
                      <a:gd name="connsiteY3" fmla="*/ 5179 h 6281"/>
                      <a:gd name="connsiteX4" fmla="*/ 6465 w 7015"/>
                      <a:gd name="connsiteY4" fmla="*/ 1653 h 6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5" h="6281">
                        <a:moveTo>
                          <a:pt x="6465" y="1653"/>
                        </a:moveTo>
                        <a:lnTo>
                          <a:pt x="3379" y="0"/>
                        </a:lnTo>
                        <a:lnTo>
                          <a:pt x="0" y="6281"/>
                        </a:lnTo>
                        <a:lnTo>
                          <a:pt x="7016" y="5179"/>
                        </a:lnTo>
                        <a:lnTo>
                          <a:pt x="6465" y="165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62" name="Freeform: Shape 2861">
                    <a:extLst>
                      <a:ext uri="{FF2B5EF4-FFF2-40B4-BE49-F238E27FC236}">
                        <a16:creationId xmlns:a16="http://schemas.microsoft.com/office/drawing/2014/main" id="{D768A8E9-E5FD-D80B-9F2D-BC2084593CD4}"/>
                      </a:ext>
                    </a:extLst>
                  </p:cNvPr>
                  <p:cNvSpPr/>
                  <p:nvPr/>
                </p:nvSpPr>
                <p:spPr>
                  <a:xfrm>
                    <a:off x="11195738" y="3105447"/>
                    <a:ext cx="110" cy="551"/>
                  </a:xfrm>
                  <a:custGeom>
                    <a:avLst/>
                    <a:gdLst>
                      <a:gd name="connsiteX0" fmla="*/ 0 w 110"/>
                      <a:gd name="connsiteY0" fmla="*/ 0 h 551"/>
                      <a:gd name="connsiteX1" fmla="*/ 0 w 110"/>
                      <a:gd name="connsiteY1" fmla="*/ 551 h 551"/>
                      <a:gd name="connsiteX2" fmla="*/ 110 w 110"/>
                      <a:gd name="connsiteY2" fmla="*/ 0 h 551"/>
                      <a:gd name="connsiteX3" fmla="*/ 0 w 110"/>
                      <a:gd name="connsiteY3" fmla="*/ 0 h 551"/>
                    </a:gdLst>
                    <a:ahLst/>
                    <a:cxnLst>
                      <a:cxn ang="0">
                        <a:pos x="connsiteX0" y="connsiteY0"/>
                      </a:cxn>
                      <a:cxn ang="0">
                        <a:pos x="connsiteX1" y="connsiteY1"/>
                      </a:cxn>
                      <a:cxn ang="0">
                        <a:pos x="connsiteX2" y="connsiteY2"/>
                      </a:cxn>
                      <a:cxn ang="0">
                        <a:pos x="connsiteX3" y="connsiteY3"/>
                      </a:cxn>
                    </a:cxnLst>
                    <a:rect l="l" t="t" r="r" b="b"/>
                    <a:pathLst>
                      <a:path w="110" h="551">
                        <a:moveTo>
                          <a:pt x="0" y="0"/>
                        </a:moveTo>
                        <a:lnTo>
                          <a:pt x="0" y="551"/>
                        </a:lnTo>
                        <a:lnTo>
                          <a:pt x="110" y="0"/>
                        </a:lnTo>
                        <a:lnTo>
                          <a:pt x="0"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63" name="Freeform: Shape 2862">
                    <a:extLst>
                      <a:ext uri="{FF2B5EF4-FFF2-40B4-BE49-F238E27FC236}">
                        <a16:creationId xmlns:a16="http://schemas.microsoft.com/office/drawing/2014/main" id="{C5334719-13CC-9E40-2190-AE85E9CDFF42}"/>
                      </a:ext>
                    </a:extLst>
                  </p:cNvPr>
                  <p:cNvSpPr/>
                  <p:nvPr/>
                </p:nvSpPr>
                <p:spPr>
                  <a:xfrm>
                    <a:off x="11188832" y="3103978"/>
                    <a:ext cx="183" cy="367"/>
                  </a:xfrm>
                  <a:custGeom>
                    <a:avLst/>
                    <a:gdLst>
                      <a:gd name="connsiteX0" fmla="*/ 74 w 183"/>
                      <a:gd name="connsiteY0" fmla="*/ 0 h 367"/>
                      <a:gd name="connsiteX1" fmla="*/ 0 w 183"/>
                      <a:gd name="connsiteY1" fmla="*/ 367 h 367"/>
                      <a:gd name="connsiteX2" fmla="*/ 184 w 183"/>
                      <a:gd name="connsiteY2" fmla="*/ 0 h 367"/>
                      <a:gd name="connsiteX3" fmla="*/ 74 w 183"/>
                      <a:gd name="connsiteY3" fmla="*/ 0 h 367"/>
                    </a:gdLst>
                    <a:ahLst/>
                    <a:cxnLst>
                      <a:cxn ang="0">
                        <a:pos x="connsiteX0" y="connsiteY0"/>
                      </a:cxn>
                      <a:cxn ang="0">
                        <a:pos x="connsiteX1" y="connsiteY1"/>
                      </a:cxn>
                      <a:cxn ang="0">
                        <a:pos x="connsiteX2" y="connsiteY2"/>
                      </a:cxn>
                      <a:cxn ang="0">
                        <a:pos x="connsiteX3" y="connsiteY3"/>
                      </a:cxn>
                    </a:cxnLst>
                    <a:rect l="l" t="t" r="r" b="b"/>
                    <a:pathLst>
                      <a:path w="183" h="367">
                        <a:moveTo>
                          <a:pt x="74" y="0"/>
                        </a:moveTo>
                        <a:lnTo>
                          <a:pt x="0" y="367"/>
                        </a:lnTo>
                        <a:lnTo>
                          <a:pt x="184" y="0"/>
                        </a:lnTo>
                        <a:lnTo>
                          <a:pt x="74"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64" name="Freeform: Shape 2863">
                    <a:extLst>
                      <a:ext uri="{FF2B5EF4-FFF2-40B4-BE49-F238E27FC236}">
                        <a16:creationId xmlns:a16="http://schemas.microsoft.com/office/drawing/2014/main" id="{B24FACDB-592C-4D2E-1520-565B6766F52A}"/>
                      </a:ext>
                    </a:extLst>
                  </p:cNvPr>
                  <p:cNvSpPr/>
                  <p:nvPr/>
                </p:nvSpPr>
                <p:spPr>
                  <a:xfrm>
                    <a:off x="11189089" y="3103610"/>
                    <a:ext cx="6759" cy="1836"/>
                  </a:xfrm>
                  <a:custGeom>
                    <a:avLst/>
                    <a:gdLst>
                      <a:gd name="connsiteX0" fmla="*/ 6649 w 6759"/>
                      <a:gd name="connsiteY0" fmla="*/ 1837 h 1836"/>
                      <a:gd name="connsiteX1" fmla="*/ 6759 w 6759"/>
                      <a:gd name="connsiteY1" fmla="*/ 1469 h 1836"/>
                      <a:gd name="connsiteX2" fmla="*/ 0 w 6759"/>
                      <a:gd name="connsiteY2" fmla="*/ 0 h 1836"/>
                      <a:gd name="connsiteX3" fmla="*/ 3306 w 6759"/>
                      <a:gd name="connsiteY3" fmla="*/ 918 h 1836"/>
                      <a:gd name="connsiteX4" fmla="*/ 6649 w 6759"/>
                      <a:gd name="connsiteY4" fmla="*/ 1837 h 18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9" h="1836">
                        <a:moveTo>
                          <a:pt x="6649" y="1837"/>
                        </a:moveTo>
                        <a:lnTo>
                          <a:pt x="6759" y="1469"/>
                        </a:lnTo>
                        <a:lnTo>
                          <a:pt x="0" y="0"/>
                        </a:lnTo>
                        <a:lnTo>
                          <a:pt x="3306" y="918"/>
                        </a:lnTo>
                        <a:lnTo>
                          <a:pt x="6649" y="183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65" name="Freeform: Shape 2864">
                    <a:extLst>
                      <a:ext uri="{FF2B5EF4-FFF2-40B4-BE49-F238E27FC236}">
                        <a16:creationId xmlns:a16="http://schemas.microsoft.com/office/drawing/2014/main" id="{1AFFCC0F-06BE-50D1-A91F-D4BACAB4C744}"/>
                      </a:ext>
                    </a:extLst>
                  </p:cNvPr>
                  <p:cNvSpPr/>
                  <p:nvPr/>
                </p:nvSpPr>
                <p:spPr>
                  <a:xfrm>
                    <a:off x="11189015" y="3103610"/>
                    <a:ext cx="3379" cy="918"/>
                  </a:xfrm>
                  <a:custGeom>
                    <a:avLst/>
                    <a:gdLst>
                      <a:gd name="connsiteX0" fmla="*/ 74 w 3379"/>
                      <a:gd name="connsiteY0" fmla="*/ 0 h 918"/>
                      <a:gd name="connsiteX1" fmla="*/ 0 w 3379"/>
                      <a:gd name="connsiteY1" fmla="*/ 367 h 918"/>
                      <a:gd name="connsiteX2" fmla="*/ 3379 w 3379"/>
                      <a:gd name="connsiteY2" fmla="*/ 918 h 918"/>
                      <a:gd name="connsiteX3" fmla="*/ 74 w 3379"/>
                      <a:gd name="connsiteY3" fmla="*/ 0 h 918"/>
                    </a:gdLst>
                    <a:ahLst/>
                    <a:cxnLst>
                      <a:cxn ang="0">
                        <a:pos x="connsiteX0" y="connsiteY0"/>
                      </a:cxn>
                      <a:cxn ang="0">
                        <a:pos x="connsiteX1" y="connsiteY1"/>
                      </a:cxn>
                      <a:cxn ang="0">
                        <a:pos x="connsiteX2" y="connsiteY2"/>
                      </a:cxn>
                      <a:cxn ang="0">
                        <a:pos x="connsiteX3" y="connsiteY3"/>
                      </a:cxn>
                    </a:cxnLst>
                    <a:rect l="l" t="t" r="r" b="b"/>
                    <a:pathLst>
                      <a:path w="3379" h="918">
                        <a:moveTo>
                          <a:pt x="74" y="0"/>
                        </a:moveTo>
                        <a:lnTo>
                          <a:pt x="0" y="367"/>
                        </a:lnTo>
                        <a:lnTo>
                          <a:pt x="3379" y="918"/>
                        </a:lnTo>
                        <a:lnTo>
                          <a:pt x="74"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66" name="Freeform: Shape 2865">
                    <a:extLst>
                      <a:ext uri="{FF2B5EF4-FFF2-40B4-BE49-F238E27FC236}">
                        <a16:creationId xmlns:a16="http://schemas.microsoft.com/office/drawing/2014/main" id="{DF9C97D8-DCCB-F846-B3D0-AAD7635DB26E}"/>
                      </a:ext>
                    </a:extLst>
                  </p:cNvPr>
                  <p:cNvSpPr/>
                  <p:nvPr/>
                </p:nvSpPr>
                <p:spPr>
                  <a:xfrm>
                    <a:off x="11026027" y="3104345"/>
                    <a:ext cx="169710" cy="577347"/>
                  </a:xfrm>
                  <a:custGeom>
                    <a:avLst/>
                    <a:gdLst>
                      <a:gd name="connsiteX0" fmla="*/ 88565 w 169710"/>
                      <a:gd name="connsiteY0" fmla="*/ 577348 h 577347"/>
                      <a:gd name="connsiteX1" fmla="*/ 169711 w 169710"/>
                      <a:gd name="connsiteY1" fmla="*/ 1653 h 577347"/>
                      <a:gd name="connsiteX2" fmla="*/ 155605 w 169710"/>
                      <a:gd name="connsiteY2" fmla="*/ 51648 h 577347"/>
                      <a:gd name="connsiteX3" fmla="*/ 82431 w 169710"/>
                      <a:gd name="connsiteY3" fmla="*/ 570331 h 577347"/>
                      <a:gd name="connsiteX4" fmla="*/ 9257 w 169710"/>
                      <a:gd name="connsiteY4" fmla="*/ 570331 h 577347"/>
                      <a:gd name="connsiteX5" fmla="*/ 155605 w 169710"/>
                      <a:gd name="connsiteY5" fmla="*/ 51648 h 577347"/>
                      <a:gd name="connsiteX6" fmla="*/ 162804 w 169710"/>
                      <a:gd name="connsiteY6" fmla="*/ 0 h 577347"/>
                      <a:gd name="connsiteX7" fmla="*/ 0 w 169710"/>
                      <a:gd name="connsiteY7" fmla="*/ 577348 h 577347"/>
                      <a:gd name="connsiteX8" fmla="*/ 85553 w 169710"/>
                      <a:gd name="connsiteY8" fmla="*/ 577348 h 577347"/>
                      <a:gd name="connsiteX9" fmla="*/ 88565 w 169710"/>
                      <a:gd name="connsiteY9" fmla="*/ 577348 h 577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9710" h="577347">
                        <a:moveTo>
                          <a:pt x="88565" y="577348"/>
                        </a:moveTo>
                        <a:lnTo>
                          <a:pt x="169711" y="1653"/>
                        </a:lnTo>
                        <a:lnTo>
                          <a:pt x="155605" y="51648"/>
                        </a:lnTo>
                        <a:lnTo>
                          <a:pt x="82431" y="570331"/>
                        </a:lnTo>
                        <a:lnTo>
                          <a:pt x="9257" y="570331"/>
                        </a:lnTo>
                        <a:lnTo>
                          <a:pt x="155605" y="51648"/>
                        </a:lnTo>
                        <a:lnTo>
                          <a:pt x="162804" y="0"/>
                        </a:lnTo>
                        <a:lnTo>
                          <a:pt x="0" y="577348"/>
                        </a:lnTo>
                        <a:lnTo>
                          <a:pt x="85553" y="577348"/>
                        </a:lnTo>
                        <a:lnTo>
                          <a:pt x="88565" y="57734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67" name="Freeform: Shape 2866">
                    <a:extLst>
                      <a:ext uri="{FF2B5EF4-FFF2-40B4-BE49-F238E27FC236}">
                        <a16:creationId xmlns:a16="http://schemas.microsoft.com/office/drawing/2014/main" id="{5514A6E7-DE6E-A0B3-1479-C83167D6BA70}"/>
                      </a:ext>
                    </a:extLst>
                  </p:cNvPr>
                  <p:cNvSpPr/>
                  <p:nvPr/>
                </p:nvSpPr>
                <p:spPr>
                  <a:xfrm>
                    <a:off x="11181632" y="3103978"/>
                    <a:ext cx="14106" cy="52015"/>
                  </a:xfrm>
                  <a:custGeom>
                    <a:avLst/>
                    <a:gdLst>
                      <a:gd name="connsiteX0" fmla="*/ 14106 w 14106"/>
                      <a:gd name="connsiteY0" fmla="*/ 1469 h 52015"/>
                      <a:gd name="connsiteX1" fmla="*/ 10763 w 14106"/>
                      <a:gd name="connsiteY1" fmla="*/ 551 h 52015"/>
                      <a:gd name="connsiteX2" fmla="*/ 7384 w 14106"/>
                      <a:gd name="connsiteY2" fmla="*/ 0 h 52015"/>
                      <a:gd name="connsiteX3" fmla="*/ 7200 w 14106"/>
                      <a:gd name="connsiteY3" fmla="*/ 367 h 52015"/>
                      <a:gd name="connsiteX4" fmla="*/ 0 w 14106"/>
                      <a:gd name="connsiteY4" fmla="*/ 52015 h 52015"/>
                      <a:gd name="connsiteX5" fmla="*/ 14106 w 14106"/>
                      <a:gd name="connsiteY5" fmla="*/ 2020 h 52015"/>
                      <a:gd name="connsiteX6" fmla="*/ 14106 w 14106"/>
                      <a:gd name="connsiteY6" fmla="*/ 1469 h 52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06" h="52015">
                        <a:moveTo>
                          <a:pt x="14106" y="1469"/>
                        </a:moveTo>
                        <a:lnTo>
                          <a:pt x="10763" y="551"/>
                        </a:lnTo>
                        <a:lnTo>
                          <a:pt x="7384" y="0"/>
                        </a:lnTo>
                        <a:lnTo>
                          <a:pt x="7200" y="367"/>
                        </a:lnTo>
                        <a:lnTo>
                          <a:pt x="0" y="52015"/>
                        </a:lnTo>
                        <a:lnTo>
                          <a:pt x="14106" y="2020"/>
                        </a:lnTo>
                        <a:lnTo>
                          <a:pt x="14106" y="146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68" name="Freeform: Shape 2867">
                    <a:extLst>
                      <a:ext uri="{FF2B5EF4-FFF2-40B4-BE49-F238E27FC236}">
                        <a16:creationId xmlns:a16="http://schemas.microsoft.com/office/drawing/2014/main" id="{1E1CACE5-532E-93F4-1E1C-A26D402C0086}"/>
                      </a:ext>
                    </a:extLst>
                  </p:cNvPr>
                  <p:cNvSpPr/>
                  <p:nvPr/>
                </p:nvSpPr>
                <p:spPr>
                  <a:xfrm>
                    <a:off x="11187289" y="3103610"/>
                    <a:ext cx="6171" cy="6281"/>
                  </a:xfrm>
                  <a:custGeom>
                    <a:avLst/>
                    <a:gdLst>
                      <a:gd name="connsiteX0" fmla="*/ 5106 w 6171"/>
                      <a:gd name="connsiteY0" fmla="*/ 918 h 6281"/>
                      <a:gd name="connsiteX1" fmla="*/ 1800 w 6171"/>
                      <a:gd name="connsiteY1" fmla="*/ 0 h 6281"/>
                      <a:gd name="connsiteX2" fmla="*/ 0 w 6171"/>
                      <a:gd name="connsiteY2" fmla="*/ 6282 h 6281"/>
                      <a:gd name="connsiteX3" fmla="*/ 6171 w 6171"/>
                      <a:gd name="connsiteY3" fmla="*/ 4408 h 6281"/>
                      <a:gd name="connsiteX4" fmla="*/ 5106 w 6171"/>
                      <a:gd name="connsiteY4" fmla="*/ 918 h 6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71" h="6281">
                        <a:moveTo>
                          <a:pt x="5106" y="918"/>
                        </a:moveTo>
                        <a:lnTo>
                          <a:pt x="1800" y="0"/>
                        </a:lnTo>
                        <a:lnTo>
                          <a:pt x="0" y="6282"/>
                        </a:lnTo>
                        <a:lnTo>
                          <a:pt x="6171" y="4408"/>
                        </a:lnTo>
                        <a:lnTo>
                          <a:pt x="5106" y="91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69" name="Freeform: Shape 2868">
                    <a:extLst>
                      <a:ext uri="{FF2B5EF4-FFF2-40B4-BE49-F238E27FC236}">
                        <a16:creationId xmlns:a16="http://schemas.microsoft.com/office/drawing/2014/main" id="{578AE8D4-0108-8CA1-3538-D606CC65A1E5}"/>
                      </a:ext>
                    </a:extLst>
                  </p:cNvPr>
                  <p:cNvSpPr/>
                  <p:nvPr/>
                </p:nvSpPr>
                <p:spPr>
                  <a:xfrm>
                    <a:off x="10373889" y="3099165"/>
                    <a:ext cx="823685" cy="584179"/>
                  </a:xfrm>
                  <a:custGeom>
                    <a:avLst/>
                    <a:gdLst>
                      <a:gd name="connsiteX0" fmla="*/ 823685 w 823685"/>
                      <a:gd name="connsiteY0" fmla="*/ 0 h 584179"/>
                      <a:gd name="connsiteX1" fmla="*/ 817587 w 823685"/>
                      <a:gd name="connsiteY1" fmla="*/ 1873 h 584179"/>
                      <a:gd name="connsiteX2" fmla="*/ 818505 w 823685"/>
                      <a:gd name="connsiteY2" fmla="*/ 5363 h 584179"/>
                      <a:gd name="connsiteX3" fmla="*/ 819571 w 823685"/>
                      <a:gd name="connsiteY3" fmla="*/ 8853 h 584179"/>
                      <a:gd name="connsiteX4" fmla="*/ 813400 w 823685"/>
                      <a:gd name="connsiteY4" fmla="*/ 10726 h 584179"/>
                      <a:gd name="connsiteX5" fmla="*/ 654489 w 823685"/>
                      <a:gd name="connsiteY5" fmla="*/ 574041 h 584179"/>
                      <a:gd name="connsiteX6" fmla="*/ 19065 w 823685"/>
                      <a:gd name="connsiteY6" fmla="*/ 252068 h 584179"/>
                      <a:gd name="connsiteX7" fmla="*/ 813400 w 823685"/>
                      <a:gd name="connsiteY7" fmla="*/ 10726 h 584179"/>
                      <a:gd name="connsiteX8" fmla="*/ 815200 w 823685"/>
                      <a:gd name="connsiteY8" fmla="*/ 4445 h 584179"/>
                      <a:gd name="connsiteX9" fmla="*/ 818505 w 823685"/>
                      <a:gd name="connsiteY9" fmla="*/ 5363 h 584179"/>
                      <a:gd name="connsiteX10" fmla="*/ 817587 w 823685"/>
                      <a:gd name="connsiteY10" fmla="*/ 1873 h 584179"/>
                      <a:gd name="connsiteX11" fmla="*/ 0 w 823685"/>
                      <a:gd name="connsiteY11" fmla="*/ 250415 h 584179"/>
                      <a:gd name="connsiteX12" fmla="*/ 659044 w 823685"/>
                      <a:gd name="connsiteY12" fmla="*/ 584180 h 584179"/>
                      <a:gd name="connsiteX13" fmla="*/ 823685 w 823685"/>
                      <a:gd name="connsiteY13" fmla="*/ 0 h 584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23685" h="584179">
                        <a:moveTo>
                          <a:pt x="823685" y="0"/>
                        </a:moveTo>
                        <a:lnTo>
                          <a:pt x="817587" y="1873"/>
                        </a:lnTo>
                        <a:lnTo>
                          <a:pt x="818505" y="5363"/>
                        </a:lnTo>
                        <a:lnTo>
                          <a:pt x="819571" y="8853"/>
                        </a:lnTo>
                        <a:lnTo>
                          <a:pt x="813400" y="10726"/>
                        </a:lnTo>
                        <a:lnTo>
                          <a:pt x="654489" y="574041"/>
                        </a:lnTo>
                        <a:lnTo>
                          <a:pt x="19065" y="252068"/>
                        </a:lnTo>
                        <a:lnTo>
                          <a:pt x="813400" y="10726"/>
                        </a:lnTo>
                        <a:lnTo>
                          <a:pt x="815200" y="4445"/>
                        </a:lnTo>
                        <a:lnTo>
                          <a:pt x="818505" y="5363"/>
                        </a:lnTo>
                        <a:lnTo>
                          <a:pt x="817587" y="1873"/>
                        </a:lnTo>
                        <a:lnTo>
                          <a:pt x="0" y="250415"/>
                        </a:lnTo>
                        <a:lnTo>
                          <a:pt x="659044" y="584180"/>
                        </a:lnTo>
                        <a:lnTo>
                          <a:pt x="823685"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70" name="Freeform: Shape 2869">
                    <a:extLst>
                      <a:ext uri="{FF2B5EF4-FFF2-40B4-BE49-F238E27FC236}">
                        <a16:creationId xmlns:a16="http://schemas.microsoft.com/office/drawing/2014/main" id="{4681D2BA-1771-2221-D68E-E6CA15F859D3}"/>
                      </a:ext>
                    </a:extLst>
                  </p:cNvPr>
                  <p:cNvSpPr/>
                  <p:nvPr/>
                </p:nvSpPr>
                <p:spPr>
                  <a:xfrm>
                    <a:off x="11182918" y="3101039"/>
                    <a:ext cx="9476" cy="6612"/>
                  </a:xfrm>
                  <a:custGeom>
                    <a:avLst/>
                    <a:gdLst>
                      <a:gd name="connsiteX0" fmla="*/ 9477 w 9476"/>
                      <a:gd name="connsiteY0" fmla="*/ 3490 h 6612"/>
                      <a:gd name="connsiteX1" fmla="*/ 8558 w 9476"/>
                      <a:gd name="connsiteY1" fmla="*/ 0 h 6612"/>
                      <a:gd name="connsiteX2" fmla="*/ 0 w 9476"/>
                      <a:gd name="connsiteY2" fmla="*/ 2571 h 6612"/>
                      <a:gd name="connsiteX3" fmla="*/ 7897 w 9476"/>
                      <a:gd name="connsiteY3" fmla="*/ 6612 h 6612"/>
                      <a:gd name="connsiteX4" fmla="*/ 9477 w 9476"/>
                      <a:gd name="connsiteY4" fmla="*/ 3490 h 6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6" h="6612">
                        <a:moveTo>
                          <a:pt x="9477" y="3490"/>
                        </a:moveTo>
                        <a:lnTo>
                          <a:pt x="8558" y="0"/>
                        </a:lnTo>
                        <a:lnTo>
                          <a:pt x="0" y="2571"/>
                        </a:lnTo>
                        <a:lnTo>
                          <a:pt x="7897" y="6612"/>
                        </a:lnTo>
                        <a:lnTo>
                          <a:pt x="9477" y="349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71" name="Freeform: Shape 2870">
                    <a:extLst>
                      <a:ext uri="{FF2B5EF4-FFF2-40B4-BE49-F238E27FC236}">
                        <a16:creationId xmlns:a16="http://schemas.microsoft.com/office/drawing/2014/main" id="{AFFE5CBF-92EE-BDC8-7AE6-532509DF6E7A}"/>
                      </a:ext>
                    </a:extLst>
                  </p:cNvPr>
                  <p:cNvSpPr/>
                  <p:nvPr/>
                </p:nvSpPr>
                <p:spPr>
                  <a:xfrm>
                    <a:off x="10053165" y="2523471"/>
                    <a:ext cx="1148780" cy="831289"/>
                  </a:xfrm>
                  <a:custGeom>
                    <a:avLst/>
                    <a:gdLst>
                      <a:gd name="connsiteX0" fmla="*/ 1148781 w 1148780"/>
                      <a:gd name="connsiteY0" fmla="*/ 581976 h 831289"/>
                      <a:gd name="connsiteX1" fmla="*/ 1140847 w 1148780"/>
                      <a:gd name="connsiteY1" fmla="*/ 577935 h 831289"/>
                      <a:gd name="connsiteX2" fmla="*/ 1139230 w 1148780"/>
                      <a:gd name="connsiteY2" fmla="*/ 581058 h 831289"/>
                      <a:gd name="connsiteX3" fmla="*/ 1137651 w 1148780"/>
                      <a:gd name="connsiteY3" fmla="*/ 584180 h 831289"/>
                      <a:gd name="connsiteX4" fmla="*/ 1129753 w 1148780"/>
                      <a:gd name="connsiteY4" fmla="*/ 580139 h 831289"/>
                      <a:gd name="connsiteX5" fmla="*/ 332332 w 1148780"/>
                      <a:gd name="connsiteY5" fmla="*/ 822620 h 831289"/>
                      <a:gd name="connsiteX6" fmla="*/ 13371 w 1148780"/>
                      <a:gd name="connsiteY6" fmla="*/ 14767 h 831289"/>
                      <a:gd name="connsiteX7" fmla="*/ 1129753 w 1148780"/>
                      <a:gd name="connsiteY7" fmla="*/ 580139 h 831289"/>
                      <a:gd name="connsiteX8" fmla="*/ 1138311 w 1148780"/>
                      <a:gd name="connsiteY8" fmla="*/ 577568 h 831289"/>
                      <a:gd name="connsiteX9" fmla="*/ 1139230 w 1148780"/>
                      <a:gd name="connsiteY9" fmla="*/ 581058 h 831289"/>
                      <a:gd name="connsiteX10" fmla="*/ 1140847 w 1148780"/>
                      <a:gd name="connsiteY10" fmla="*/ 577935 h 831289"/>
                      <a:gd name="connsiteX11" fmla="*/ 0 w 1148780"/>
                      <a:gd name="connsiteY11" fmla="*/ 0 h 831289"/>
                      <a:gd name="connsiteX12" fmla="*/ 328182 w 1148780"/>
                      <a:gd name="connsiteY12" fmla="*/ 831289 h 831289"/>
                      <a:gd name="connsiteX13" fmla="*/ 1148781 w 1148780"/>
                      <a:gd name="connsiteY13" fmla="*/ 581976 h 831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8780" h="831289">
                        <a:moveTo>
                          <a:pt x="1148781" y="581976"/>
                        </a:moveTo>
                        <a:lnTo>
                          <a:pt x="1140847" y="577935"/>
                        </a:lnTo>
                        <a:lnTo>
                          <a:pt x="1139230" y="581058"/>
                        </a:lnTo>
                        <a:lnTo>
                          <a:pt x="1137651" y="584180"/>
                        </a:lnTo>
                        <a:lnTo>
                          <a:pt x="1129753" y="580139"/>
                        </a:lnTo>
                        <a:lnTo>
                          <a:pt x="332332" y="822620"/>
                        </a:lnTo>
                        <a:lnTo>
                          <a:pt x="13371" y="14767"/>
                        </a:lnTo>
                        <a:lnTo>
                          <a:pt x="1129753" y="580139"/>
                        </a:lnTo>
                        <a:lnTo>
                          <a:pt x="1138311" y="577568"/>
                        </a:lnTo>
                        <a:lnTo>
                          <a:pt x="1139230" y="581058"/>
                        </a:lnTo>
                        <a:lnTo>
                          <a:pt x="1140847" y="577935"/>
                        </a:lnTo>
                        <a:lnTo>
                          <a:pt x="0" y="0"/>
                        </a:lnTo>
                        <a:lnTo>
                          <a:pt x="328182" y="831289"/>
                        </a:lnTo>
                        <a:lnTo>
                          <a:pt x="1148781" y="58197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72" name="Freeform: Shape 2871">
                    <a:extLst>
                      <a:ext uri="{FF2B5EF4-FFF2-40B4-BE49-F238E27FC236}">
                        <a16:creationId xmlns:a16="http://schemas.microsoft.com/office/drawing/2014/main" id="{4157F5B9-ACC8-7815-FFEF-1DF5F1EDB2CA}"/>
                      </a:ext>
                    </a:extLst>
                  </p:cNvPr>
                  <p:cNvSpPr/>
                  <p:nvPr/>
                </p:nvSpPr>
                <p:spPr>
                  <a:xfrm>
                    <a:off x="11677247" y="4325418"/>
                    <a:ext cx="514826" cy="94075"/>
                  </a:xfrm>
                  <a:custGeom>
                    <a:avLst/>
                    <a:gdLst>
                      <a:gd name="connsiteX0" fmla="*/ 514826 w 514826"/>
                      <a:gd name="connsiteY0" fmla="*/ 94076 h 94075"/>
                      <a:gd name="connsiteX1" fmla="*/ 514826 w 514826"/>
                      <a:gd name="connsiteY1" fmla="*/ 86876 h 94075"/>
                      <a:gd name="connsiteX2" fmla="*/ 43162 w 514826"/>
                      <a:gd name="connsiteY2" fmla="*/ 86876 h 94075"/>
                      <a:gd name="connsiteX3" fmla="*/ 514826 w 514826"/>
                      <a:gd name="connsiteY3" fmla="*/ 7200 h 94075"/>
                      <a:gd name="connsiteX4" fmla="*/ 514826 w 514826"/>
                      <a:gd name="connsiteY4" fmla="*/ 0 h 94075"/>
                      <a:gd name="connsiteX5" fmla="*/ 0 w 514826"/>
                      <a:gd name="connsiteY5" fmla="*/ 86876 h 94075"/>
                      <a:gd name="connsiteX6" fmla="*/ 551 w 514826"/>
                      <a:gd name="connsiteY6" fmla="*/ 94076 h 94075"/>
                      <a:gd name="connsiteX7" fmla="*/ 514826 w 514826"/>
                      <a:gd name="connsiteY7" fmla="*/ 94076 h 94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4826" h="94075">
                        <a:moveTo>
                          <a:pt x="514826" y="94076"/>
                        </a:moveTo>
                        <a:lnTo>
                          <a:pt x="514826" y="86876"/>
                        </a:lnTo>
                        <a:lnTo>
                          <a:pt x="43162" y="86876"/>
                        </a:lnTo>
                        <a:lnTo>
                          <a:pt x="514826" y="7200"/>
                        </a:lnTo>
                        <a:lnTo>
                          <a:pt x="514826" y="0"/>
                        </a:lnTo>
                        <a:lnTo>
                          <a:pt x="0" y="86876"/>
                        </a:lnTo>
                        <a:lnTo>
                          <a:pt x="551" y="94076"/>
                        </a:lnTo>
                        <a:lnTo>
                          <a:pt x="514826" y="9407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73" name="Freeform: Shape 2872">
                    <a:extLst>
                      <a:ext uri="{FF2B5EF4-FFF2-40B4-BE49-F238E27FC236}">
                        <a16:creationId xmlns:a16="http://schemas.microsoft.com/office/drawing/2014/main" id="{33440C91-0CF1-FA95-B135-29AF3BF424F0}"/>
                      </a:ext>
                    </a:extLst>
                  </p:cNvPr>
                  <p:cNvSpPr/>
                  <p:nvPr/>
                </p:nvSpPr>
                <p:spPr>
                  <a:xfrm>
                    <a:off x="6570639" y="3669901"/>
                    <a:ext cx="986012" cy="998869"/>
                  </a:xfrm>
                  <a:custGeom>
                    <a:avLst/>
                    <a:gdLst>
                      <a:gd name="connsiteX0" fmla="*/ 986013 w 986012"/>
                      <a:gd name="connsiteY0" fmla="*/ 416196 h 998869"/>
                      <a:gd name="connsiteX1" fmla="*/ 982707 w 986012"/>
                      <a:gd name="connsiteY1" fmla="*/ 414910 h 998869"/>
                      <a:gd name="connsiteX2" fmla="*/ 981275 w 986012"/>
                      <a:gd name="connsiteY2" fmla="*/ 418216 h 998869"/>
                      <a:gd name="connsiteX3" fmla="*/ 980025 w 986012"/>
                      <a:gd name="connsiteY3" fmla="*/ 421339 h 998869"/>
                      <a:gd name="connsiteX4" fmla="*/ 976756 w 986012"/>
                      <a:gd name="connsiteY4" fmla="*/ 420053 h 998869"/>
                      <a:gd name="connsiteX5" fmla="*/ 737765 w 986012"/>
                      <a:gd name="connsiteY5" fmla="*/ 984874 h 998869"/>
                      <a:gd name="connsiteX6" fmla="*/ 21159 w 986012"/>
                      <a:gd name="connsiteY6" fmla="*/ 16604 h 998869"/>
                      <a:gd name="connsiteX7" fmla="*/ 976756 w 986012"/>
                      <a:gd name="connsiteY7" fmla="*/ 420053 h 998869"/>
                      <a:gd name="connsiteX8" fmla="*/ 978152 w 986012"/>
                      <a:gd name="connsiteY8" fmla="*/ 416747 h 998869"/>
                      <a:gd name="connsiteX9" fmla="*/ 981275 w 986012"/>
                      <a:gd name="connsiteY9" fmla="*/ 418216 h 998869"/>
                      <a:gd name="connsiteX10" fmla="*/ 982707 w 986012"/>
                      <a:gd name="connsiteY10" fmla="*/ 414910 h 998869"/>
                      <a:gd name="connsiteX11" fmla="*/ 0 w 986012"/>
                      <a:gd name="connsiteY11" fmla="*/ 0 h 998869"/>
                      <a:gd name="connsiteX12" fmla="*/ 739418 w 986012"/>
                      <a:gd name="connsiteY12" fmla="*/ 998870 h 998869"/>
                      <a:gd name="connsiteX13" fmla="*/ 986013 w 986012"/>
                      <a:gd name="connsiteY13" fmla="*/ 416196 h 998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6012" h="998869">
                        <a:moveTo>
                          <a:pt x="986013" y="416196"/>
                        </a:moveTo>
                        <a:lnTo>
                          <a:pt x="982707" y="414910"/>
                        </a:lnTo>
                        <a:lnTo>
                          <a:pt x="981275" y="418216"/>
                        </a:lnTo>
                        <a:lnTo>
                          <a:pt x="980025" y="421339"/>
                        </a:lnTo>
                        <a:lnTo>
                          <a:pt x="976756" y="420053"/>
                        </a:lnTo>
                        <a:lnTo>
                          <a:pt x="737765" y="984874"/>
                        </a:lnTo>
                        <a:lnTo>
                          <a:pt x="21159" y="16604"/>
                        </a:lnTo>
                        <a:lnTo>
                          <a:pt x="976756" y="420053"/>
                        </a:lnTo>
                        <a:lnTo>
                          <a:pt x="978152" y="416747"/>
                        </a:lnTo>
                        <a:lnTo>
                          <a:pt x="981275" y="418216"/>
                        </a:lnTo>
                        <a:lnTo>
                          <a:pt x="982707" y="414910"/>
                        </a:lnTo>
                        <a:lnTo>
                          <a:pt x="0" y="0"/>
                        </a:lnTo>
                        <a:lnTo>
                          <a:pt x="739418" y="998870"/>
                        </a:lnTo>
                        <a:lnTo>
                          <a:pt x="986013" y="41619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74" name="Freeform: Shape 2873">
                    <a:extLst>
                      <a:ext uri="{FF2B5EF4-FFF2-40B4-BE49-F238E27FC236}">
                        <a16:creationId xmlns:a16="http://schemas.microsoft.com/office/drawing/2014/main" id="{F69D1C2F-C5CE-CC57-E5AA-3FDB009F9236}"/>
                      </a:ext>
                    </a:extLst>
                  </p:cNvPr>
                  <p:cNvSpPr/>
                  <p:nvPr/>
                </p:nvSpPr>
                <p:spPr>
                  <a:xfrm>
                    <a:off x="7547395" y="4086648"/>
                    <a:ext cx="4518" cy="4591"/>
                  </a:xfrm>
                  <a:custGeom>
                    <a:avLst/>
                    <a:gdLst>
                      <a:gd name="connsiteX0" fmla="*/ 4518 w 4518"/>
                      <a:gd name="connsiteY0" fmla="*/ 1469 h 4591"/>
                      <a:gd name="connsiteX1" fmla="*/ 1395 w 4518"/>
                      <a:gd name="connsiteY1" fmla="*/ 0 h 4591"/>
                      <a:gd name="connsiteX2" fmla="*/ 0 w 4518"/>
                      <a:gd name="connsiteY2" fmla="*/ 3306 h 4591"/>
                      <a:gd name="connsiteX3" fmla="*/ 3269 w 4518"/>
                      <a:gd name="connsiteY3" fmla="*/ 4592 h 4591"/>
                      <a:gd name="connsiteX4" fmla="*/ 4518 w 4518"/>
                      <a:gd name="connsiteY4" fmla="*/ 1469 h 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8" h="4591">
                        <a:moveTo>
                          <a:pt x="4518" y="1469"/>
                        </a:moveTo>
                        <a:lnTo>
                          <a:pt x="1395" y="0"/>
                        </a:lnTo>
                        <a:lnTo>
                          <a:pt x="0" y="3306"/>
                        </a:lnTo>
                        <a:lnTo>
                          <a:pt x="3269" y="4592"/>
                        </a:lnTo>
                        <a:lnTo>
                          <a:pt x="4518" y="146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75" name="Freeform: Shape 2874">
                    <a:extLst>
                      <a:ext uri="{FF2B5EF4-FFF2-40B4-BE49-F238E27FC236}">
                        <a16:creationId xmlns:a16="http://schemas.microsoft.com/office/drawing/2014/main" id="{6E37DC17-0955-BED9-46B4-10986028A7B7}"/>
                      </a:ext>
                    </a:extLst>
                  </p:cNvPr>
                  <p:cNvSpPr/>
                  <p:nvPr/>
                </p:nvSpPr>
                <p:spPr>
                  <a:xfrm>
                    <a:off x="6575010" y="3427604"/>
                    <a:ext cx="979290" cy="663635"/>
                  </a:xfrm>
                  <a:custGeom>
                    <a:avLst/>
                    <a:gdLst>
                      <a:gd name="connsiteX0" fmla="*/ 979290 w 979290"/>
                      <a:gd name="connsiteY0" fmla="*/ 657758 h 663635"/>
                      <a:gd name="connsiteX1" fmla="*/ 248652 w 979290"/>
                      <a:gd name="connsiteY1" fmla="*/ 0 h 663635"/>
                      <a:gd name="connsiteX2" fmla="*/ 246411 w 979290"/>
                      <a:gd name="connsiteY2" fmla="*/ 2204 h 663635"/>
                      <a:gd name="connsiteX3" fmla="*/ 248873 w 979290"/>
                      <a:gd name="connsiteY3" fmla="*/ 4775 h 663635"/>
                      <a:gd name="connsiteX4" fmla="*/ 251370 w 979290"/>
                      <a:gd name="connsiteY4" fmla="*/ 7347 h 663635"/>
                      <a:gd name="connsiteX5" fmla="*/ 249019 w 979290"/>
                      <a:gd name="connsiteY5" fmla="*/ 9588 h 663635"/>
                      <a:gd name="connsiteX6" fmla="*/ 958940 w 979290"/>
                      <a:gd name="connsiteY6" fmla="*/ 648869 h 663635"/>
                      <a:gd name="connsiteX7" fmla="*/ 12416 w 979290"/>
                      <a:gd name="connsiteY7" fmla="*/ 249313 h 663635"/>
                      <a:gd name="connsiteX8" fmla="*/ 249019 w 979290"/>
                      <a:gd name="connsiteY8" fmla="*/ 9588 h 663635"/>
                      <a:gd name="connsiteX9" fmla="*/ 246485 w 979290"/>
                      <a:gd name="connsiteY9" fmla="*/ 7347 h 663635"/>
                      <a:gd name="connsiteX10" fmla="*/ 248873 w 979290"/>
                      <a:gd name="connsiteY10" fmla="*/ 4775 h 663635"/>
                      <a:gd name="connsiteX11" fmla="*/ 246411 w 979290"/>
                      <a:gd name="connsiteY11" fmla="*/ 2204 h 663635"/>
                      <a:gd name="connsiteX12" fmla="*/ 0 w 979290"/>
                      <a:gd name="connsiteY12" fmla="*/ 251885 h 663635"/>
                      <a:gd name="connsiteX13" fmla="*/ 975654 w 979290"/>
                      <a:gd name="connsiteY13" fmla="*/ 663636 h 663635"/>
                      <a:gd name="connsiteX14" fmla="*/ 979290 w 979290"/>
                      <a:gd name="connsiteY14" fmla="*/ 657758 h 66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9290" h="663635">
                        <a:moveTo>
                          <a:pt x="979290" y="657758"/>
                        </a:moveTo>
                        <a:lnTo>
                          <a:pt x="248652" y="0"/>
                        </a:lnTo>
                        <a:lnTo>
                          <a:pt x="246411" y="2204"/>
                        </a:lnTo>
                        <a:lnTo>
                          <a:pt x="248873" y="4775"/>
                        </a:lnTo>
                        <a:lnTo>
                          <a:pt x="251370" y="7347"/>
                        </a:lnTo>
                        <a:lnTo>
                          <a:pt x="249019" y="9588"/>
                        </a:lnTo>
                        <a:lnTo>
                          <a:pt x="958940" y="648869"/>
                        </a:lnTo>
                        <a:lnTo>
                          <a:pt x="12416" y="249313"/>
                        </a:lnTo>
                        <a:lnTo>
                          <a:pt x="249019" y="9588"/>
                        </a:lnTo>
                        <a:lnTo>
                          <a:pt x="246485" y="7347"/>
                        </a:lnTo>
                        <a:lnTo>
                          <a:pt x="248873" y="4775"/>
                        </a:lnTo>
                        <a:lnTo>
                          <a:pt x="246411" y="2204"/>
                        </a:lnTo>
                        <a:lnTo>
                          <a:pt x="0" y="251885"/>
                        </a:lnTo>
                        <a:lnTo>
                          <a:pt x="975654" y="663636"/>
                        </a:lnTo>
                        <a:lnTo>
                          <a:pt x="979290" y="65775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76" name="Freeform: Shape 2875">
                    <a:extLst>
                      <a:ext uri="{FF2B5EF4-FFF2-40B4-BE49-F238E27FC236}">
                        <a16:creationId xmlns:a16="http://schemas.microsoft.com/office/drawing/2014/main" id="{12B584FB-CDC4-57D2-A734-73F8F3445E1E}"/>
                      </a:ext>
                    </a:extLst>
                  </p:cNvPr>
                  <p:cNvSpPr/>
                  <p:nvPr/>
                </p:nvSpPr>
                <p:spPr>
                  <a:xfrm>
                    <a:off x="6821495" y="3432379"/>
                    <a:ext cx="4885" cy="4812"/>
                  </a:xfrm>
                  <a:custGeom>
                    <a:avLst/>
                    <a:gdLst>
                      <a:gd name="connsiteX0" fmla="*/ 4885 w 4885"/>
                      <a:gd name="connsiteY0" fmla="*/ 2571 h 4812"/>
                      <a:gd name="connsiteX1" fmla="*/ 2388 w 4885"/>
                      <a:gd name="connsiteY1" fmla="*/ 0 h 4812"/>
                      <a:gd name="connsiteX2" fmla="*/ 0 w 4885"/>
                      <a:gd name="connsiteY2" fmla="*/ 2571 h 4812"/>
                      <a:gd name="connsiteX3" fmla="*/ 2534 w 4885"/>
                      <a:gd name="connsiteY3" fmla="*/ 4812 h 4812"/>
                      <a:gd name="connsiteX4" fmla="*/ 4885 w 4885"/>
                      <a:gd name="connsiteY4" fmla="*/ 2571 h 4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5" h="4812">
                        <a:moveTo>
                          <a:pt x="4885" y="2571"/>
                        </a:moveTo>
                        <a:lnTo>
                          <a:pt x="2388" y="0"/>
                        </a:lnTo>
                        <a:lnTo>
                          <a:pt x="0" y="2571"/>
                        </a:lnTo>
                        <a:lnTo>
                          <a:pt x="2534" y="4812"/>
                        </a:lnTo>
                        <a:lnTo>
                          <a:pt x="4885" y="257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77" name="Freeform: Shape 2876">
                    <a:extLst>
                      <a:ext uri="{FF2B5EF4-FFF2-40B4-BE49-F238E27FC236}">
                        <a16:creationId xmlns:a16="http://schemas.microsoft.com/office/drawing/2014/main" id="{32DED267-9E28-EA3C-E0C6-673A815FB837}"/>
                      </a:ext>
                    </a:extLst>
                  </p:cNvPr>
                  <p:cNvSpPr/>
                  <p:nvPr/>
                </p:nvSpPr>
                <p:spPr>
                  <a:xfrm>
                    <a:off x="6578353" y="3678203"/>
                    <a:ext cx="4591" cy="4591"/>
                  </a:xfrm>
                  <a:custGeom>
                    <a:avLst/>
                    <a:gdLst>
                      <a:gd name="connsiteX0" fmla="*/ 4592 w 4591"/>
                      <a:gd name="connsiteY0" fmla="*/ 3122 h 4591"/>
                      <a:gd name="connsiteX1" fmla="*/ 2828 w 4591"/>
                      <a:gd name="connsiteY1" fmla="*/ 0 h 4591"/>
                      <a:gd name="connsiteX2" fmla="*/ 0 w 4591"/>
                      <a:gd name="connsiteY2" fmla="*/ 2204 h 4591"/>
                      <a:gd name="connsiteX3" fmla="*/ 1800 w 4591"/>
                      <a:gd name="connsiteY3" fmla="*/ 4592 h 4591"/>
                      <a:gd name="connsiteX4" fmla="*/ 4592 w 4591"/>
                      <a:gd name="connsiteY4" fmla="*/ 3122 h 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1" h="4591">
                        <a:moveTo>
                          <a:pt x="4592" y="3122"/>
                        </a:moveTo>
                        <a:lnTo>
                          <a:pt x="2828" y="0"/>
                        </a:lnTo>
                        <a:lnTo>
                          <a:pt x="0" y="2204"/>
                        </a:lnTo>
                        <a:lnTo>
                          <a:pt x="1800" y="4592"/>
                        </a:lnTo>
                        <a:lnTo>
                          <a:pt x="4592" y="312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78" name="Freeform: Shape 2877">
                    <a:extLst>
                      <a:ext uri="{FF2B5EF4-FFF2-40B4-BE49-F238E27FC236}">
                        <a16:creationId xmlns:a16="http://schemas.microsoft.com/office/drawing/2014/main" id="{71D52A72-2AE6-237C-92BC-5DEAFCDBF763}"/>
                      </a:ext>
                    </a:extLst>
                  </p:cNvPr>
                  <p:cNvSpPr/>
                  <p:nvPr/>
                </p:nvSpPr>
                <p:spPr>
                  <a:xfrm>
                    <a:off x="6577839" y="3428889"/>
                    <a:ext cx="254566" cy="251884"/>
                  </a:xfrm>
                  <a:custGeom>
                    <a:avLst/>
                    <a:gdLst>
                      <a:gd name="connsiteX0" fmla="*/ 254566 w 254566"/>
                      <a:gd name="connsiteY0" fmla="*/ 0 h 251884"/>
                      <a:gd name="connsiteX1" fmla="*/ 81623 w 254566"/>
                      <a:gd name="connsiteY1" fmla="*/ 0 h 251884"/>
                      <a:gd name="connsiteX2" fmla="*/ 80741 w 254566"/>
                      <a:gd name="connsiteY2" fmla="*/ 2388 h 251884"/>
                      <a:gd name="connsiteX3" fmla="*/ 84194 w 254566"/>
                      <a:gd name="connsiteY3" fmla="*/ 3490 h 251884"/>
                      <a:gd name="connsiteX4" fmla="*/ 87610 w 254566"/>
                      <a:gd name="connsiteY4" fmla="*/ 4592 h 251884"/>
                      <a:gd name="connsiteX5" fmla="*/ 86802 w 254566"/>
                      <a:gd name="connsiteY5" fmla="*/ 7016 h 251884"/>
                      <a:gd name="connsiteX6" fmla="*/ 237485 w 254566"/>
                      <a:gd name="connsiteY6" fmla="*/ 7016 h 251884"/>
                      <a:gd name="connsiteX7" fmla="*/ 11424 w 254566"/>
                      <a:gd name="connsiteY7" fmla="*/ 236236 h 251884"/>
                      <a:gd name="connsiteX8" fmla="*/ 86802 w 254566"/>
                      <a:gd name="connsiteY8" fmla="*/ 7016 h 251884"/>
                      <a:gd name="connsiteX9" fmla="*/ 84194 w 254566"/>
                      <a:gd name="connsiteY9" fmla="*/ 7016 h 251884"/>
                      <a:gd name="connsiteX10" fmla="*/ 84194 w 254566"/>
                      <a:gd name="connsiteY10" fmla="*/ 3490 h 251884"/>
                      <a:gd name="connsiteX11" fmla="*/ 80741 w 254566"/>
                      <a:gd name="connsiteY11" fmla="*/ 2388 h 251884"/>
                      <a:gd name="connsiteX12" fmla="*/ 0 w 254566"/>
                      <a:gd name="connsiteY12" fmla="*/ 248211 h 251884"/>
                      <a:gd name="connsiteX13" fmla="*/ 5877 w 254566"/>
                      <a:gd name="connsiteY13" fmla="*/ 251885 h 251884"/>
                      <a:gd name="connsiteX14" fmla="*/ 254566 w 254566"/>
                      <a:gd name="connsiteY14" fmla="*/ 0 h 25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566" h="251884">
                        <a:moveTo>
                          <a:pt x="254566" y="0"/>
                        </a:moveTo>
                        <a:lnTo>
                          <a:pt x="81623" y="0"/>
                        </a:lnTo>
                        <a:lnTo>
                          <a:pt x="80741" y="2388"/>
                        </a:lnTo>
                        <a:lnTo>
                          <a:pt x="84194" y="3490"/>
                        </a:lnTo>
                        <a:lnTo>
                          <a:pt x="87610" y="4592"/>
                        </a:lnTo>
                        <a:lnTo>
                          <a:pt x="86802" y="7016"/>
                        </a:lnTo>
                        <a:lnTo>
                          <a:pt x="237485" y="7016"/>
                        </a:lnTo>
                        <a:lnTo>
                          <a:pt x="11424" y="236236"/>
                        </a:lnTo>
                        <a:lnTo>
                          <a:pt x="86802" y="7016"/>
                        </a:lnTo>
                        <a:lnTo>
                          <a:pt x="84194" y="7016"/>
                        </a:lnTo>
                        <a:lnTo>
                          <a:pt x="84194" y="3490"/>
                        </a:lnTo>
                        <a:lnTo>
                          <a:pt x="80741" y="2388"/>
                        </a:lnTo>
                        <a:lnTo>
                          <a:pt x="0" y="248211"/>
                        </a:lnTo>
                        <a:lnTo>
                          <a:pt x="5877" y="251885"/>
                        </a:lnTo>
                        <a:lnTo>
                          <a:pt x="254566"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79" name="Freeform: Shape 2878">
                    <a:extLst>
                      <a:ext uri="{FF2B5EF4-FFF2-40B4-BE49-F238E27FC236}">
                        <a16:creationId xmlns:a16="http://schemas.microsoft.com/office/drawing/2014/main" id="{BF78E45B-4DE3-5455-C164-A2048A3BC1C6}"/>
                      </a:ext>
                    </a:extLst>
                  </p:cNvPr>
                  <p:cNvSpPr/>
                  <p:nvPr/>
                </p:nvSpPr>
                <p:spPr>
                  <a:xfrm>
                    <a:off x="6662033" y="3432379"/>
                    <a:ext cx="3416" cy="3526"/>
                  </a:xfrm>
                  <a:custGeom>
                    <a:avLst/>
                    <a:gdLst>
                      <a:gd name="connsiteX0" fmla="*/ 3416 w 3416"/>
                      <a:gd name="connsiteY0" fmla="*/ 1102 h 3526"/>
                      <a:gd name="connsiteX1" fmla="*/ 0 w 3416"/>
                      <a:gd name="connsiteY1" fmla="*/ 0 h 3526"/>
                      <a:gd name="connsiteX2" fmla="*/ 0 w 3416"/>
                      <a:gd name="connsiteY2" fmla="*/ 3527 h 3526"/>
                      <a:gd name="connsiteX3" fmla="*/ 2608 w 3416"/>
                      <a:gd name="connsiteY3" fmla="*/ 3527 h 3526"/>
                      <a:gd name="connsiteX4" fmla="*/ 3416 w 3416"/>
                      <a:gd name="connsiteY4" fmla="*/ 1102 h 3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6" h="3526">
                        <a:moveTo>
                          <a:pt x="3416" y="1102"/>
                        </a:moveTo>
                        <a:lnTo>
                          <a:pt x="0" y="0"/>
                        </a:lnTo>
                        <a:lnTo>
                          <a:pt x="0" y="3527"/>
                        </a:lnTo>
                        <a:lnTo>
                          <a:pt x="2608" y="3527"/>
                        </a:lnTo>
                        <a:lnTo>
                          <a:pt x="3416" y="110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80" name="Freeform: Shape 2879">
                    <a:extLst>
                      <a:ext uri="{FF2B5EF4-FFF2-40B4-BE49-F238E27FC236}">
                        <a16:creationId xmlns:a16="http://schemas.microsoft.com/office/drawing/2014/main" id="{7CB0D35A-0BC4-6359-F07D-4AD98979729D}"/>
                      </a:ext>
                    </a:extLst>
                  </p:cNvPr>
                  <p:cNvSpPr/>
                  <p:nvPr/>
                </p:nvSpPr>
                <p:spPr>
                  <a:xfrm>
                    <a:off x="6657662" y="3431277"/>
                    <a:ext cx="4371" cy="4261"/>
                  </a:xfrm>
                  <a:custGeom>
                    <a:avLst/>
                    <a:gdLst>
                      <a:gd name="connsiteX0" fmla="*/ 4371 w 4371"/>
                      <a:gd name="connsiteY0" fmla="*/ 1102 h 4261"/>
                      <a:gd name="connsiteX1" fmla="*/ 918 w 4371"/>
                      <a:gd name="connsiteY1" fmla="*/ 0 h 4261"/>
                      <a:gd name="connsiteX2" fmla="*/ 0 w 4371"/>
                      <a:gd name="connsiteY2" fmla="*/ 2939 h 4261"/>
                      <a:gd name="connsiteX3" fmla="*/ 2755 w 4371"/>
                      <a:gd name="connsiteY3" fmla="*/ 4261 h 4261"/>
                      <a:gd name="connsiteX4" fmla="*/ 4371 w 4371"/>
                      <a:gd name="connsiteY4" fmla="*/ 1102 h 4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1" h="4261">
                        <a:moveTo>
                          <a:pt x="4371" y="1102"/>
                        </a:moveTo>
                        <a:lnTo>
                          <a:pt x="918" y="0"/>
                        </a:lnTo>
                        <a:lnTo>
                          <a:pt x="0" y="2939"/>
                        </a:lnTo>
                        <a:lnTo>
                          <a:pt x="2755" y="4261"/>
                        </a:lnTo>
                        <a:lnTo>
                          <a:pt x="4371" y="110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81" name="Freeform: Shape 2880">
                    <a:extLst>
                      <a:ext uri="{FF2B5EF4-FFF2-40B4-BE49-F238E27FC236}">
                        <a16:creationId xmlns:a16="http://schemas.microsoft.com/office/drawing/2014/main" id="{6F4BA5C3-DE96-EADC-560E-A2A124930ED5}"/>
                      </a:ext>
                    </a:extLst>
                  </p:cNvPr>
                  <p:cNvSpPr/>
                  <p:nvPr/>
                </p:nvSpPr>
                <p:spPr>
                  <a:xfrm>
                    <a:off x="6012356" y="3101406"/>
                    <a:ext cx="654011" cy="583408"/>
                  </a:xfrm>
                  <a:custGeom>
                    <a:avLst/>
                    <a:gdLst>
                      <a:gd name="connsiteX0" fmla="*/ 654012 w 654011"/>
                      <a:gd name="connsiteY0" fmla="*/ 329136 h 583408"/>
                      <a:gd name="connsiteX1" fmla="*/ 651256 w 654011"/>
                      <a:gd name="connsiteY1" fmla="*/ 327851 h 583408"/>
                      <a:gd name="connsiteX2" fmla="*/ 649677 w 654011"/>
                      <a:gd name="connsiteY2" fmla="*/ 330973 h 583408"/>
                      <a:gd name="connsiteX3" fmla="*/ 648061 w 654011"/>
                      <a:gd name="connsiteY3" fmla="*/ 334132 h 583408"/>
                      <a:gd name="connsiteX4" fmla="*/ 645306 w 654011"/>
                      <a:gd name="connsiteY4" fmla="*/ 332810 h 583408"/>
                      <a:gd name="connsiteX5" fmla="*/ 567393 w 654011"/>
                      <a:gd name="connsiteY5" fmla="*/ 570148 h 583408"/>
                      <a:gd name="connsiteX6" fmla="*/ 20314 w 654011"/>
                      <a:gd name="connsiteY6" fmla="*/ 16236 h 583408"/>
                      <a:gd name="connsiteX7" fmla="*/ 645306 w 654011"/>
                      <a:gd name="connsiteY7" fmla="*/ 332810 h 583408"/>
                      <a:gd name="connsiteX8" fmla="*/ 646224 w 654011"/>
                      <a:gd name="connsiteY8" fmla="*/ 329871 h 583408"/>
                      <a:gd name="connsiteX9" fmla="*/ 649677 w 654011"/>
                      <a:gd name="connsiteY9" fmla="*/ 330973 h 583408"/>
                      <a:gd name="connsiteX10" fmla="*/ 651256 w 654011"/>
                      <a:gd name="connsiteY10" fmla="*/ 327851 h 583408"/>
                      <a:gd name="connsiteX11" fmla="*/ 4077 w 654011"/>
                      <a:gd name="connsiteY11" fmla="*/ 0 h 583408"/>
                      <a:gd name="connsiteX12" fmla="*/ 0 w 654011"/>
                      <a:gd name="connsiteY12" fmla="*/ 5694 h 583408"/>
                      <a:gd name="connsiteX13" fmla="*/ 570368 w 654011"/>
                      <a:gd name="connsiteY13" fmla="*/ 583409 h 583408"/>
                      <a:gd name="connsiteX14" fmla="*/ 654012 w 654011"/>
                      <a:gd name="connsiteY14" fmla="*/ 329136 h 583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11" h="583408">
                        <a:moveTo>
                          <a:pt x="654012" y="329136"/>
                        </a:moveTo>
                        <a:lnTo>
                          <a:pt x="651256" y="327851"/>
                        </a:lnTo>
                        <a:lnTo>
                          <a:pt x="649677" y="330973"/>
                        </a:lnTo>
                        <a:lnTo>
                          <a:pt x="648061" y="334132"/>
                        </a:lnTo>
                        <a:lnTo>
                          <a:pt x="645306" y="332810"/>
                        </a:lnTo>
                        <a:lnTo>
                          <a:pt x="567393" y="570148"/>
                        </a:lnTo>
                        <a:lnTo>
                          <a:pt x="20314" y="16236"/>
                        </a:lnTo>
                        <a:lnTo>
                          <a:pt x="645306" y="332810"/>
                        </a:lnTo>
                        <a:lnTo>
                          <a:pt x="646224" y="329871"/>
                        </a:lnTo>
                        <a:lnTo>
                          <a:pt x="649677" y="330973"/>
                        </a:lnTo>
                        <a:lnTo>
                          <a:pt x="651256" y="327851"/>
                        </a:lnTo>
                        <a:lnTo>
                          <a:pt x="4077" y="0"/>
                        </a:lnTo>
                        <a:lnTo>
                          <a:pt x="0" y="5694"/>
                        </a:lnTo>
                        <a:lnTo>
                          <a:pt x="570368" y="583409"/>
                        </a:lnTo>
                        <a:lnTo>
                          <a:pt x="654012" y="32913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82" name="Freeform: Shape 2881">
                    <a:extLst>
                      <a:ext uri="{FF2B5EF4-FFF2-40B4-BE49-F238E27FC236}">
                        <a16:creationId xmlns:a16="http://schemas.microsoft.com/office/drawing/2014/main" id="{CEC50AF4-6AC7-C931-463A-EB3202C1DBD2}"/>
                      </a:ext>
                    </a:extLst>
                  </p:cNvPr>
                  <p:cNvSpPr/>
                  <p:nvPr/>
                </p:nvSpPr>
                <p:spPr>
                  <a:xfrm>
                    <a:off x="6012356" y="3104528"/>
                    <a:ext cx="5106" cy="5179"/>
                  </a:xfrm>
                  <a:custGeom>
                    <a:avLst/>
                    <a:gdLst>
                      <a:gd name="connsiteX0" fmla="*/ 5106 w 5106"/>
                      <a:gd name="connsiteY0" fmla="*/ 2388 h 5179"/>
                      <a:gd name="connsiteX1" fmla="*/ 2498 w 5106"/>
                      <a:gd name="connsiteY1" fmla="*/ 0 h 5179"/>
                      <a:gd name="connsiteX2" fmla="*/ 0 w 5106"/>
                      <a:gd name="connsiteY2" fmla="*/ 2571 h 5179"/>
                      <a:gd name="connsiteX3" fmla="*/ 2572 w 5106"/>
                      <a:gd name="connsiteY3" fmla="*/ 5180 h 5179"/>
                      <a:gd name="connsiteX4" fmla="*/ 5106 w 5106"/>
                      <a:gd name="connsiteY4" fmla="*/ 2388 h 5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6" h="5179">
                        <a:moveTo>
                          <a:pt x="5106" y="2388"/>
                        </a:moveTo>
                        <a:lnTo>
                          <a:pt x="2498" y="0"/>
                        </a:lnTo>
                        <a:lnTo>
                          <a:pt x="0" y="2571"/>
                        </a:lnTo>
                        <a:lnTo>
                          <a:pt x="2572" y="5180"/>
                        </a:lnTo>
                        <a:lnTo>
                          <a:pt x="5106" y="238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83" name="Freeform: Shape 2882">
                    <a:extLst>
                      <a:ext uri="{FF2B5EF4-FFF2-40B4-BE49-F238E27FC236}">
                        <a16:creationId xmlns:a16="http://schemas.microsoft.com/office/drawing/2014/main" id="{A3FCBA61-FBFD-3350-4FD0-21852EDAE5BA}"/>
                      </a:ext>
                    </a:extLst>
                  </p:cNvPr>
                  <p:cNvSpPr/>
                  <p:nvPr/>
                </p:nvSpPr>
                <p:spPr>
                  <a:xfrm>
                    <a:off x="6555578" y="3675043"/>
                    <a:ext cx="26411" cy="12930"/>
                  </a:xfrm>
                  <a:custGeom>
                    <a:avLst/>
                    <a:gdLst>
                      <a:gd name="connsiteX0" fmla="*/ 25603 w 26411"/>
                      <a:gd name="connsiteY0" fmla="*/ 3159 h 12930"/>
                      <a:gd name="connsiteX1" fmla="*/ 23914 w 26411"/>
                      <a:gd name="connsiteY1" fmla="*/ 0 h 12930"/>
                      <a:gd name="connsiteX2" fmla="*/ 0 w 26411"/>
                      <a:gd name="connsiteY2" fmla="*/ 12930 h 12930"/>
                      <a:gd name="connsiteX3" fmla="*/ 26412 w 26411"/>
                      <a:gd name="connsiteY3" fmla="*/ 6649 h 12930"/>
                      <a:gd name="connsiteX4" fmla="*/ 25603 w 26411"/>
                      <a:gd name="connsiteY4" fmla="*/ 3159 h 1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1" h="12930">
                        <a:moveTo>
                          <a:pt x="25603" y="3159"/>
                        </a:moveTo>
                        <a:lnTo>
                          <a:pt x="23914" y="0"/>
                        </a:lnTo>
                        <a:lnTo>
                          <a:pt x="0" y="12930"/>
                        </a:lnTo>
                        <a:lnTo>
                          <a:pt x="26412" y="6649"/>
                        </a:lnTo>
                        <a:lnTo>
                          <a:pt x="25603" y="315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84" name="Freeform: Shape 2883">
                    <a:extLst>
                      <a:ext uri="{FF2B5EF4-FFF2-40B4-BE49-F238E27FC236}">
                        <a16:creationId xmlns:a16="http://schemas.microsoft.com/office/drawing/2014/main" id="{A04EDC13-A484-1F7C-CE6A-910D16BC704D}"/>
                      </a:ext>
                    </a:extLst>
                  </p:cNvPr>
                  <p:cNvSpPr/>
                  <p:nvPr/>
                </p:nvSpPr>
                <p:spPr>
                  <a:xfrm>
                    <a:off x="11838693" y="3957932"/>
                    <a:ext cx="353380" cy="158947"/>
                  </a:xfrm>
                  <a:custGeom>
                    <a:avLst/>
                    <a:gdLst>
                      <a:gd name="connsiteX0" fmla="*/ 353380 w 353380"/>
                      <a:gd name="connsiteY0" fmla="*/ 151564 h 158947"/>
                      <a:gd name="connsiteX1" fmla="*/ 17926 w 353380"/>
                      <a:gd name="connsiteY1" fmla="*/ 49591 h 158947"/>
                      <a:gd name="connsiteX2" fmla="*/ 353380 w 353380"/>
                      <a:gd name="connsiteY2" fmla="*/ 7163 h 158947"/>
                      <a:gd name="connsiteX3" fmla="*/ 353380 w 353380"/>
                      <a:gd name="connsiteY3" fmla="*/ 0 h 158947"/>
                      <a:gd name="connsiteX4" fmla="*/ 551 w 353380"/>
                      <a:gd name="connsiteY4" fmla="*/ 44632 h 158947"/>
                      <a:gd name="connsiteX5" fmla="*/ 0 w 353380"/>
                      <a:gd name="connsiteY5" fmla="*/ 51611 h 158947"/>
                      <a:gd name="connsiteX6" fmla="*/ 353380 w 353380"/>
                      <a:gd name="connsiteY6" fmla="*/ 158948 h 158947"/>
                      <a:gd name="connsiteX7" fmla="*/ 353380 w 353380"/>
                      <a:gd name="connsiteY7" fmla="*/ 151564 h 15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380" h="158947">
                        <a:moveTo>
                          <a:pt x="353380" y="151564"/>
                        </a:moveTo>
                        <a:lnTo>
                          <a:pt x="17926" y="49591"/>
                        </a:lnTo>
                        <a:lnTo>
                          <a:pt x="353380" y="7163"/>
                        </a:lnTo>
                        <a:lnTo>
                          <a:pt x="353380" y="0"/>
                        </a:lnTo>
                        <a:lnTo>
                          <a:pt x="551" y="44632"/>
                        </a:lnTo>
                        <a:lnTo>
                          <a:pt x="0" y="51611"/>
                        </a:lnTo>
                        <a:lnTo>
                          <a:pt x="353380" y="158948"/>
                        </a:lnTo>
                        <a:lnTo>
                          <a:pt x="353380" y="15156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85" name="Freeform: Shape 2884">
                    <a:extLst>
                      <a:ext uri="{FF2B5EF4-FFF2-40B4-BE49-F238E27FC236}">
                        <a16:creationId xmlns:a16="http://schemas.microsoft.com/office/drawing/2014/main" id="{E65A4025-2C90-C1B5-CBF8-F81B39A50BD2}"/>
                      </a:ext>
                    </a:extLst>
                  </p:cNvPr>
                  <p:cNvSpPr/>
                  <p:nvPr/>
                </p:nvSpPr>
                <p:spPr>
                  <a:xfrm>
                    <a:off x="11836341" y="4001829"/>
                    <a:ext cx="355731" cy="115050"/>
                  </a:xfrm>
                  <a:custGeom>
                    <a:avLst/>
                    <a:gdLst>
                      <a:gd name="connsiteX0" fmla="*/ 6539 w 355731"/>
                      <a:gd name="connsiteY0" fmla="*/ 5510 h 115050"/>
                      <a:gd name="connsiteX1" fmla="*/ 5363 w 355731"/>
                      <a:gd name="connsiteY1" fmla="*/ 8669 h 115050"/>
                      <a:gd name="connsiteX2" fmla="*/ 355732 w 355731"/>
                      <a:gd name="connsiteY2" fmla="*/ 115051 h 115050"/>
                      <a:gd name="connsiteX3" fmla="*/ 355732 w 355731"/>
                      <a:gd name="connsiteY3" fmla="*/ 107667 h 115050"/>
                      <a:gd name="connsiteX4" fmla="*/ 1286 w 355731"/>
                      <a:gd name="connsiteY4" fmla="*/ 0 h 115050"/>
                      <a:gd name="connsiteX5" fmla="*/ 0 w 355731"/>
                      <a:gd name="connsiteY5" fmla="*/ 2939 h 115050"/>
                      <a:gd name="connsiteX6" fmla="*/ 3270 w 355731"/>
                      <a:gd name="connsiteY6" fmla="*/ 4224 h 115050"/>
                      <a:gd name="connsiteX7" fmla="*/ 6539 w 355731"/>
                      <a:gd name="connsiteY7" fmla="*/ 5510 h 115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5731" h="115050">
                        <a:moveTo>
                          <a:pt x="6539" y="5510"/>
                        </a:moveTo>
                        <a:lnTo>
                          <a:pt x="5363" y="8669"/>
                        </a:lnTo>
                        <a:lnTo>
                          <a:pt x="355732" y="115051"/>
                        </a:lnTo>
                        <a:lnTo>
                          <a:pt x="355732" y="107667"/>
                        </a:lnTo>
                        <a:lnTo>
                          <a:pt x="1286" y="0"/>
                        </a:lnTo>
                        <a:lnTo>
                          <a:pt x="0" y="2939"/>
                        </a:lnTo>
                        <a:lnTo>
                          <a:pt x="3270" y="4224"/>
                        </a:lnTo>
                        <a:lnTo>
                          <a:pt x="6539" y="551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86" name="Freeform: Shape 2885">
                    <a:extLst>
                      <a:ext uri="{FF2B5EF4-FFF2-40B4-BE49-F238E27FC236}">
                        <a16:creationId xmlns:a16="http://schemas.microsoft.com/office/drawing/2014/main" id="{F6FE6521-D993-8931-E4B8-94FF6D9AD998}"/>
                      </a:ext>
                    </a:extLst>
                  </p:cNvPr>
                  <p:cNvSpPr/>
                  <p:nvPr/>
                </p:nvSpPr>
                <p:spPr>
                  <a:xfrm>
                    <a:off x="11672251" y="4004767"/>
                    <a:ext cx="519822" cy="415644"/>
                  </a:xfrm>
                  <a:custGeom>
                    <a:avLst/>
                    <a:gdLst>
                      <a:gd name="connsiteX0" fmla="*/ 519822 w 519822"/>
                      <a:gd name="connsiteY0" fmla="*/ 320651 h 415644"/>
                      <a:gd name="connsiteX1" fmla="*/ 11204 w 519822"/>
                      <a:gd name="connsiteY1" fmla="*/ 406572 h 415644"/>
                      <a:gd name="connsiteX2" fmla="*/ 169453 w 519822"/>
                      <a:gd name="connsiteY2" fmla="*/ 5730 h 415644"/>
                      <a:gd name="connsiteX3" fmla="*/ 166442 w 519822"/>
                      <a:gd name="connsiteY3" fmla="*/ 4775 h 415644"/>
                      <a:gd name="connsiteX4" fmla="*/ 167360 w 519822"/>
                      <a:gd name="connsiteY4" fmla="*/ 1286 h 415644"/>
                      <a:gd name="connsiteX5" fmla="*/ 164090 w 519822"/>
                      <a:gd name="connsiteY5" fmla="*/ 0 h 415644"/>
                      <a:gd name="connsiteX6" fmla="*/ 0 w 519822"/>
                      <a:gd name="connsiteY6" fmla="*/ 415645 h 415644"/>
                      <a:gd name="connsiteX7" fmla="*/ 519822 w 519822"/>
                      <a:gd name="connsiteY7" fmla="*/ 327851 h 415644"/>
                      <a:gd name="connsiteX8" fmla="*/ 519822 w 519822"/>
                      <a:gd name="connsiteY8" fmla="*/ 320651 h 415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9822" h="415644">
                        <a:moveTo>
                          <a:pt x="519822" y="320651"/>
                        </a:moveTo>
                        <a:lnTo>
                          <a:pt x="11204" y="406572"/>
                        </a:lnTo>
                        <a:lnTo>
                          <a:pt x="169453" y="5730"/>
                        </a:lnTo>
                        <a:lnTo>
                          <a:pt x="166442" y="4775"/>
                        </a:lnTo>
                        <a:lnTo>
                          <a:pt x="167360" y="1286"/>
                        </a:lnTo>
                        <a:lnTo>
                          <a:pt x="164090" y="0"/>
                        </a:lnTo>
                        <a:lnTo>
                          <a:pt x="0" y="415645"/>
                        </a:lnTo>
                        <a:lnTo>
                          <a:pt x="519822" y="327851"/>
                        </a:lnTo>
                        <a:lnTo>
                          <a:pt x="519822" y="32065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87" name="Freeform: Shape 2886">
                    <a:extLst>
                      <a:ext uri="{FF2B5EF4-FFF2-40B4-BE49-F238E27FC236}">
                        <a16:creationId xmlns:a16="http://schemas.microsoft.com/office/drawing/2014/main" id="{CD4770A1-ED6F-71B1-0597-6763C0F494C1}"/>
                      </a:ext>
                    </a:extLst>
                  </p:cNvPr>
                  <p:cNvSpPr/>
                  <p:nvPr/>
                </p:nvSpPr>
                <p:spPr>
                  <a:xfrm>
                    <a:off x="11838693" y="4006053"/>
                    <a:ext cx="4187" cy="4444"/>
                  </a:xfrm>
                  <a:custGeom>
                    <a:avLst/>
                    <a:gdLst>
                      <a:gd name="connsiteX0" fmla="*/ 4187 w 4187"/>
                      <a:gd name="connsiteY0" fmla="*/ 1286 h 4444"/>
                      <a:gd name="connsiteX1" fmla="*/ 918 w 4187"/>
                      <a:gd name="connsiteY1" fmla="*/ 0 h 4444"/>
                      <a:gd name="connsiteX2" fmla="*/ 0 w 4187"/>
                      <a:gd name="connsiteY2" fmla="*/ 3490 h 4444"/>
                      <a:gd name="connsiteX3" fmla="*/ 3012 w 4187"/>
                      <a:gd name="connsiteY3" fmla="*/ 4445 h 4444"/>
                      <a:gd name="connsiteX4" fmla="*/ 4187 w 4187"/>
                      <a:gd name="connsiteY4" fmla="*/ 1286 h 4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87" h="4444">
                        <a:moveTo>
                          <a:pt x="4187" y="1286"/>
                        </a:moveTo>
                        <a:lnTo>
                          <a:pt x="918" y="0"/>
                        </a:lnTo>
                        <a:lnTo>
                          <a:pt x="0" y="3490"/>
                        </a:lnTo>
                        <a:lnTo>
                          <a:pt x="3012" y="4445"/>
                        </a:lnTo>
                        <a:lnTo>
                          <a:pt x="4187" y="128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88" name="Freeform: Shape 2887">
                    <a:extLst>
                      <a:ext uri="{FF2B5EF4-FFF2-40B4-BE49-F238E27FC236}">
                        <a16:creationId xmlns:a16="http://schemas.microsoft.com/office/drawing/2014/main" id="{22DDA54A-118D-8DE3-D4FE-9D0D033EB8F7}"/>
                      </a:ext>
                    </a:extLst>
                  </p:cNvPr>
                  <p:cNvSpPr/>
                  <p:nvPr/>
                </p:nvSpPr>
                <p:spPr>
                  <a:xfrm>
                    <a:off x="12079043" y="3425583"/>
                    <a:ext cx="113030" cy="145833"/>
                  </a:xfrm>
                  <a:custGeom>
                    <a:avLst/>
                    <a:gdLst>
                      <a:gd name="connsiteX0" fmla="*/ 6465 w 113030"/>
                      <a:gd name="connsiteY0" fmla="*/ 8265 h 145833"/>
                      <a:gd name="connsiteX1" fmla="*/ 4187 w 113030"/>
                      <a:gd name="connsiteY1" fmla="*/ 13445 h 145833"/>
                      <a:gd name="connsiteX2" fmla="*/ 113030 w 113030"/>
                      <a:gd name="connsiteY2" fmla="*/ 145834 h 145833"/>
                      <a:gd name="connsiteX3" fmla="*/ 113030 w 113030"/>
                      <a:gd name="connsiteY3" fmla="*/ 134593 h 145833"/>
                      <a:gd name="connsiteX4" fmla="*/ 2278 w 113030"/>
                      <a:gd name="connsiteY4" fmla="*/ 0 h 145833"/>
                      <a:gd name="connsiteX5" fmla="*/ 0 w 113030"/>
                      <a:gd name="connsiteY5" fmla="*/ 5326 h 145833"/>
                      <a:gd name="connsiteX6" fmla="*/ 3196 w 113030"/>
                      <a:gd name="connsiteY6" fmla="*/ 6796 h 145833"/>
                      <a:gd name="connsiteX7" fmla="*/ 6465 w 113030"/>
                      <a:gd name="connsiteY7" fmla="*/ 8265 h 145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030" h="145833">
                        <a:moveTo>
                          <a:pt x="6465" y="8265"/>
                        </a:moveTo>
                        <a:lnTo>
                          <a:pt x="4187" y="13445"/>
                        </a:lnTo>
                        <a:lnTo>
                          <a:pt x="113030" y="145834"/>
                        </a:lnTo>
                        <a:lnTo>
                          <a:pt x="113030" y="134593"/>
                        </a:lnTo>
                        <a:lnTo>
                          <a:pt x="2278" y="0"/>
                        </a:lnTo>
                        <a:lnTo>
                          <a:pt x="0" y="5326"/>
                        </a:lnTo>
                        <a:lnTo>
                          <a:pt x="3196" y="6796"/>
                        </a:lnTo>
                        <a:lnTo>
                          <a:pt x="6465" y="826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89" name="Freeform: Shape 2888">
                    <a:extLst>
                      <a:ext uri="{FF2B5EF4-FFF2-40B4-BE49-F238E27FC236}">
                        <a16:creationId xmlns:a16="http://schemas.microsoft.com/office/drawing/2014/main" id="{756DB747-251B-C130-F055-9C93876A35ED}"/>
                      </a:ext>
                    </a:extLst>
                  </p:cNvPr>
                  <p:cNvSpPr/>
                  <p:nvPr/>
                </p:nvSpPr>
                <p:spPr>
                  <a:xfrm>
                    <a:off x="12079593" y="3432379"/>
                    <a:ext cx="5914" cy="6648"/>
                  </a:xfrm>
                  <a:custGeom>
                    <a:avLst/>
                    <a:gdLst>
                      <a:gd name="connsiteX0" fmla="*/ 5915 w 5914"/>
                      <a:gd name="connsiteY0" fmla="*/ 1469 h 6648"/>
                      <a:gd name="connsiteX1" fmla="*/ 2646 w 5914"/>
                      <a:gd name="connsiteY1" fmla="*/ 0 h 6648"/>
                      <a:gd name="connsiteX2" fmla="*/ 0 w 5914"/>
                      <a:gd name="connsiteY2" fmla="*/ 2204 h 6648"/>
                      <a:gd name="connsiteX3" fmla="*/ 3637 w 5914"/>
                      <a:gd name="connsiteY3" fmla="*/ 6649 h 6648"/>
                      <a:gd name="connsiteX4" fmla="*/ 5915 w 5914"/>
                      <a:gd name="connsiteY4" fmla="*/ 1469 h 66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14" h="6648">
                        <a:moveTo>
                          <a:pt x="5915" y="1469"/>
                        </a:moveTo>
                        <a:lnTo>
                          <a:pt x="2646" y="0"/>
                        </a:lnTo>
                        <a:lnTo>
                          <a:pt x="0" y="2204"/>
                        </a:lnTo>
                        <a:lnTo>
                          <a:pt x="3637" y="6649"/>
                        </a:lnTo>
                        <a:lnTo>
                          <a:pt x="5915" y="146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90" name="Freeform: Shape 2889">
                    <a:extLst>
                      <a:ext uri="{FF2B5EF4-FFF2-40B4-BE49-F238E27FC236}">
                        <a16:creationId xmlns:a16="http://schemas.microsoft.com/office/drawing/2014/main" id="{82686409-FAB3-AEB3-1589-43C85475B8D4}"/>
                      </a:ext>
                    </a:extLst>
                  </p:cNvPr>
                  <p:cNvSpPr/>
                  <p:nvPr/>
                </p:nvSpPr>
                <p:spPr>
                  <a:xfrm>
                    <a:off x="11833991" y="3430910"/>
                    <a:ext cx="358082" cy="579588"/>
                  </a:xfrm>
                  <a:custGeom>
                    <a:avLst/>
                    <a:gdLst>
                      <a:gd name="connsiteX0" fmla="*/ 358083 w 358082"/>
                      <a:gd name="connsiteY0" fmla="*/ 527022 h 579588"/>
                      <a:gd name="connsiteX1" fmla="*/ 11278 w 358082"/>
                      <a:gd name="connsiteY1" fmla="*/ 570919 h 579588"/>
                      <a:gd name="connsiteX2" fmla="*/ 249239 w 358082"/>
                      <a:gd name="connsiteY2" fmla="*/ 8118 h 579588"/>
                      <a:gd name="connsiteX3" fmla="*/ 245603 w 358082"/>
                      <a:gd name="connsiteY3" fmla="*/ 3673 h 579588"/>
                      <a:gd name="connsiteX4" fmla="*/ 248248 w 358082"/>
                      <a:gd name="connsiteY4" fmla="*/ 1469 h 579588"/>
                      <a:gd name="connsiteX5" fmla="*/ 245052 w 358082"/>
                      <a:gd name="connsiteY5" fmla="*/ 0 h 579588"/>
                      <a:gd name="connsiteX6" fmla="*/ 0 w 358082"/>
                      <a:gd name="connsiteY6" fmla="*/ 579588 h 579588"/>
                      <a:gd name="connsiteX7" fmla="*/ 358083 w 358082"/>
                      <a:gd name="connsiteY7" fmla="*/ 534185 h 579588"/>
                      <a:gd name="connsiteX8" fmla="*/ 358083 w 358082"/>
                      <a:gd name="connsiteY8" fmla="*/ 527022 h 5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082" h="579588">
                        <a:moveTo>
                          <a:pt x="358083" y="527022"/>
                        </a:moveTo>
                        <a:lnTo>
                          <a:pt x="11278" y="570919"/>
                        </a:lnTo>
                        <a:lnTo>
                          <a:pt x="249239" y="8118"/>
                        </a:lnTo>
                        <a:lnTo>
                          <a:pt x="245603" y="3673"/>
                        </a:lnTo>
                        <a:lnTo>
                          <a:pt x="248248" y="1469"/>
                        </a:lnTo>
                        <a:lnTo>
                          <a:pt x="245052" y="0"/>
                        </a:lnTo>
                        <a:lnTo>
                          <a:pt x="0" y="579588"/>
                        </a:lnTo>
                        <a:lnTo>
                          <a:pt x="358083" y="534185"/>
                        </a:lnTo>
                        <a:lnTo>
                          <a:pt x="358083" y="52702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91" name="Freeform: Shape 2890">
                    <a:extLst>
                      <a:ext uri="{FF2B5EF4-FFF2-40B4-BE49-F238E27FC236}">
                        <a16:creationId xmlns:a16="http://schemas.microsoft.com/office/drawing/2014/main" id="{6A0D7479-61B2-4EDA-3A98-4D4A106846D8}"/>
                      </a:ext>
                    </a:extLst>
                  </p:cNvPr>
                  <p:cNvSpPr/>
                  <p:nvPr/>
                </p:nvSpPr>
                <p:spPr>
                  <a:xfrm>
                    <a:off x="12076251" y="3430910"/>
                    <a:ext cx="6906" cy="6648"/>
                  </a:xfrm>
                  <a:custGeom>
                    <a:avLst/>
                    <a:gdLst>
                      <a:gd name="connsiteX0" fmla="*/ 5988 w 6906"/>
                      <a:gd name="connsiteY0" fmla="*/ 1469 h 6648"/>
                      <a:gd name="connsiteX1" fmla="*/ 2792 w 6906"/>
                      <a:gd name="connsiteY1" fmla="*/ 0 h 6648"/>
                      <a:gd name="connsiteX2" fmla="*/ 0 w 6906"/>
                      <a:gd name="connsiteY2" fmla="*/ 6649 h 6648"/>
                      <a:gd name="connsiteX3" fmla="*/ 6906 w 6906"/>
                      <a:gd name="connsiteY3" fmla="*/ 4996 h 6648"/>
                      <a:gd name="connsiteX4" fmla="*/ 5988 w 6906"/>
                      <a:gd name="connsiteY4" fmla="*/ 1469 h 66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6" h="6648">
                        <a:moveTo>
                          <a:pt x="5988" y="1469"/>
                        </a:moveTo>
                        <a:lnTo>
                          <a:pt x="2792" y="0"/>
                        </a:lnTo>
                        <a:lnTo>
                          <a:pt x="0" y="6649"/>
                        </a:lnTo>
                        <a:lnTo>
                          <a:pt x="6906" y="4996"/>
                        </a:lnTo>
                        <a:lnTo>
                          <a:pt x="5988" y="146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92" name="Freeform: Shape 2891">
                    <a:extLst>
                      <a:ext uri="{FF2B5EF4-FFF2-40B4-BE49-F238E27FC236}">
                        <a16:creationId xmlns:a16="http://schemas.microsoft.com/office/drawing/2014/main" id="{A2C9626A-554D-ACF0-66CE-E72EF2B4AB54}"/>
                      </a:ext>
                    </a:extLst>
                  </p:cNvPr>
                  <p:cNvSpPr/>
                  <p:nvPr/>
                </p:nvSpPr>
                <p:spPr>
                  <a:xfrm>
                    <a:off x="11100744" y="3427236"/>
                    <a:ext cx="987592" cy="583629"/>
                  </a:xfrm>
                  <a:custGeom>
                    <a:avLst/>
                    <a:gdLst>
                      <a:gd name="connsiteX0" fmla="*/ 987593 w 987592"/>
                      <a:gd name="connsiteY0" fmla="*/ 0 h 583629"/>
                      <a:gd name="connsiteX1" fmla="*/ 980760 w 987592"/>
                      <a:gd name="connsiteY1" fmla="*/ 1653 h 583629"/>
                      <a:gd name="connsiteX2" fmla="*/ 981495 w 987592"/>
                      <a:gd name="connsiteY2" fmla="*/ 5143 h 583629"/>
                      <a:gd name="connsiteX3" fmla="*/ 982414 w 987592"/>
                      <a:gd name="connsiteY3" fmla="*/ 8669 h 583629"/>
                      <a:gd name="connsiteX4" fmla="*/ 975507 w 987592"/>
                      <a:gd name="connsiteY4" fmla="*/ 10322 h 583629"/>
                      <a:gd name="connsiteX5" fmla="*/ 737067 w 987592"/>
                      <a:gd name="connsiteY5" fmla="*/ 574041 h 583629"/>
                      <a:gd name="connsiteX6" fmla="*/ 21563 w 987592"/>
                      <a:gd name="connsiteY6" fmla="*/ 252068 h 583629"/>
                      <a:gd name="connsiteX7" fmla="*/ 975507 w 987592"/>
                      <a:gd name="connsiteY7" fmla="*/ 10322 h 583629"/>
                      <a:gd name="connsiteX8" fmla="*/ 978299 w 987592"/>
                      <a:gd name="connsiteY8" fmla="*/ 3673 h 583629"/>
                      <a:gd name="connsiteX9" fmla="*/ 981495 w 987592"/>
                      <a:gd name="connsiteY9" fmla="*/ 5143 h 583629"/>
                      <a:gd name="connsiteX10" fmla="*/ 980760 w 987592"/>
                      <a:gd name="connsiteY10" fmla="*/ 1653 h 583629"/>
                      <a:gd name="connsiteX11" fmla="*/ 0 w 987592"/>
                      <a:gd name="connsiteY11" fmla="*/ 250048 h 583629"/>
                      <a:gd name="connsiteX12" fmla="*/ 740704 w 987592"/>
                      <a:gd name="connsiteY12" fmla="*/ 583629 h 583629"/>
                      <a:gd name="connsiteX13" fmla="*/ 987593 w 987592"/>
                      <a:gd name="connsiteY13" fmla="*/ 0 h 58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7592" h="583629">
                        <a:moveTo>
                          <a:pt x="987593" y="0"/>
                        </a:moveTo>
                        <a:lnTo>
                          <a:pt x="980760" y="1653"/>
                        </a:lnTo>
                        <a:lnTo>
                          <a:pt x="981495" y="5143"/>
                        </a:lnTo>
                        <a:lnTo>
                          <a:pt x="982414" y="8669"/>
                        </a:lnTo>
                        <a:lnTo>
                          <a:pt x="975507" y="10322"/>
                        </a:lnTo>
                        <a:lnTo>
                          <a:pt x="737067" y="574041"/>
                        </a:lnTo>
                        <a:lnTo>
                          <a:pt x="21563" y="252068"/>
                        </a:lnTo>
                        <a:lnTo>
                          <a:pt x="975507" y="10322"/>
                        </a:lnTo>
                        <a:lnTo>
                          <a:pt x="978299" y="3673"/>
                        </a:lnTo>
                        <a:lnTo>
                          <a:pt x="981495" y="5143"/>
                        </a:lnTo>
                        <a:lnTo>
                          <a:pt x="980760" y="1653"/>
                        </a:lnTo>
                        <a:lnTo>
                          <a:pt x="0" y="250048"/>
                        </a:lnTo>
                        <a:lnTo>
                          <a:pt x="740704" y="583629"/>
                        </a:lnTo>
                        <a:lnTo>
                          <a:pt x="987593"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93" name="Freeform: Shape 2892">
                    <a:extLst>
                      <a:ext uri="{FF2B5EF4-FFF2-40B4-BE49-F238E27FC236}">
                        <a16:creationId xmlns:a16="http://schemas.microsoft.com/office/drawing/2014/main" id="{FFB1B46E-CE4C-1CEE-9CC3-88028BF49601}"/>
                      </a:ext>
                    </a:extLst>
                  </p:cNvPr>
                  <p:cNvSpPr/>
                  <p:nvPr/>
                </p:nvSpPr>
                <p:spPr>
                  <a:xfrm>
                    <a:off x="11835056" y="4004767"/>
                    <a:ext cx="4554" cy="4591"/>
                  </a:xfrm>
                  <a:custGeom>
                    <a:avLst/>
                    <a:gdLst>
                      <a:gd name="connsiteX0" fmla="*/ 4555 w 4554"/>
                      <a:gd name="connsiteY0" fmla="*/ 1286 h 4591"/>
                      <a:gd name="connsiteX1" fmla="*/ 1285 w 4554"/>
                      <a:gd name="connsiteY1" fmla="*/ 0 h 4591"/>
                      <a:gd name="connsiteX2" fmla="*/ 0 w 4554"/>
                      <a:gd name="connsiteY2" fmla="*/ 3123 h 4591"/>
                      <a:gd name="connsiteX3" fmla="*/ 3122 w 4554"/>
                      <a:gd name="connsiteY3" fmla="*/ 4592 h 4591"/>
                      <a:gd name="connsiteX4" fmla="*/ 4555 w 4554"/>
                      <a:gd name="connsiteY4" fmla="*/ 1286 h 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4" h="4591">
                        <a:moveTo>
                          <a:pt x="4555" y="1286"/>
                        </a:moveTo>
                        <a:lnTo>
                          <a:pt x="1285" y="0"/>
                        </a:lnTo>
                        <a:lnTo>
                          <a:pt x="0" y="3123"/>
                        </a:lnTo>
                        <a:lnTo>
                          <a:pt x="3122" y="4592"/>
                        </a:lnTo>
                        <a:lnTo>
                          <a:pt x="4555" y="128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94" name="Freeform: Shape 2893">
                    <a:extLst>
                      <a:ext uri="{FF2B5EF4-FFF2-40B4-BE49-F238E27FC236}">
                        <a16:creationId xmlns:a16="http://schemas.microsoft.com/office/drawing/2014/main" id="{BD02B954-D60A-C983-E4E4-7A6E2E716FC0}"/>
                      </a:ext>
                    </a:extLst>
                  </p:cNvPr>
                  <p:cNvSpPr/>
                  <p:nvPr/>
                </p:nvSpPr>
                <p:spPr>
                  <a:xfrm>
                    <a:off x="11108752" y="3674860"/>
                    <a:ext cx="735413" cy="748123"/>
                  </a:xfrm>
                  <a:custGeom>
                    <a:avLst/>
                    <a:gdLst>
                      <a:gd name="connsiteX0" fmla="*/ 735414 w 735413"/>
                      <a:gd name="connsiteY0" fmla="*/ 329357 h 748123"/>
                      <a:gd name="connsiteX1" fmla="*/ 732328 w 735413"/>
                      <a:gd name="connsiteY1" fmla="*/ 327887 h 748123"/>
                      <a:gd name="connsiteX2" fmla="*/ 730859 w 735413"/>
                      <a:gd name="connsiteY2" fmla="*/ 331193 h 748123"/>
                      <a:gd name="connsiteX3" fmla="*/ 729426 w 735413"/>
                      <a:gd name="connsiteY3" fmla="*/ 334499 h 748123"/>
                      <a:gd name="connsiteX4" fmla="*/ 726304 w 735413"/>
                      <a:gd name="connsiteY4" fmla="*/ 333030 h 748123"/>
                      <a:gd name="connsiteX5" fmla="*/ 568127 w 735413"/>
                      <a:gd name="connsiteY5" fmla="*/ 733908 h 748123"/>
                      <a:gd name="connsiteX6" fmla="*/ 14105 w 735413"/>
                      <a:gd name="connsiteY6" fmla="*/ 12379 h 748123"/>
                      <a:gd name="connsiteX7" fmla="*/ 726304 w 735413"/>
                      <a:gd name="connsiteY7" fmla="*/ 333030 h 748123"/>
                      <a:gd name="connsiteX8" fmla="*/ 727589 w 735413"/>
                      <a:gd name="connsiteY8" fmla="*/ 329908 h 748123"/>
                      <a:gd name="connsiteX9" fmla="*/ 730859 w 735413"/>
                      <a:gd name="connsiteY9" fmla="*/ 331193 h 748123"/>
                      <a:gd name="connsiteX10" fmla="*/ 732328 w 735413"/>
                      <a:gd name="connsiteY10" fmla="*/ 327887 h 748123"/>
                      <a:gd name="connsiteX11" fmla="*/ 4261 w 735413"/>
                      <a:gd name="connsiteY11" fmla="*/ 0 h 748123"/>
                      <a:gd name="connsiteX12" fmla="*/ 0 w 735413"/>
                      <a:gd name="connsiteY12" fmla="*/ 5547 h 748123"/>
                      <a:gd name="connsiteX13" fmla="*/ 570148 w 735413"/>
                      <a:gd name="connsiteY13" fmla="*/ 748124 h 748123"/>
                      <a:gd name="connsiteX14" fmla="*/ 735414 w 735413"/>
                      <a:gd name="connsiteY14" fmla="*/ 329357 h 748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5413" h="748123">
                        <a:moveTo>
                          <a:pt x="735414" y="329357"/>
                        </a:moveTo>
                        <a:lnTo>
                          <a:pt x="732328" y="327887"/>
                        </a:lnTo>
                        <a:lnTo>
                          <a:pt x="730859" y="331193"/>
                        </a:lnTo>
                        <a:lnTo>
                          <a:pt x="729426" y="334499"/>
                        </a:lnTo>
                        <a:lnTo>
                          <a:pt x="726304" y="333030"/>
                        </a:lnTo>
                        <a:lnTo>
                          <a:pt x="568127" y="733908"/>
                        </a:lnTo>
                        <a:lnTo>
                          <a:pt x="14105" y="12379"/>
                        </a:lnTo>
                        <a:lnTo>
                          <a:pt x="726304" y="333030"/>
                        </a:lnTo>
                        <a:lnTo>
                          <a:pt x="727589" y="329908"/>
                        </a:lnTo>
                        <a:lnTo>
                          <a:pt x="730859" y="331193"/>
                        </a:lnTo>
                        <a:lnTo>
                          <a:pt x="732328" y="327887"/>
                        </a:lnTo>
                        <a:lnTo>
                          <a:pt x="4261" y="0"/>
                        </a:lnTo>
                        <a:lnTo>
                          <a:pt x="0" y="5547"/>
                        </a:lnTo>
                        <a:lnTo>
                          <a:pt x="570148" y="748124"/>
                        </a:lnTo>
                        <a:lnTo>
                          <a:pt x="735414" y="32935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95" name="Freeform: Shape 2894">
                    <a:extLst>
                      <a:ext uri="{FF2B5EF4-FFF2-40B4-BE49-F238E27FC236}">
                        <a16:creationId xmlns:a16="http://schemas.microsoft.com/office/drawing/2014/main" id="{2721EE13-EB25-7136-3E2C-7D817E9454F4}"/>
                      </a:ext>
                    </a:extLst>
                  </p:cNvPr>
                  <p:cNvSpPr/>
                  <p:nvPr/>
                </p:nvSpPr>
                <p:spPr>
                  <a:xfrm>
                    <a:off x="11671149" y="4414865"/>
                    <a:ext cx="8743" cy="10138"/>
                  </a:xfrm>
                  <a:custGeom>
                    <a:avLst/>
                    <a:gdLst>
                      <a:gd name="connsiteX0" fmla="*/ 6649 w 8743"/>
                      <a:gd name="connsiteY0" fmla="*/ 1102 h 10138"/>
                      <a:gd name="connsiteX1" fmla="*/ 3379 w 8743"/>
                      <a:gd name="connsiteY1" fmla="*/ 0 h 10138"/>
                      <a:gd name="connsiteX2" fmla="*/ 0 w 8743"/>
                      <a:gd name="connsiteY2" fmla="*/ 10139 h 10138"/>
                      <a:gd name="connsiteX3" fmla="*/ 8743 w 8743"/>
                      <a:gd name="connsiteY3" fmla="*/ 3894 h 10138"/>
                      <a:gd name="connsiteX4" fmla="*/ 6649 w 8743"/>
                      <a:gd name="connsiteY4" fmla="*/ 1102 h 10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3" h="10138">
                        <a:moveTo>
                          <a:pt x="6649" y="1102"/>
                        </a:moveTo>
                        <a:lnTo>
                          <a:pt x="3379" y="0"/>
                        </a:lnTo>
                        <a:lnTo>
                          <a:pt x="0" y="10139"/>
                        </a:lnTo>
                        <a:lnTo>
                          <a:pt x="8743" y="3894"/>
                        </a:lnTo>
                        <a:lnTo>
                          <a:pt x="6649" y="110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96" name="Freeform: Shape 2895">
                    <a:extLst>
                      <a:ext uri="{FF2B5EF4-FFF2-40B4-BE49-F238E27FC236}">
                        <a16:creationId xmlns:a16="http://schemas.microsoft.com/office/drawing/2014/main" id="{C9BF2959-467D-E62A-6184-FBAEA19BE8EC}"/>
                      </a:ext>
                    </a:extLst>
                  </p:cNvPr>
                  <p:cNvSpPr/>
                  <p:nvPr/>
                </p:nvSpPr>
                <p:spPr>
                  <a:xfrm>
                    <a:off x="11028047" y="3678203"/>
                    <a:ext cx="6171" cy="8301"/>
                  </a:xfrm>
                  <a:custGeom>
                    <a:avLst/>
                    <a:gdLst>
                      <a:gd name="connsiteX0" fmla="*/ 6172 w 6171"/>
                      <a:gd name="connsiteY0" fmla="*/ 367 h 8301"/>
                      <a:gd name="connsiteX1" fmla="*/ 2535 w 6171"/>
                      <a:gd name="connsiteY1" fmla="*/ 0 h 8301"/>
                      <a:gd name="connsiteX2" fmla="*/ 0 w 6171"/>
                      <a:gd name="connsiteY2" fmla="*/ 2388 h 8301"/>
                      <a:gd name="connsiteX3" fmla="*/ 5180 w 6171"/>
                      <a:gd name="connsiteY3" fmla="*/ 8302 h 8301"/>
                      <a:gd name="connsiteX4" fmla="*/ 6172 w 6171"/>
                      <a:gd name="connsiteY4" fmla="*/ 367 h 8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71" h="8301">
                        <a:moveTo>
                          <a:pt x="6172" y="367"/>
                        </a:moveTo>
                        <a:lnTo>
                          <a:pt x="2535" y="0"/>
                        </a:lnTo>
                        <a:lnTo>
                          <a:pt x="0" y="2388"/>
                        </a:lnTo>
                        <a:lnTo>
                          <a:pt x="5180" y="8302"/>
                        </a:lnTo>
                        <a:lnTo>
                          <a:pt x="6172" y="36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97" name="Freeform: Shape 2896">
                    <a:extLst>
                      <a:ext uri="{FF2B5EF4-FFF2-40B4-BE49-F238E27FC236}">
                        <a16:creationId xmlns:a16="http://schemas.microsoft.com/office/drawing/2014/main" id="{CA3ACED8-634E-38AB-3783-17DC9A9FBC76}"/>
                      </a:ext>
                    </a:extLst>
                  </p:cNvPr>
                  <p:cNvSpPr/>
                  <p:nvPr/>
                </p:nvSpPr>
                <p:spPr>
                  <a:xfrm>
                    <a:off x="11026468" y="3677835"/>
                    <a:ext cx="4849" cy="4959"/>
                  </a:xfrm>
                  <a:custGeom>
                    <a:avLst/>
                    <a:gdLst>
                      <a:gd name="connsiteX0" fmla="*/ 4115 w 4849"/>
                      <a:gd name="connsiteY0" fmla="*/ 367 h 4959"/>
                      <a:gd name="connsiteX1" fmla="*/ 661 w 4849"/>
                      <a:gd name="connsiteY1" fmla="*/ 0 h 4959"/>
                      <a:gd name="connsiteX2" fmla="*/ 0 w 4849"/>
                      <a:gd name="connsiteY2" fmla="*/ 4959 h 4959"/>
                      <a:gd name="connsiteX3" fmla="*/ 4849 w 4849"/>
                      <a:gd name="connsiteY3" fmla="*/ 3857 h 4959"/>
                      <a:gd name="connsiteX4" fmla="*/ 4115 w 4849"/>
                      <a:gd name="connsiteY4" fmla="*/ 367 h 4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9" h="4959">
                        <a:moveTo>
                          <a:pt x="4115" y="367"/>
                        </a:moveTo>
                        <a:lnTo>
                          <a:pt x="661" y="0"/>
                        </a:lnTo>
                        <a:lnTo>
                          <a:pt x="0" y="4959"/>
                        </a:lnTo>
                        <a:lnTo>
                          <a:pt x="4849" y="3857"/>
                        </a:lnTo>
                        <a:lnTo>
                          <a:pt x="4115" y="36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98" name="Freeform: Shape 2897">
                    <a:extLst>
                      <a:ext uri="{FF2B5EF4-FFF2-40B4-BE49-F238E27FC236}">
                        <a16:creationId xmlns:a16="http://schemas.microsoft.com/office/drawing/2014/main" id="{01AF1482-E091-1B86-31CE-41024D2F2BE3}"/>
                      </a:ext>
                    </a:extLst>
                  </p:cNvPr>
                  <p:cNvSpPr/>
                  <p:nvPr/>
                </p:nvSpPr>
                <p:spPr>
                  <a:xfrm>
                    <a:off x="6008426" y="3102141"/>
                    <a:ext cx="6428" cy="5877"/>
                  </a:xfrm>
                  <a:custGeom>
                    <a:avLst/>
                    <a:gdLst>
                      <a:gd name="connsiteX0" fmla="*/ 6428 w 6428"/>
                      <a:gd name="connsiteY0" fmla="*/ 2388 h 5877"/>
                      <a:gd name="connsiteX1" fmla="*/ 3857 w 6428"/>
                      <a:gd name="connsiteY1" fmla="*/ 0 h 5877"/>
                      <a:gd name="connsiteX2" fmla="*/ 0 w 6428"/>
                      <a:gd name="connsiteY2" fmla="*/ 4408 h 5877"/>
                      <a:gd name="connsiteX3" fmla="*/ 5473 w 6428"/>
                      <a:gd name="connsiteY3" fmla="*/ 5877 h 5877"/>
                      <a:gd name="connsiteX4" fmla="*/ 6428 w 6428"/>
                      <a:gd name="connsiteY4" fmla="*/ 2388 h 58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28" h="5877">
                        <a:moveTo>
                          <a:pt x="6428" y="2388"/>
                        </a:moveTo>
                        <a:lnTo>
                          <a:pt x="3857" y="0"/>
                        </a:lnTo>
                        <a:lnTo>
                          <a:pt x="0" y="4408"/>
                        </a:lnTo>
                        <a:lnTo>
                          <a:pt x="5473" y="5877"/>
                        </a:lnTo>
                        <a:lnTo>
                          <a:pt x="6428" y="238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721" name="Graphic 1629">
                  <a:extLst>
                    <a:ext uri="{FF2B5EF4-FFF2-40B4-BE49-F238E27FC236}">
                      <a16:creationId xmlns:a16="http://schemas.microsoft.com/office/drawing/2014/main" id="{C7F10E0A-0E0F-0790-6816-28432C33AA5B}"/>
                    </a:ext>
                  </a:extLst>
                </p:cNvPr>
                <p:cNvGrpSpPr/>
                <p:nvPr/>
              </p:nvGrpSpPr>
              <p:grpSpPr>
                <a:xfrm>
                  <a:off x="6069624" y="2359858"/>
                  <a:ext cx="6122448" cy="2714712"/>
                  <a:chOff x="6069624" y="2359858"/>
                  <a:chExt cx="6122448" cy="2714712"/>
                </a:xfrm>
                <a:grpFill/>
              </p:grpSpPr>
              <p:sp>
                <p:nvSpPr>
                  <p:cNvPr id="2722" name="Freeform: Shape 2721">
                    <a:extLst>
                      <a:ext uri="{FF2B5EF4-FFF2-40B4-BE49-F238E27FC236}">
                        <a16:creationId xmlns:a16="http://schemas.microsoft.com/office/drawing/2014/main" id="{DD57D7BA-79A5-2313-B313-E2647377EE2E}"/>
                      </a:ext>
                    </a:extLst>
                  </p:cNvPr>
                  <p:cNvSpPr/>
                  <p:nvPr/>
                </p:nvSpPr>
                <p:spPr>
                  <a:xfrm>
                    <a:off x="6074143" y="3997678"/>
                    <a:ext cx="8007" cy="8669"/>
                  </a:xfrm>
                  <a:custGeom>
                    <a:avLst/>
                    <a:gdLst>
                      <a:gd name="connsiteX0" fmla="*/ 5106 w 8007"/>
                      <a:gd name="connsiteY0" fmla="*/ 8669 h 8669"/>
                      <a:gd name="connsiteX1" fmla="*/ 8008 w 8007"/>
                      <a:gd name="connsiteY1" fmla="*/ 0 h 8669"/>
                      <a:gd name="connsiteX2" fmla="*/ 0 w 8007"/>
                      <a:gd name="connsiteY2" fmla="*/ 4629 h 8669"/>
                      <a:gd name="connsiteX3" fmla="*/ 1837 w 8007"/>
                      <a:gd name="connsiteY3" fmla="*/ 7567 h 8669"/>
                      <a:gd name="connsiteX4" fmla="*/ 5106 w 8007"/>
                      <a:gd name="connsiteY4" fmla="*/ 8669 h 8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7" h="8669">
                        <a:moveTo>
                          <a:pt x="5106" y="8669"/>
                        </a:moveTo>
                        <a:lnTo>
                          <a:pt x="8008" y="0"/>
                        </a:lnTo>
                        <a:lnTo>
                          <a:pt x="0" y="4629"/>
                        </a:lnTo>
                        <a:lnTo>
                          <a:pt x="1837" y="7567"/>
                        </a:lnTo>
                        <a:lnTo>
                          <a:pt x="5106" y="866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23" name="Freeform: Shape 2722">
                    <a:extLst>
                      <a:ext uri="{FF2B5EF4-FFF2-40B4-BE49-F238E27FC236}">
                        <a16:creationId xmlns:a16="http://schemas.microsoft.com/office/drawing/2014/main" id="{2194D5C7-E4A3-ED30-F387-FADC406CE6C7}"/>
                      </a:ext>
                    </a:extLst>
                  </p:cNvPr>
                  <p:cNvSpPr/>
                  <p:nvPr/>
                </p:nvSpPr>
                <p:spPr>
                  <a:xfrm>
                    <a:off x="6069624" y="3508859"/>
                    <a:ext cx="580617" cy="504136"/>
                  </a:xfrm>
                  <a:custGeom>
                    <a:avLst/>
                    <a:gdLst>
                      <a:gd name="connsiteX0" fmla="*/ 6355 w 580617"/>
                      <a:gd name="connsiteY0" fmla="*/ 496386 h 504136"/>
                      <a:gd name="connsiteX1" fmla="*/ 4519 w 580617"/>
                      <a:gd name="connsiteY1" fmla="*/ 493447 h 504136"/>
                      <a:gd name="connsiteX2" fmla="*/ 12526 w 580617"/>
                      <a:gd name="connsiteY2" fmla="*/ 488819 h 504136"/>
                      <a:gd name="connsiteX3" fmla="*/ 170152 w 580617"/>
                      <a:gd name="connsiteY3" fmla="*/ 9367 h 504136"/>
                      <a:gd name="connsiteX4" fmla="*/ 564491 w 580617"/>
                      <a:gd name="connsiteY4" fmla="*/ 169270 h 504136"/>
                      <a:gd name="connsiteX5" fmla="*/ 12526 w 580617"/>
                      <a:gd name="connsiteY5" fmla="*/ 488819 h 504136"/>
                      <a:gd name="connsiteX6" fmla="*/ 9624 w 580617"/>
                      <a:gd name="connsiteY6" fmla="*/ 497488 h 504136"/>
                      <a:gd name="connsiteX7" fmla="*/ 6355 w 580617"/>
                      <a:gd name="connsiteY7" fmla="*/ 496386 h 504136"/>
                      <a:gd name="connsiteX8" fmla="*/ 8008 w 580617"/>
                      <a:gd name="connsiteY8" fmla="*/ 499508 h 504136"/>
                      <a:gd name="connsiteX9" fmla="*/ 580617 w 580617"/>
                      <a:gd name="connsiteY9" fmla="*/ 168168 h 504136"/>
                      <a:gd name="connsiteX10" fmla="*/ 165891 w 580617"/>
                      <a:gd name="connsiteY10" fmla="*/ 0 h 504136"/>
                      <a:gd name="connsiteX11" fmla="*/ 0 w 580617"/>
                      <a:gd name="connsiteY11" fmla="*/ 504137 h 504136"/>
                      <a:gd name="connsiteX12" fmla="*/ 8008 w 580617"/>
                      <a:gd name="connsiteY12" fmla="*/ 499508 h 504136"/>
                      <a:gd name="connsiteX13" fmla="*/ 6355 w 580617"/>
                      <a:gd name="connsiteY13" fmla="*/ 496386 h 504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0617" h="504136">
                        <a:moveTo>
                          <a:pt x="6355" y="496386"/>
                        </a:moveTo>
                        <a:lnTo>
                          <a:pt x="4519" y="493447"/>
                        </a:lnTo>
                        <a:lnTo>
                          <a:pt x="12526" y="488819"/>
                        </a:lnTo>
                        <a:lnTo>
                          <a:pt x="170152" y="9367"/>
                        </a:lnTo>
                        <a:lnTo>
                          <a:pt x="564491" y="169270"/>
                        </a:lnTo>
                        <a:lnTo>
                          <a:pt x="12526" y="488819"/>
                        </a:lnTo>
                        <a:lnTo>
                          <a:pt x="9624" y="497488"/>
                        </a:lnTo>
                        <a:lnTo>
                          <a:pt x="6355" y="496386"/>
                        </a:lnTo>
                        <a:lnTo>
                          <a:pt x="8008" y="499508"/>
                        </a:lnTo>
                        <a:lnTo>
                          <a:pt x="580617" y="168168"/>
                        </a:lnTo>
                        <a:lnTo>
                          <a:pt x="165891" y="0"/>
                        </a:lnTo>
                        <a:lnTo>
                          <a:pt x="0" y="504137"/>
                        </a:lnTo>
                        <a:lnTo>
                          <a:pt x="8008" y="499508"/>
                        </a:lnTo>
                        <a:lnTo>
                          <a:pt x="6355" y="49638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24" name="Freeform: Shape 2723">
                    <a:extLst>
                      <a:ext uri="{FF2B5EF4-FFF2-40B4-BE49-F238E27FC236}">
                        <a16:creationId xmlns:a16="http://schemas.microsoft.com/office/drawing/2014/main" id="{E117DA52-4A12-7058-B9AB-5193777343D3}"/>
                      </a:ext>
                    </a:extLst>
                  </p:cNvPr>
                  <p:cNvSpPr/>
                  <p:nvPr/>
                </p:nvSpPr>
                <p:spPr>
                  <a:xfrm>
                    <a:off x="11091634" y="2967621"/>
                    <a:ext cx="1100439" cy="57745"/>
                  </a:xfrm>
                  <a:custGeom>
                    <a:avLst/>
                    <a:gdLst>
                      <a:gd name="connsiteX0" fmla="*/ 3343 w 1100439"/>
                      <a:gd name="connsiteY0" fmla="*/ 55137 h 57745"/>
                      <a:gd name="connsiteX1" fmla="*/ 0 w 1100439"/>
                      <a:gd name="connsiteY1" fmla="*/ 54219 h 57745"/>
                      <a:gd name="connsiteX2" fmla="*/ 74 w 1100439"/>
                      <a:gd name="connsiteY2" fmla="*/ 57746 h 57745"/>
                      <a:gd name="connsiteX3" fmla="*/ 1100439 w 1100439"/>
                      <a:gd name="connsiteY3" fmla="*/ 7016 h 57745"/>
                      <a:gd name="connsiteX4" fmla="*/ 1100439 w 1100439"/>
                      <a:gd name="connsiteY4" fmla="*/ 0 h 57745"/>
                      <a:gd name="connsiteX5" fmla="*/ 4812 w 1100439"/>
                      <a:gd name="connsiteY5" fmla="*/ 50546 h 57745"/>
                      <a:gd name="connsiteX6" fmla="*/ 3343 w 1100439"/>
                      <a:gd name="connsiteY6" fmla="*/ 55137 h 57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0439" h="57745">
                        <a:moveTo>
                          <a:pt x="3343" y="55137"/>
                        </a:moveTo>
                        <a:lnTo>
                          <a:pt x="0" y="54219"/>
                        </a:lnTo>
                        <a:lnTo>
                          <a:pt x="74" y="57746"/>
                        </a:lnTo>
                        <a:lnTo>
                          <a:pt x="1100439" y="7016"/>
                        </a:lnTo>
                        <a:lnTo>
                          <a:pt x="1100439" y="0"/>
                        </a:lnTo>
                        <a:lnTo>
                          <a:pt x="4812" y="50546"/>
                        </a:lnTo>
                        <a:lnTo>
                          <a:pt x="3343" y="5513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25" name="Freeform: Shape 2724">
                    <a:extLst>
                      <a:ext uri="{FF2B5EF4-FFF2-40B4-BE49-F238E27FC236}">
                        <a16:creationId xmlns:a16="http://schemas.microsoft.com/office/drawing/2014/main" id="{6222055F-7E8F-99AD-077D-090806B591E4}"/>
                      </a:ext>
                    </a:extLst>
                  </p:cNvPr>
                  <p:cNvSpPr/>
                  <p:nvPr/>
                </p:nvSpPr>
                <p:spPr>
                  <a:xfrm>
                    <a:off x="11091413" y="3018167"/>
                    <a:ext cx="5032" cy="4591"/>
                  </a:xfrm>
                  <a:custGeom>
                    <a:avLst/>
                    <a:gdLst>
                      <a:gd name="connsiteX0" fmla="*/ 3564 w 5032"/>
                      <a:gd name="connsiteY0" fmla="*/ 4592 h 4591"/>
                      <a:gd name="connsiteX1" fmla="*/ 5033 w 5032"/>
                      <a:gd name="connsiteY1" fmla="*/ 0 h 4591"/>
                      <a:gd name="connsiteX2" fmla="*/ 0 w 5032"/>
                      <a:gd name="connsiteY2" fmla="*/ 184 h 4591"/>
                      <a:gd name="connsiteX3" fmla="*/ 221 w 5032"/>
                      <a:gd name="connsiteY3" fmla="*/ 3673 h 4591"/>
                      <a:gd name="connsiteX4" fmla="*/ 3564 w 5032"/>
                      <a:gd name="connsiteY4" fmla="*/ 4592 h 4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2" h="4591">
                        <a:moveTo>
                          <a:pt x="3564" y="4592"/>
                        </a:moveTo>
                        <a:lnTo>
                          <a:pt x="5033" y="0"/>
                        </a:lnTo>
                        <a:lnTo>
                          <a:pt x="0" y="184"/>
                        </a:lnTo>
                        <a:lnTo>
                          <a:pt x="221" y="3673"/>
                        </a:lnTo>
                        <a:lnTo>
                          <a:pt x="3564" y="459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26" name="Freeform: Shape 2725">
                    <a:extLst>
                      <a:ext uri="{FF2B5EF4-FFF2-40B4-BE49-F238E27FC236}">
                        <a16:creationId xmlns:a16="http://schemas.microsoft.com/office/drawing/2014/main" id="{9FD21F20-92CB-3E09-E33E-F1A5B0765248}"/>
                      </a:ext>
                    </a:extLst>
                  </p:cNvPr>
                  <p:cNvSpPr/>
                  <p:nvPr/>
                </p:nvSpPr>
                <p:spPr>
                  <a:xfrm>
                    <a:off x="6639221" y="3673133"/>
                    <a:ext cx="4261" cy="4444"/>
                  </a:xfrm>
                  <a:custGeom>
                    <a:avLst/>
                    <a:gdLst>
                      <a:gd name="connsiteX0" fmla="*/ 4261 w 4261"/>
                      <a:gd name="connsiteY0" fmla="*/ 1102 h 4444"/>
                      <a:gd name="connsiteX1" fmla="*/ 1543 w 4261"/>
                      <a:gd name="connsiteY1" fmla="*/ 0 h 4444"/>
                      <a:gd name="connsiteX2" fmla="*/ 0 w 4261"/>
                      <a:gd name="connsiteY2" fmla="*/ 2608 h 4444"/>
                      <a:gd name="connsiteX3" fmla="*/ 3012 w 4261"/>
                      <a:gd name="connsiteY3" fmla="*/ 4445 h 4444"/>
                      <a:gd name="connsiteX4" fmla="*/ 4261 w 4261"/>
                      <a:gd name="connsiteY4" fmla="*/ 1102 h 4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1" h="4444">
                        <a:moveTo>
                          <a:pt x="4261" y="1102"/>
                        </a:moveTo>
                        <a:lnTo>
                          <a:pt x="1543" y="0"/>
                        </a:lnTo>
                        <a:lnTo>
                          <a:pt x="0" y="2608"/>
                        </a:lnTo>
                        <a:lnTo>
                          <a:pt x="3012" y="4445"/>
                        </a:lnTo>
                        <a:lnTo>
                          <a:pt x="4261" y="110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27" name="Freeform: Shape 2726">
                    <a:extLst>
                      <a:ext uri="{FF2B5EF4-FFF2-40B4-BE49-F238E27FC236}">
                        <a16:creationId xmlns:a16="http://schemas.microsoft.com/office/drawing/2014/main" id="{54D8DB5D-0AD9-2425-1FBA-D09022AB1A6C}"/>
                      </a:ext>
                    </a:extLst>
                  </p:cNvPr>
                  <p:cNvSpPr/>
                  <p:nvPr/>
                </p:nvSpPr>
                <p:spPr>
                  <a:xfrm>
                    <a:off x="6231254" y="2363568"/>
                    <a:ext cx="1222910" cy="1318418"/>
                  </a:xfrm>
                  <a:custGeom>
                    <a:avLst/>
                    <a:gdLst>
                      <a:gd name="connsiteX0" fmla="*/ 413882 w 1222910"/>
                      <a:gd name="connsiteY0" fmla="*/ 1315847 h 1318418"/>
                      <a:gd name="connsiteX1" fmla="*/ 410980 w 1222910"/>
                      <a:gd name="connsiteY1" fmla="*/ 1314010 h 1318418"/>
                      <a:gd name="connsiteX2" fmla="*/ 407968 w 1222910"/>
                      <a:gd name="connsiteY2" fmla="*/ 1312174 h 1318418"/>
                      <a:gd name="connsiteX3" fmla="*/ 409511 w 1222910"/>
                      <a:gd name="connsiteY3" fmla="*/ 1309566 h 1318418"/>
                      <a:gd name="connsiteX4" fmla="*/ 12894 w 1222910"/>
                      <a:gd name="connsiteY4" fmla="*/ 1148781 h 1318418"/>
                      <a:gd name="connsiteX5" fmla="*/ 1202707 w 1222910"/>
                      <a:gd name="connsiteY5" fmla="*/ 23767 h 1318418"/>
                      <a:gd name="connsiteX6" fmla="*/ 409511 w 1222910"/>
                      <a:gd name="connsiteY6" fmla="*/ 1309566 h 1318418"/>
                      <a:gd name="connsiteX7" fmla="*/ 412229 w 1222910"/>
                      <a:gd name="connsiteY7" fmla="*/ 1310668 h 1318418"/>
                      <a:gd name="connsiteX8" fmla="*/ 410980 w 1222910"/>
                      <a:gd name="connsiteY8" fmla="*/ 1314010 h 1318418"/>
                      <a:gd name="connsiteX9" fmla="*/ 413882 w 1222910"/>
                      <a:gd name="connsiteY9" fmla="*/ 1315847 h 1318418"/>
                      <a:gd name="connsiteX10" fmla="*/ 1222910 w 1222910"/>
                      <a:gd name="connsiteY10" fmla="*/ 4592 h 1318418"/>
                      <a:gd name="connsiteX11" fmla="*/ 1217547 w 1222910"/>
                      <a:gd name="connsiteY11" fmla="*/ 0 h 1318418"/>
                      <a:gd name="connsiteX12" fmla="*/ 0 w 1222910"/>
                      <a:gd name="connsiteY12" fmla="*/ 1151169 h 1318418"/>
                      <a:gd name="connsiteX13" fmla="*/ 412339 w 1222910"/>
                      <a:gd name="connsiteY13" fmla="*/ 1318418 h 1318418"/>
                      <a:gd name="connsiteX14" fmla="*/ 413882 w 1222910"/>
                      <a:gd name="connsiteY14" fmla="*/ 1315847 h 1318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2910" h="1318418">
                        <a:moveTo>
                          <a:pt x="413882" y="1315847"/>
                        </a:moveTo>
                        <a:lnTo>
                          <a:pt x="410980" y="1314010"/>
                        </a:lnTo>
                        <a:lnTo>
                          <a:pt x="407968" y="1312174"/>
                        </a:lnTo>
                        <a:lnTo>
                          <a:pt x="409511" y="1309566"/>
                        </a:lnTo>
                        <a:lnTo>
                          <a:pt x="12894" y="1148781"/>
                        </a:lnTo>
                        <a:lnTo>
                          <a:pt x="1202707" y="23767"/>
                        </a:lnTo>
                        <a:lnTo>
                          <a:pt x="409511" y="1309566"/>
                        </a:lnTo>
                        <a:lnTo>
                          <a:pt x="412229" y="1310668"/>
                        </a:lnTo>
                        <a:lnTo>
                          <a:pt x="410980" y="1314010"/>
                        </a:lnTo>
                        <a:lnTo>
                          <a:pt x="413882" y="1315847"/>
                        </a:lnTo>
                        <a:lnTo>
                          <a:pt x="1222910" y="4592"/>
                        </a:lnTo>
                        <a:lnTo>
                          <a:pt x="1217547" y="0"/>
                        </a:lnTo>
                        <a:lnTo>
                          <a:pt x="0" y="1151169"/>
                        </a:lnTo>
                        <a:lnTo>
                          <a:pt x="412339" y="1318418"/>
                        </a:lnTo>
                        <a:lnTo>
                          <a:pt x="413882" y="131584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28" name="Freeform: Shape 2727">
                    <a:extLst>
                      <a:ext uri="{FF2B5EF4-FFF2-40B4-BE49-F238E27FC236}">
                        <a16:creationId xmlns:a16="http://schemas.microsoft.com/office/drawing/2014/main" id="{761EBDA2-C208-9EA5-366C-FC10025408A7}"/>
                      </a:ext>
                    </a:extLst>
                  </p:cNvPr>
                  <p:cNvSpPr/>
                  <p:nvPr/>
                </p:nvSpPr>
                <p:spPr>
                  <a:xfrm>
                    <a:off x="6640029" y="3662627"/>
                    <a:ext cx="15465" cy="16787"/>
                  </a:xfrm>
                  <a:custGeom>
                    <a:avLst/>
                    <a:gdLst>
                      <a:gd name="connsiteX0" fmla="*/ 5106 w 15465"/>
                      <a:gd name="connsiteY0" fmla="*/ 16787 h 16787"/>
                      <a:gd name="connsiteX1" fmla="*/ 15465 w 15465"/>
                      <a:gd name="connsiteY1" fmla="*/ 0 h 16787"/>
                      <a:gd name="connsiteX2" fmla="*/ 0 w 15465"/>
                      <a:gd name="connsiteY2" fmla="*/ 11975 h 16787"/>
                      <a:gd name="connsiteX3" fmla="*/ 2204 w 15465"/>
                      <a:gd name="connsiteY3" fmla="*/ 14951 h 16787"/>
                      <a:gd name="connsiteX4" fmla="*/ 5106 w 15465"/>
                      <a:gd name="connsiteY4" fmla="*/ 16787 h 16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65" h="16787">
                        <a:moveTo>
                          <a:pt x="5106" y="16787"/>
                        </a:moveTo>
                        <a:lnTo>
                          <a:pt x="15465" y="0"/>
                        </a:lnTo>
                        <a:lnTo>
                          <a:pt x="0" y="11975"/>
                        </a:lnTo>
                        <a:lnTo>
                          <a:pt x="2204" y="14951"/>
                        </a:lnTo>
                        <a:lnTo>
                          <a:pt x="5106" y="1678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29" name="Freeform: Shape 2728">
                    <a:extLst>
                      <a:ext uri="{FF2B5EF4-FFF2-40B4-BE49-F238E27FC236}">
                        <a16:creationId xmlns:a16="http://schemas.microsoft.com/office/drawing/2014/main" id="{13B963F3-BD07-8844-7350-EE7599CC5380}"/>
                      </a:ext>
                    </a:extLst>
                  </p:cNvPr>
                  <p:cNvSpPr/>
                  <p:nvPr/>
                </p:nvSpPr>
                <p:spPr>
                  <a:xfrm>
                    <a:off x="6235258" y="3507206"/>
                    <a:ext cx="5803" cy="6428"/>
                  </a:xfrm>
                  <a:custGeom>
                    <a:avLst/>
                    <a:gdLst>
                      <a:gd name="connsiteX0" fmla="*/ 5804 w 5803"/>
                      <a:gd name="connsiteY0" fmla="*/ 5326 h 6428"/>
                      <a:gd name="connsiteX1" fmla="*/ 4077 w 5803"/>
                      <a:gd name="connsiteY1" fmla="*/ 0 h 6428"/>
                      <a:gd name="connsiteX2" fmla="*/ 0 w 5803"/>
                      <a:gd name="connsiteY2" fmla="*/ 3857 h 6428"/>
                      <a:gd name="connsiteX3" fmla="*/ 2424 w 5803"/>
                      <a:gd name="connsiteY3" fmla="*/ 6428 h 6428"/>
                      <a:gd name="connsiteX4" fmla="*/ 5804 w 5803"/>
                      <a:gd name="connsiteY4" fmla="*/ 5326 h 6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03" h="6428">
                        <a:moveTo>
                          <a:pt x="5804" y="5326"/>
                        </a:moveTo>
                        <a:lnTo>
                          <a:pt x="4077" y="0"/>
                        </a:lnTo>
                        <a:lnTo>
                          <a:pt x="0" y="3857"/>
                        </a:lnTo>
                        <a:lnTo>
                          <a:pt x="2424" y="6428"/>
                        </a:lnTo>
                        <a:lnTo>
                          <a:pt x="5804" y="532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30" name="Freeform: Shape 2729">
                    <a:extLst>
                      <a:ext uri="{FF2B5EF4-FFF2-40B4-BE49-F238E27FC236}">
                        <a16:creationId xmlns:a16="http://schemas.microsoft.com/office/drawing/2014/main" id="{7027BEE2-3877-9BE2-7A8F-8D9BA2C6549A}"/>
                      </a:ext>
                    </a:extLst>
                  </p:cNvPr>
                  <p:cNvSpPr/>
                  <p:nvPr/>
                </p:nvSpPr>
                <p:spPr>
                  <a:xfrm>
                    <a:off x="11088071" y="3017616"/>
                    <a:ext cx="4077" cy="4224"/>
                  </a:xfrm>
                  <a:custGeom>
                    <a:avLst/>
                    <a:gdLst>
                      <a:gd name="connsiteX0" fmla="*/ 4078 w 4077"/>
                      <a:gd name="connsiteY0" fmla="*/ 735 h 4224"/>
                      <a:gd name="connsiteX1" fmla="*/ 0 w 4077"/>
                      <a:gd name="connsiteY1" fmla="*/ 0 h 4224"/>
                      <a:gd name="connsiteX2" fmla="*/ 0 w 4077"/>
                      <a:gd name="connsiteY2" fmla="*/ 4224 h 4224"/>
                      <a:gd name="connsiteX3" fmla="*/ 3563 w 4077"/>
                      <a:gd name="connsiteY3" fmla="*/ 4224 h 4224"/>
                      <a:gd name="connsiteX4" fmla="*/ 4078 w 4077"/>
                      <a:gd name="connsiteY4" fmla="*/ 735 h 4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 h="4224">
                        <a:moveTo>
                          <a:pt x="4078" y="735"/>
                        </a:moveTo>
                        <a:lnTo>
                          <a:pt x="0" y="0"/>
                        </a:lnTo>
                        <a:lnTo>
                          <a:pt x="0" y="4224"/>
                        </a:lnTo>
                        <a:lnTo>
                          <a:pt x="3563" y="4224"/>
                        </a:lnTo>
                        <a:lnTo>
                          <a:pt x="4078" y="73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31" name="Freeform: Shape 2730">
                    <a:extLst>
                      <a:ext uri="{FF2B5EF4-FFF2-40B4-BE49-F238E27FC236}">
                        <a16:creationId xmlns:a16="http://schemas.microsoft.com/office/drawing/2014/main" id="{7455F9AD-2D4A-07BE-AC6E-ECA99505EBE7}"/>
                      </a:ext>
                    </a:extLst>
                  </p:cNvPr>
                  <p:cNvSpPr/>
                  <p:nvPr/>
                </p:nvSpPr>
                <p:spPr>
                  <a:xfrm>
                    <a:off x="9635390" y="3921712"/>
                    <a:ext cx="6060" cy="5179"/>
                  </a:xfrm>
                  <a:custGeom>
                    <a:avLst/>
                    <a:gdLst>
                      <a:gd name="connsiteX0" fmla="*/ 3012 w 6060"/>
                      <a:gd name="connsiteY0" fmla="*/ 0 h 5179"/>
                      <a:gd name="connsiteX1" fmla="*/ 0 w 6060"/>
                      <a:gd name="connsiteY1" fmla="*/ 1653 h 5179"/>
                      <a:gd name="connsiteX2" fmla="*/ 0 w 6060"/>
                      <a:gd name="connsiteY2" fmla="*/ 5179 h 5179"/>
                      <a:gd name="connsiteX3" fmla="*/ 6061 w 6060"/>
                      <a:gd name="connsiteY3" fmla="*/ 5179 h 5179"/>
                      <a:gd name="connsiteX4" fmla="*/ 3012 w 6060"/>
                      <a:gd name="connsiteY4" fmla="*/ 0 h 5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0" h="5179">
                        <a:moveTo>
                          <a:pt x="3012" y="0"/>
                        </a:moveTo>
                        <a:lnTo>
                          <a:pt x="0" y="1653"/>
                        </a:lnTo>
                        <a:lnTo>
                          <a:pt x="0" y="5179"/>
                        </a:lnTo>
                        <a:lnTo>
                          <a:pt x="6061" y="5179"/>
                        </a:lnTo>
                        <a:lnTo>
                          <a:pt x="3012"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32" name="Freeform: Shape 2731">
                    <a:extLst>
                      <a:ext uri="{FF2B5EF4-FFF2-40B4-BE49-F238E27FC236}">
                        <a16:creationId xmlns:a16="http://schemas.microsoft.com/office/drawing/2014/main" id="{63E009AD-AED3-C94A-5E75-6EF74093277C}"/>
                      </a:ext>
                    </a:extLst>
                  </p:cNvPr>
                  <p:cNvSpPr/>
                  <p:nvPr/>
                </p:nvSpPr>
                <p:spPr>
                  <a:xfrm>
                    <a:off x="8657642" y="3505149"/>
                    <a:ext cx="820048" cy="1495475"/>
                  </a:xfrm>
                  <a:custGeom>
                    <a:avLst/>
                    <a:gdLst>
                      <a:gd name="connsiteX0" fmla="*/ 576723 w 820048"/>
                      <a:gd name="connsiteY0" fmla="*/ 1484603 h 1495475"/>
                      <a:gd name="connsiteX1" fmla="*/ 573306 w 820048"/>
                      <a:gd name="connsiteY1" fmla="*/ 1483685 h 1495475"/>
                      <a:gd name="connsiteX2" fmla="*/ 569890 w 820048"/>
                      <a:gd name="connsiteY2" fmla="*/ 1482766 h 1495475"/>
                      <a:gd name="connsiteX3" fmla="*/ 572572 w 820048"/>
                      <a:gd name="connsiteY3" fmla="*/ 1471856 h 1495475"/>
                      <a:gd name="connsiteX4" fmla="*/ 14032 w 820048"/>
                      <a:gd name="connsiteY4" fmla="*/ 16787 h 1495475"/>
                      <a:gd name="connsiteX5" fmla="*/ 811967 w 820048"/>
                      <a:gd name="connsiteY5" fmla="*/ 501749 h 1495475"/>
                      <a:gd name="connsiteX6" fmla="*/ 572572 w 820048"/>
                      <a:gd name="connsiteY6" fmla="*/ 1471856 h 1495475"/>
                      <a:gd name="connsiteX7" fmla="*/ 576650 w 820048"/>
                      <a:gd name="connsiteY7" fmla="*/ 1482399 h 1495475"/>
                      <a:gd name="connsiteX8" fmla="*/ 573306 w 820048"/>
                      <a:gd name="connsiteY8" fmla="*/ 1483685 h 1495475"/>
                      <a:gd name="connsiteX9" fmla="*/ 576723 w 820048"/>
                      <a:gd name="connsiteY9" fmla="*/ 1484603 h 1495475"/>
                      <a:gd name="connsiteX10" fmla="*/ 820049 w 820048"/>
                      <a:gd name="connsiteY10" fmla="*/ 498443 h 1495475"/>
                      <a:gd name="connsiteX11" fmla="*/ 0 w 820048"/>
                      <a:gd name="connsiteY11" fmla="*/ 0 h 1495475"/>
                      <a:gd name="connsiteX12" fmla="*/ 574114 w 820048"/>
                      <a:gd name="connsiteY12" fmla="*/ 1495476 h 1495475"/>
                      <a:gd name="connsiteX13" fmla="*/ 576723 w 820048"/>
                      <a:gd name="connsiteY13" fmla="*/ 1484603 h 1495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20048" h="1495475">
                        <a:moveTo>
                          <a:pt x="576723" y="1484603"/>
                        </a:moveTo>
                        <a:lnTo>
                          <a:pt x="573306" y="1483685"/>
                        </a:lnTo>
                        <a:lnTo>
                          <a:pt x="569890" y="1482766"/>
                        </a:lnTo>
                        <a:lnTo>
                          <a:pt x="572572" y="1471856"/>
                        </a:lnTo>
                        <a:lnTo>
                          <a:pt x="14032" y="16787"/>
                        </a:lnTo>
                        <a:lnTo>
                          <a:pt x="811967" y="501749"/>
                        </a:lnTo>
                        <a:lnTo>
                          <a:pt x="572572" y="1471856"/>
                        </a:lnTo>
                        <a:lnTo>
                          <a:pt x="576650" y="1482399"/>
                        </a:lnTo>
                        <a:lnTo>
                          <a:pt x="573306" y="1483685"/>
                        </a:lnTo>
                        <a:lnTo>
                          <a:pt x="576723" y="1484603"/>
                        </a:lnTo>
                        <a:lnTo>
                          <a:pt x="820049" y="498443"/>
                        </a:lnTo>
                        <a:lnTo>
                          <a:pt x="0" y="0"/>
                        </a:lnTo>
                        <a:lnTo>
                          <a:pt x="574114" y="1495476"/>
                        </a:lnTo>
                        <a:lnTo>
                          <a:pt x="576723" y="148460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33" name="Freeform: Shape 2732">
                    <a:extLst>
                      <a:ext uri="{FF2B5EF4-FFF2-40B4-BE49-F238E27FC236}">
                        <a16:creationId xmlns:a16="http://schemas.microsoft.com/office/drawing/2014/main" id="{7BA78B49-AC47-008F-5FA8-F4E7CBE0FAD4}"/>
                      </a:ext>
                    </a:extLst>
                  </p:cNvPr>
                  <p:cNvSpPr/>
                  <p:nvPr/>
                </p:nvSpPr>
                <p:spPr>
                  <a:xfrm>
                    <a:off x="9227532" y="4977005"/>
                    <a:ext cx="6759" cy="11828"/>
                  </a:xfrm>
                  <a:custGeom>
                    <a:avLst/>
                    <a:gdLst>
                      <a:gd name="connsiteX0" fmla="*/ 6759 w 6759"/>
                      <a:gd name="connsiteY0" fmla="*/ 10543 h 11828"/>
                      <a:gd name="connsiteX1" fmla="*/ 2682 w 6759"/>
                      <a:gd name="connsiteY1" fmla="*/ 0 h 11828"/>
                      <a:gd name="connsiteX2" fmla="*/ 0 w 6759"/>
                      <a:gd name="connsiteY2" fmla="*/ 10910 h 11828"/>
                      <a:gd name="connsiteX3" fmla="*/ 3416 w 6759"/>
                      <a:gd name="connsiteY3" fmla="*/ 11828 h 11828"/>
                      <a:gd name="connsiteX4" fmla="*/ 6759 w 6759"/>
                      <a:gd name="connsiteY4" fmla="*/ 10543 h 11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9" h="11828">
                        <a:moveTo>
                          <a:pt x="6759" y="10543"/>
                        </a:moveTo>
                        <a:lnTo>
                          <a:pt x="2682" y="0"/>
                        </a:lnTo>
                        <a:lnTo>
                          <a:pt x="0" y="10910"/>
                        </a:lnTo>
                        <a:lnTo>
                          <a:pt x="3416" y="11828"/>
                        </a:lnTo>
                        <a:lnTo>
                          <a:pt x="6759" y="1054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34" name="Freeform: Shape 2733">
                    <a:extLst>
                      <a:ext uri="{FF2B5EF4-FFF2-40B4-BE49-F238E27FC236}">
                        <a16:creationId xmlns:a16="http://schemas.microsoft.com/office/drawing/2014/main" id="{5D92EE3E-6464-4987-EFDE-A2668F0E9BBC}"/>
                      </a:ext>
                    </a:extLst>
                  </p:cNvPr>
                  <p:cNvSpPr/>
                  <p:nvPr/>
                </p:nvSpPr>
                <p:spPr>
                  <a:xfrm>
                    <a:off x="9229001" y="4980679"/>
                    <a:ext cx="7567" cy="9073"/>
                  </a:xfrm>
                  <a:custGeom>
                    <a:avLst/>
                    <a:gdLst>
                      <a:gd name="connsiteX0" fmla="*/ 5364 w 7567"/>
                      <a:gd name="connsiteY0" fmla="*/ 9073 h 9073"/>
                      <a:gd name="connsiteX1" fmla="*/ 7567 w 7567"/>
                      <a:gd name="connsiteY1" fmla="*/ 0 h 9073"/>
                      <a:gd name="connsiteX2" fmla="*/ 0 w 7567"/>
                      <a:gd name="connsiteY2" fmla="*/ 5216 h 9073"/>
                      <a:gd name="connsiteX3" fmla="*/ 1947 w 7567"/>
                      <a:gd name="connsiteY3" fmla="*/ 8155 h 9073"/>
                      <a:gd name="connsiteX4" fmla="*/ 5364 w 7567"/>
                      <a:gd name="connsiteY4" fmla="*/ 9073 h 9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7" h="9073">
                        <a:moveTo>
                          <a:pt x="5364" y="9073"/>
                        </a:moveTo>
                        <a:lnTo>
                          <a:pt x="7567" y="0"/>
                        </a:lnTo>
                        <a:lnTo>
                          <a:pt x="0" y="5216"/>
                        </a:lnTo>
                        <a:lnTo>
                          <a:pt x="1947" y="8155"/>
                        </a:lnTo>
                        <a:lnTo>
                          <a:pt x="5364" y="9073"/>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35" name="Freeform: Shape 2734">
                    <a:extLst>
                      <a:ext uri="{FF2B5EF4-FFF2-40B4-BE49-F238E27FC236}">
                        <a16:creationId xmlns:a16="http://schemas.microsoft.com/office/drawing/2014/main" id="{CB129B1F-2501-DE8E-83E3-4B6DBD5449D0}"/>
                      </a:ext>
                    </a:extLst>
                  </p:cNvPr>
                  <p:cNvSpPr/>
                  <p:nvPr/>
                </p:nvSpPr>
                <p:spPr>
                  <a:xfrm>
                    <a:off x="9473687" y="4002857"/>
                    <a:ext cx="5951" cy="5693"/>
                  </a:xfrm>
                  <a:custGeom>
                    <a:avLst/>
                    <a:gdLst>
                      <a:gd name="connsiteX0" fmla="*/ 5951 w 5951"/>
                      <a:gd name="connsiteY0" fmla="*/ 3490 h 5693"/>
                      <a:gd name="connsiteX1" fmla="*/ 2461 w 5951"/>
                      <a:gd name="connsiteY1" fmla="*/ 0 h 5693"/>
                      <a:gd name="connsiteX2" fmla="*/ 0 w 5951"/>
                      <a:gd name="connsiteY2" fmla="*/ 2388 h 5693"/>
                      <a:gd name="connsiteX3" fmla="*/ 1579 w 5951"/>
                      <a:gd name="connsiteY3" fmla="*/ 5694 h 5693"/>
                      <a:gd name="connsiteX4" fmla="*/ 5951 w 5951"/>
                      <a:gd name="connsiteY4" fmla="*/ 3490 h 5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1" h="5693">
                        <a:moveTo>
                          <a:pt x="5951" y="3490"/>
                        </a:moveTo>
                        <a:lnTo>
                          <a:pt x="2461" y="0"/>
                        </a:lnTo>
                        <a:lnTo>
                          <a:pt x="0" y="2388"/>
                        </a:lnTo>
                        <a:lnTo>
                          <a:pt x="1579" y="5694"/>
                        </a:lnTo>
                        <a:lnTo>
                          <a:pt x="5951" y="349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36" name="Freeform: Shape 2735">
                    <a:extLst>
                      <a:ext uri="{FF2B5EF4-FFF2-40B4-BE49-F238E27FC236}">
                        <a16:creationId xmlns:a16="http://schemas.microsoft.com/office/drawing/2014/main" id="{9FB78B0A-CC3E-4ACB-3447-8F7ECBF2B940}"/>
                      </a:ext>
                    </a:extLst>
                  </p:cNvPr>
                  <p:cNvSpPr/>
                  <p:nvPr/>
                </p:nvSpPr>
                <p:spPr>
                  <a:xfrm>
                    <a:off x="6640948" y="3664684"/>
                    <a:ext cx="23730" cy="15648"/>
                  </a:xfrm>
                  <a:custGeom>
                    <a:avLst/>
                    <a:gdLst>
                      <a:gd name="connsiteX0" fmla="*/ 3380 w 23730"/>
                      <a:gd name="connsiteY0" fmla="*/ 15649 h 15648"/>
                      <a:gd name="connsiteX1" fmla="*/ 23730 w 23730"/>
                      <a:gd name="connsiteY1" fmla="*/ 0 h 15648"/>
                      <a:gd name="connsiteX2" fmla="*/ 0 w 23730"/>
                      <a:gd name="connsiteY2" fmla="*/ 9551 h 15648"/>
                      <a:gd name="connsiteX3" fmla="*/ 1286 w 23730"/>
                      <a:gd name="connsiteY3" fmla="*/ 12894 h 15648"/>
                      <a:gd name="connsiteX4" fmla="*/ 3380 w 23730"/>
                      <a:gd name="connsiteY4" fmla="*/ 15649 h 156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30" h="15648">
                        <a:moveTo>
                          <a:pt x="3380" y="15649"/>
                        </a:moveTo>
                        <a:lnTo>
                          <a:pt x="23730" y="0"/>
                        </a:lnTo>
                        <a:lnTo>
                          <a:pt x="0" y="9551"/>
                        </a:lnTo>
                        <a:lnTo>
                          <a:pt x="1286" y="12894"/>
                        </a:lnTo>
                        <a:lnTo>
                          <a:pt x="3380" y="1564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37" name="Freeform: Shape 2736">
                    <a:extLst>
                      <a:ext uri="{FF2B5EF4-FFF2-40B4-BE49-F238E27FC236}">
                        <a16:creationId xmlns:a16="http://schemas.microsoft.com/office/drawing/2014/main" id="{1493A124-F5CA-4F95-FA55-AC82595B510F}"/>
                      </a:ext>
                    </a:extLst>
                  </p:cNvPr>
                  <p:cNvSpPr/>
                  <p:nvPr/>
                </p:nvSpPr>
                <p:spPr>
                  <a:xfrm>
                    <a:off x="8258932" y="3017432"/>
                    <a:ext cx="4297" cy="4407"/>
                  </a:xfrm>
                  <a:custGeom>
                    <a:avLst/>
                    <a:gdLst>
                      <a:gd name="connsiteX0" fmla="*/ 4298 w 4297"/>
                      <a:gd name="connsiteY0" fmla="*/ 2571 h 4407"/>
                      <a:gd name="connsiteX1" fmla="*/ 2829 w 4297"/>
                      <a:gd name="connsiteY1" fmla="*/ 0 h 4407"/>
                      <a:gd name="connsiteX2" fmla="*/ 0 w 4297"/>
                      <a:gd name="connsiteY2" fmla="*/ 1102 h 4407"/>
                      <a:gd name="connsiteX3" fmla="*/ 1212 w 4297"/>
                      <a:gd name="connsiteY3" fmla="*/ 4408 h 4407"/>
                      <a:gd name="connsiteX4" fmla="*/ 4298 w 4297"/>
                      <a:gd name="connsiteY4" fmla="*/ 2571 h 4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97" h="4407">
                        <a:moveTo>
                          <a:pt x="4298" y="2571"/>
                        </a:moveTo>
                        <a:lnTo>
                          <a:pt x="2829" y="0"/>
                        </a:lnTo>
                        <a:lnTo>
                          <a:pt x="0" y="1102"/>
                        </a:lnTo>
                        <a:lnTo>
                          <a:pt x="1212" y="4408"/>
                        </a:lnTo>
                        <a:lnTo>
                          <a:pt x="4298" y="257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38" name="Freeform: Shape 2737">
                    <a:extLst>
                      <a:ext uri="{FF2B5EF4-FFF2-40B4-BE49-F238E27FC236}">
                        <a16:creationId xmlns:a16="http://schemas.microsoft.com/office/drawing/2014/main" id="{1EEB79C2-E3CC-A622-5823-49F811703D8E}"/>
                      </a:ext>
                    </a:extLst>
                  </p:cNvPr>
                  <p:cNvSpPr/>
                  <p:nvPr/>
                </p:nvSpPr>
                <p:spPr>
                  <a:xfrm>
                    <a:off x="8257388" y="3018902"/>
                    <a:ext cx="410429" cy="496937"/>
                  </a:xfrm>
                  <a:custGeom>
                    <a:avLst/>
                    <a:gdLst>
                      <a:gd name="connsiteX0" fmla="*/ 410429 w 410429"/>
                      <a:gd name="connsiteY0" fmla="*/ 493080 h 496937"/>
                      <a:gd name="connsiteX1" fmla="*/ 248101 w 410429"/>
                      <a:gd name="connsiteY1" fmla="*/ 164274 h 496937"/>
                      <a:gd name="connsiteX2" fmla="*/ 4739 w 410429"/>
                      <a:gd name="connsiteY2" fmla="*/ 0 h 496937"/>
                      <a:gd name="connsiteX3" fmla="*/ 0 w 410429"/>
                      <a:gd name="connsiteY3" fmla="*/ 5143 h 496937"/>
                      <a:gd name="connsiteX4" fmla="*/ 2755 w 410429"/>
                      <a:gd name="connsiteY4" fmla="*/ 2939 h 496937"/>
                      <a:gd name="connsiteX5" fmla="*/ 5473 w 410429"/>
                      <a:gd name="connsiteY5" fmla="*/ 551 h 496937"/>
                      <a:gd name="connsiteX6" fmla="*/ 21306 w 410429"/>
                      <a:gd name="connsiteY6" fmla="*/ 19726 h 496937"/>
                      <a:gd name="connsiteX7" fmla="*/ 242665 w 410429"/>
                      <a:gd name="connsiteY7" fmla="*/ 169270 h 496937"/>
                      <a:gd name="connsiteX8" fmla="*/ 390482 w 410429"/>
                      <a:gd name="connsiteY8" fmla="*/ 468725 h 496937"/>
                      <a:gd name="connsiteX9" fmla="*/ 21306 w 410429"/>
                      <a:gd name="connsiteY9" fmla="*/ 19726 h 496937"/>
                      <a:gd name="connsiteX10" fmla="*/ 772 w 410429"/>
                      <a:gd name="connsiteY10" fmla="*/ 5914 h 496937"/>
                      <a:gd name="connsiteX11" fmla="*/ 2755 w 410429"/>
                      <a:gd name="connsiteY11" fmla="*/ 2939 h 496937"/>
                      <a:gd name="connsiteX12" fmla="*/ 0 w 410429"/>
                      <a:gd name="connsiteY12" fmla="*/ 5143 h 496937"/>
                      <a:gd name="connsiteX13" fmla="*/ 404515 w 410429"/>
                      <a:gd name="connsiteY13" fmla="*/ 496937 h 496937"/>
                      <a:gd name="connsiteX14" fmla="*/ 410429 w 410429"/>
                      <a:gd name="connsiteY14" fmla="*/ 493080 h 49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0429" h="496937">
                        <a:moveTo>
                          <a:pt x="410429" y="493080"/>
                        </a:moveTo>
                        <a:lnTo>
                          <a:pt x="248101" y="164274"/>
                        </a:lnTo>
                        <a:lnTo>
                          <a:pt x="4739" y="0"/>
                        </a:lnTo>
                        <a:lnTo>
                          <a:pt x="0" y="5143"/>
                        </a:lnTo>
                        <a:lnTo>
                          <a:pt x="2755" y="2939"/>
                        </a:lnTo>
                        <a:lnTo>
                          <a:pt x="5473" y="551"/>
                        </a:lnTo>
                        <a:lnTo>
                          <a:pt x="21306" y="19726"/>
                        </a:lnTo>
                        <a:lnTo>
                          <a:pt x="242665" y="169270"/>
                        </a:lnTo>
                        <a:lnTo>
                          <a:pt x="390482" y="468725"/>
                        </a:lnTo>
                        <a:lnTo>
                          <a:pt x="21306" y="19726"/>
                        </a:lnTo>
                        <a:lnTo>
                          <a:pt x="772" y="5914"/>
                        </a:lnTo>
                        <a:lnTo>
                          <a:pt x="2755" y="2939"/>
                        </a:lnTo>
                        <a:lnTo>
                          <a:pt x="0" y="5143"/>
                        </a:lnTo>
                        <a:lnTo>
                          <a:pt x="404515" y="496937"/>
                        </a:lnTo>
                        <a:lnTo>
                          <a:pt x="410429" y="49308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39" name="Freeform: Shape 2738">
                    <a:extLst>
                      <a:ext uri="{FF2B5EF4-FFF2-40B4-BE49-F238E27FC236}">
                        <a16:creationId xmlns:a16="http://schemas.microsoft.com/office/drawing/2014/main" id="{1505CF64-A1CC-86C9-11B7-DCF48F86FD88}"/>
                      </a:ext>
                    </a:extLst>
                  </p:cNvPr>
                  <p:cNvSpPr/>
                  <p:nvPr/>
                </p:nvSpPr>
                <p:spPr>
                  <a:xfrm>
                    <a:off x="8258161" y="3019453"/>
                    <a:ext cx="20533" cy="19175"/>
                  </a:xfrm>
                  <a:custGeom>
                    <a:avLst/>
                    <a:gdLst>
                      <a:gd name="connsiteX0" fmla="*/ 4701 w 20533"/>
                      <a:gd name="connsiteY0" fmla="*/ 0 h 19175"/>
                      <a:gd name="connsiteX1" fmla="*/ 1983 w 20533"/>
                      <a:gd name="connsiteY1" fmla="*/ 2388 h 19175"/>
                      <a:gd name="connsiteX2" fmla="*/ 0 w 20533"/>
                      <a:gd name="connsiteY2" fmla="*/ 5363 h 19175"/>
                      <a:gd name="connsiteX3" fmla="*/ 20534 w 20533"/>
                      <a:gd name="connsiteY3" fmla="*/ 19175 h 19175"/>
                      <a:gd name="connsiteX4" fmla="*/ 4701 w 20533"/>
                      <a:gd name="connsiteY4" fmla="*/ 0 h 19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33" h="19175">
                        <a:moveTo>
                          <a:pt x="4701" y="0"/>
                        </a:moveTo>
                        <a:lnTo>
                          <a:pt x="1983" y="2388"/>
                        </a:lnTo>
                        <a:lnTo>
                          <a:pt x="0" y="5363"/>
                        </a:lnTo>
                        <a:lnTo>
                          <a:pt x="20534" y="19175"/>
                        </a:lnTo>
                        <a:lnTo>
                          <a:pt x="4701"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40" name="Freeform: Shape 2739">
                    <a:extLst>
                      <a:ext uri="{FF2B5EF4-FFF2-40B4-BE49-F238E27FC236}">
                        <a16:creationId xmlns:a16="http://schemas.microsoft.com/office/drawing/2014/main" id="{6D281DFE-8B1D-D1A3-0E54-B417BD2F0871}"/>
                      </a:ext>
                    </a:extLst>
                  </p:cNvPr>
                  <p:cNvSpPr/>
                  <p:nvPr/>
                </p:nvSpPr>
                <p:spPr>
                  <a:xfrm>
                    <a:off x="8252393" y="2690647"/>
                    <a:ext cx="899761" cy="499361"/>
                  </a:xfrm>
                  <a:custGeom>
                    <a:avLst/>
                    <a:gdLst>
                      <a:gd name="connsiteX0" fmla="*/ 252509 w 899761"/>
                      <a:gd name="connsiteY0" fmla="*/ 497892 h 499361"/>
                      <a:gd name="connsiteX1" fmla="*/ 250342 w 899761"/>
                      <a:gd name="connsiteY1" fmla="*/ 495137 h 499361"/>
                      <a:gd name="connsiteX2" fmla="*/ 248358 w 899761"/>
                      <a:gd name="connsiteY2" fmla="*/ 492161 h 499361"/>
                      <a:gd name="connsiteX3" fmla="*/ 250342 w 899761"/>
                      <a:gd name="connsiteY3" fmla="*/ 490692 h 499361"/>
                      <a:gd name="connsiteX4" fmla="*/ 15465 w 899761"/>
                      <a:gd name="connsiteY4" fmla="*/ 332112 h 499361"/>
                      <a:gd name="connsiteX5" fmla="*/ 876472 w 899761"/>
                      <a:gd name="connsiteY5" fmla="*/ 14951 h 499361"/>
                      <a:gd name="connsiteX6" fmla="*/ 250342 w 899761"/>
                      <a:gd name="connsiteY6" fmla="*/ 490692 h 499361"/>
                      <a:gd name="connsiteX7" fmla="*/ 252362 w 899761"/>
                      <a:gd name="connsiteY7" fmla="*/ 491978 h 499361"/>
                      <a:gd name="connsiteX8" fmla="*/ 250342 w 899761"/>
                      <a:gd name="connsiteY8" fmla="*/ 495137 h 499361"/>
                      <a:gd name="connsiteX9" fmla="*/ 252509 w 899761"/>
                      <a:gd name="connsiteY9" fmla="*/ 497892 h 499361"/>
                      <a:gd name="connsiteX10" fmla="*/ 899761 w 899761"/>
                      <a:gd name="connsiteY10" fmla="*/ 6318 h 499361"/>
                      <a:gd name="connsiteX11" fmla="*/ 896492 w 899761"/>
                      <a:gd name="connsiteY11" fmla="*/ 0 h 499361"/>
                      <a:gd name="connsiteX12" fmla="*/ 0 w 899761"/>
                      <a:gd name="connsiteY12" fmla="*/ 330275 h 499361"/>
                      <a:gd name="connsiteX13" fmla="*/ 250562 w 899761"/>
                      <a:gd name="connsiteY13" fmla="*/ 499361 h 499361"/>
                      <a:gd name="connsiteX14" fmla="*/ 252509 w 899761"/>
                      <a:gd name="connsiteY14" fmla="*/ 497892 h 499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99761" h="499361">
                        <a:moveTo>
                          <a:pt x="252509" y="497892"/>
                        </a:moveTo>
                        <a:lnTo>
                          <a:pt x="250342" y="495137"/>
                        </a:lnTo>
                        <a:lnTo>
                          <a:pt x="248358" y="492161"/>
                        </a:lnTo>
                        <a:lnTo>
                          <a:pt x="250342" y="490692"/>
                        </a:lnTo>
                        <a:lnTo>
                          <a:pt x="15465" y="332112"/>
                        </a:lnTo>
                        <a:lnTo>
                          <a:pt x="876472" y="14951"/>
                        </a:lnTo>
                        <a:lnTo>
                          <a:pt x="250342" y="490692"/>
                        </a:lnTo>
                        <a:lnTo>
                          <a:pt x="252362" y="491978"/>
                        </a:lnTo>
                        <a:lnTo>
                          <a:pt x="250342" y="495137"/>
                        </a:lnTo>
                        <a:lnTo>
                          <a:pt x="252509" y="497892"/>
                        </a:lnTo>
                        <a:lnTo>
                          <a:pt x="899761" y="6318"/>
                        </a:lnTo>
                        <a:lnTo>
                          <a:pt x="896492" y="0"/>
                        </a:lnTo>
                        <a:lnTo>
                          <a:pt x="0" y="330275"/>
                        </a:lnTo>
                        <a:lnTo>
                          <a:pt x="250562" y="499361"/>
                        </a:lnTo>
                        <a:lnTo>
                          <a:pt x="252509" y="49789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41" name="Freeform: Shape 2740">
                    <a:extLst>
                      <a:ext uri="{FF2B5EF4-FFF2-40B4-BE49-F238E27FC236}">
                        <a16:creationId xmlns:a16="http://schemas.microsoft.com/office/drawing/2014/main" id="{8D01FC9D-C15D-9F1A-F3D9-DACD200E9374}"/>
                      </a:ext>
                    </a:extLst>
                  </p:cNvPr>
                  <p:cNvSpPr/>
                  <p:nvPr/>
                </p:nvSpPr>
                <p:spPr>
                  <a:xfrm>
                    <a:off x="8500751" y="3181339"/>
                    <a:ext cx="4004" cy="4444"/>
                  </a:xfrm>
                  <a:custGeom>
                    <a:avLst/>
                    <a:gdLst>
                      <a:gd name="connsiteX0" fmla="*/ 4004 w 4004"/>
                      <a:gd name="connsiteY0" fmla="*/ 1286 h 4444"/>
                      <a:gd name="connsiteX1" fmla="*/ 1984 w 4004"/>
                      <a:gd name="connsiteY1" fmla="*/ 0 h 4444"/>
                      <a:gd name="connsiteX2" fmla="*/ 0 w 4004"/>
                      <a:gd name="connsiteY2" fmla="*/ 1469 h 4444"/>
                      <a:gd name="connsiteX3" fmla="*/ 1984 w 4004"/>
                      <a:gd name="connsiteY3" fmla="*/ 4445 h 4444"/>
                      <a:gd name="connsiteX4" fmla="*/ 4004 w 4004"/>
                      <a:gd name="connsiteY4" fmla="*/ 1286 h 4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4" h="4444">
                        <a:moveTo>
                          <a:pt x="4004" y="1286"/>
                        </a:moveTo>
                        <a:lnTo>
                          <a:pt x="1984" y="0"/>
                        </a:lnTo>
                        <a:lnTo>
                          <a:pt x="0" y="1469"/>
                        </a:lnTo>
                        <a:lnTo>
                          <a:pt x="1984" y="4445"/>
                        </a:lnTo>
                        <a:lnTo>
                          <a:pt x="4004" y="128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42" name="Freeform: Shape 2741">
                    <a:extLst>
                      <a:ext uri="{FF2B5EF4-FFF2-40B4-BE49-F238E27FC236}">
                        <a16:creationId xmlns:a16="http://schemas.microsoft.com/office/drawing/2014/main" id="{69DC795D-5B81-3DCD-28A9-4BCB7C7D730E}"/>
                      </a:ext>
                    </a:extLst>
                  </p:cNvPr>
                  <p:cNvSpPr/>
                  <p:nvPr/>
                </p:nvSpPr>
                <p:spPr>
                  <a:xfrm>
                    <a:off x="11252933" y="3345834"/>
                    <a:ext cx="3563" cy="3857"/>
                  </a:xfrm>
                  <a:custGeom>
                    <a:avLst/>
                    <a:gdLst>
                      <a:gd name="connsiteX0" fmla="*/ 3563 w 3563"/>
                      <a:gd name="connsiteY0" fmla="*/ 2204 h 3857"/>
                      <a:gd name="connsiteX1" fmla="*/ 2498 w 3563"/>
                      <a:gd name="connsiteY1" fmla="*/ 0 h 3857"/>
                      <a:gd name="connsiteX2" fmla="*/ 0 w 3563"/>
                      <a:gd name="connsiteY2" fmla="*/ 367 h 3857"/>
                      <a:gd name="connsiteX3" fmla="*/ 514 w 3563"/>
                      <a:gd name="connsiteY3" fmla="*/ 3857 h 3857"/>
                      <a:gd name="connsiteX4" fmla="*/ 3563 w 3563"/>
                      <a:gd name="connsiteY4" fmla="*/ 2204 h 3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63" h="3857">
                        <a:moveTo>
                          <a:pt x="3563" y="2204"/>
                        </a:moveTo>
                        <a:lnTo>
                          <a:pt x="2498" y="0"/>
                        </a:lnTo>
                        <a:lnTo>
                          <a:pt x="0" y="367"/>
                        </a:lnTo>
                        <a:lnTo>
                          <a:pt x="514" y="3857"/>
                        </a:lnTo>
                        <a:lnTo>
                          <a:pt x="3563" y="220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43" name="Freeform: Shape 2742">
                    <a:extLst>
                      <a:ext uri="{FF2B5EF4-FFF2-40B4-BE49-F238E27FC236}">
                        <a16:creationId xmlns:a16="http://schemas.microsoft.com/office/drawing/2014/main" id="{9DB173FA-A2F0-B89D-13E7-FCECDE194417}"/>
                      </a:ext>
                    </a:extLst>
                  </p:cNvPr>
                  <p:cNvSpPr/>
                  <p:nvPr/>
                </p:nvSpPr>
                <p:spPr>
                  <a:xfrm>
                    <a:off x="11085610" y="3017616"/>
                    <a:ext cx="1106463" cy="335968"/>
                  </a:xfrm>
                  <a:custGeom>
                    <a:avLst/>
                    <a:gdLst>
                      <a:gd name="connsiteX0" fmla="*/ 165743 w 1106463"/>
                      <a:gd name="connsiteY0" fmla="*/ 335969 h 335968"/>
                      <a:gd name="connsiteX1" fmla="*/ 168205 w 1106463"/>
                      <a:gd name="connsiteY1" fmla="*/ 335601 h 335968"/>
                      <a:gd name="connsiteX2" fmla="*/ 167837 w 1106463"/>
                      <a:gd name="connsiteY2" fmla="*/ 332075 h 335968"/>
                      <a:gd name="connsiteX3" fmla="*/ 167323 w 1106463"/>
                      <a:gd name="connsiteY3" fmla="*/ 328585 h 335968"/>
                      <a:gd name="connsiteX4" fmla="*/ 169821 w 1106463"/>
                      <a:gd name="connsiteY4" fmla="*/ 328218 h 335968"/>
                      <a:gd name="connsiteX5" fmla="*/ 12012 w 1106463"/>
                      <a:gd name="connsiteY5" fmla="*/ 8302 h 335968"/>
                      <a:gd name="connsiteX6" fmla="*/ 1106463 w 1106463"/>
                      <a:gd name="connsiteY6" fmla="*/ 119312 h 335968"/>
                      <a:gd name="connsiteX7" fmla="*/ 1106463 w 1106463"/>
                      <a:gd name="connsiteY7" fmla="*/ 112112 h 335968"/>
                      <a:gd name="connsiteX8" fmla="*/ 0 w 1106463"/>
                      <a:gd name="connsiteY8" fmla="*/ 0 h 335968"/>
                      <a:gd name="connsiteX9" fmla="*/ 165743 w 1106463"/>
                      <a:gd name="connsiteY9" fmla="*/ 335969 h 335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6463" h="335968">
                        <a:moveTo>
                          <a:pt x="165743" y="335969"/>
                        </a:moveTo>
                        <a:lnTo>
                          <a:pt x="168205" y="335601"/>
                        </a:lnTo>
                        <a:lnTo>
                          <a:pt x="167837" y="332075"/>
                        </a:lnTo>
                        <a:lnTo>
                          <a:pt x="167323" y="328585"/>
                        </a:lnTo>
                        <a:lnTo>
                          <a:pt x="169821" y="328218"/>
                        </a:lnTo>
                        <a:lnTo>
                          <a:pt x="12012" y="8302"/>
                        </a:lnTo>
                        <a:lnTo>
                          <a:pt x="1106463" y="119312"/>
                        </a:lnTo>
                        <a:lnTo>
                          <a:pt x="1106463" y="112112"/>
                        </a:lnTo>
                        <a:lnTo>
                          <a:pt x="0" y="0"/>
                        </a:lnTo>
                        <a:lnTo>
                          <a:pt x="165743" y="33596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44" name="Freeform: Shape 2743">
                    <a:extLst>
                      <a:ext uri="{FF2B5EF4-FFF2-40B4-BE49-F238E27FC236}">
                        <a16:creationId xmlns:a16="http://schemas.microsoft.com/office/drawing/2014/main" id="{35390C58-7400-A227-E322-201CF366679B}"/>
                      </a:ext>
                    </a:extLst>
                  </p:cNvPr>
                  <p:cNvSpPr/>
                  <p:nvPr/>
                </p:nvSpPr>
                <p:spPr>
                  <a:xfrm>
                    <a:off x="11253447" y="3240371"/>
                    <a:ext cx="938626" cy="112846"/>
                  </a:xfrm>
                  <a:custGeom>
                    <a:avLst/>
                    <a:gdLst>
                      <a:gd name="connsiteX0" fmla="*/ 3049 w 938626"/>
                      <a:gd name="connsiteY0" fmla="*/ 107667 h 112846"/>
                      <a:gd name="connsiteX1" fmla="*/ 0 w 938626"/>
                      <a:gd name="connsiteY1" fmla="*/ 109320 h 112846"/>
                      <a:gd name="connsiteX2" fmla="*/ 368 w 938626"/>
                      <a:gd name="connsiteY2" fmla="*/ 112847 h 112846"/>
                      <a:gd name="connsiteX3" fmla="*/ 938626 w 938626"/>
                      <a:gd name="connsiteY3" fmla="*/ 7200 h 112846"/>
                      <a:gd name="connsiteX4" fmla="*/ 938626 w 938626"/>
                      <a:gd name="connsiteY4" fmla="*/ 0 h 112846"/>
                      <a:gd name="connsiteX5" fmla="*/ 1984 w 938626"/>
                      <a:gd name="connsiteY5" fmla="*/ 105463 h 112846"/>
                      <a:gd name="connsiteX6" fmla="*/ 3049 w 938626"/>
                      <a:gd name="connsiteY6" fmla="*/ 107667 h 112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8626" h="112846">
                        <a:moveTo>
                          <a:pt x="3049" y="107667"/>
                        </a:moveTo>
                        <a:lnTo>
                          <a:pt x="0" y="109320"/>
                        </a:lnTo>
                        <a:lnTo>
                          <a:pt x="368" y="112847"/>
                        </a:lnTo>
                        <a:lnTo>
                          <a:pt x="938626" y="7200"/>
                        </a:lnTo>
                        <a:lnTo>
                          <a:pt x="938626" y="0"/>
                        </a:lnTo>
                        <a:lnTo>
                          <a:pt x="1984" y="105463"/>
                        </a:lnTo>
                        <a:lnTo>
                          <a:pt x="3049" y="10766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45" name="Freeform: Shape 2744">
                    <a:extLst>
                      <a:ext uri="{FF2B5EF4-FFF2-40B4-BE49-F238E27FC236}">
                        <a16:creationId xmlns:a16="http://schemas.microsoft.com/office/drawing/2014/main" id="{94F70A79-DC6B-97C6-0F5D-C31C57DB6EA4}"/>
                      </a:ext>
                    </a:extLst>
                  </p:cNvPr>
                  <p:cNvSpPr/>
                  <p:nvPr/>
                </p:nvSpPr>
                <p:spPr>
                  <a:xfrm>
                    <a:off x="11091267" y="2967621"/>
                    <a:ext cx="1100806" cy="169306"/>
                  </a:xfrm>
                  <a:custGeom>
                    <a:avLst/>
                    <a:gdLst>
                      <a:gd name="connsiteX0" fmla="*/ 0 w 1100806"/>
                      <a:gd name="connsiteY0" fmla="*/ 57746 h 169306"/>
                      <a:gd name="connsiteX1" fmla="*/ 1100806 w 1100806"/>
                      <a:gd name="connsiteY1" fmla="*/ 169307 h 169306"/>
                      <a:gd name="connsiteX2" fmla="*/ 1100806 w 1100806"/>
                      <a:gd name="connsiteY2" fmla="*/ 162107 h 169306"/>
                      <a:gd name="connsiteX3" fmla="*/ 48966 w 1100806"/>
                      <a:gd name="connsiteY3" fmla="*/ 55505 h 169306"/>
                      <a:gd name="connsiteX4" fmla="*/ 1100806 w 1100806"/>
                      <a:gd name="connsiteY4" fmla="*/ 7016 h 169306"/>
                      <a:gd name="connsiteX5" fmla="*/ 1100806 w 1100806"/>
                      <a:gd name="connsiteY5" fmla="*/ 0 h 169306"/>
                      <a:gd name="connsiteX6" fmla="*/ 146 w 1100806"/>
                      <a:gd name="connsiteY6" fmla="*/ 50730 h 169306"/>
                      <a:gd name="connsiteX7" fmla="*/ 0 w 1100806"/>
                      <a:gd name="connsiteY7" fmla="*/ 57746 h 169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00806" h="169306">
                        <a:moveTo>
                          <a:pt x="0" y="57746"/>
                        </a:moveTo>
                        <a:lnTo>
                          <a:pt x="1100806" y="169307"/>
                        </a:lnTo>
                        <a:lnTo>
                          <a:pt x="1100806" y="162107"/>
                        </a:lnTo>
                        <a:lnTo>
                          <a:pt x="48966" y="55505"/>
                        </a:lnTo>
                        <a:lnTo>
                          <a:pt x="1100806" y="7016"/>
                        </a:lnTo>
                        <a:lnTo>
                          <a:pt x="1100806" y="0"/>
                        </a:lnTo>
                        <a:lnTo>
                          <a:pt x="146" y="50730"/>
                        </a:lnTo>
                        <a:lnTo>
                          <a:pt x="0" y="5774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46" name="Freeform: Shape 2745">
                    <a:extLst>
                      <a:ext uri="{FF2B5EF4-FFF2-40B4-BE49-F238E27FC236}">
                        <a16:creationId xmlns:a16="http://schemas.microsoft.com/office/drawing/2014/main" id="{A05B33C9-FEB8-E7FE-54E4-0BB732CEDE49}"/>
                      </a:ext>
                    </a:extLst>
                  </p:cNvPr>
                  <p:cNvSpPr/>
                  <p:nvPr/>
                </p:nvSpPr>
                <p:spPr>
                  <a:xfrm>
                    <a:off x="8662197" y="3507573"/>
                    <a:ext cx="5620" cy="6060"/>
                  </a:xfrm>
                  <a:custGeom>
                    <a:avLst/>
                    <a:gdLst>
                      <a:gd name="connsiteX0" fmla="*/ 5620 w 5620"/>
                      <a:gd name="connsiteY0" fmla="*/ 4408 h 6060"/>
                      <a:gd name="connsiteX1" fmla="*/ 3416 w 5620"/>
                      <a:gd name="connsiteY1" fmla="*/ 0 h 6060"/>
                      <a:gd name="connsiteX2" fmla="*/ 0 w 5620"/>
                      <a:gd name="connsiteY2" fmla="*/ 3490 h 6060"/>
                      <a:gd name="connsiteX3" fmla="*/ 2498 w 5620"/>
                      <a:gd name="connsiteY3" fmla="*/ 6061 h 6060"/>
                      <a:gd name="connsiteX4" fmla="*/ 5620 w 5620"/>
                      <a:gd name="connsiteY4" fmla="*/ 4408 h 6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0" h="6060">
                        <a:moveTo>
                          <a:pt x="5620" y="4408"/>
                        </a:moveTo>
                        <a:lnTo>
                          <a:pt x="3416" y="0"/>
                        </a:lnTo>
                        <a:lnTo>
                          <a:pt x="0" y="3490"/>
                        </a:lnTo>
                        <a:lnTo>
                          <a:pt x="2498" y="6061"/>
                        </a:lnTo>
                        <a:lnTo>
                          <a:pt x="5620" y="440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47" name="Freeform: Shape 2746">
                    <a:extLst>
                      <a:ext uri="{FF2B5EF4-FFF2-40B4-BE49-F238E27FC236}">
                        <a16:creationId xmlns:a16="http://schemas.microsoft.com/office/drawing/2014/main" id="{EBFDAF27-1DC8-6DBA-6599-9ED198654D65}"/>
                      </a:ext>
                    </a:extLst>
                  </p:cNvPr>
                  <p:cNvSpPr/>
                  <p:nvPr/>
                </p:nvSpPr>
                <p:spPr>
                  <a:xfrm>
                    <a:off x="8496416" y="3180788"/>
                    <a:ext cx="418032" cy="338760"/>
                  </a:xfrm>
                  <a:custGeom>
                    <a:avLst/>
                    <a:gdLst>
                      <a:gd name="connsiteX0" fmla="*/ 170666 w 418032"/>
                      <a:gd name="connsiteY0" fmla="*/ 335234 h 338760"/>
                      <a:gd name="connsiteX1" fmla="*/ 168278 w 418032"/>
                      <a:gd name="connsiteY1" fmla="*/ 332846 h 338760"/>
                      <a:gd name="connsiteX2" fmla="*/ 165781 w 418032"/>
                      <a:gd name="connsiteY2" fmla="*/ 330275 h 338760"/>
                      <a:gd name="connsiteX3" fmla="*/ 169197 w 418032"/>
                      <a:gd name="connsiteY3" fmla="*/ 326785 h 338760"/>
                      <a:gd name="connsiteX4" fmla="*/ 12710 w 418032"/>
                      <a:gd name="connsiteY4" fmla="*/ 9771 h 338760"/>
                      <a:gd name="connsiteX5" fmla="*/ 403633 w 418032"/>
                      <a:gd name="connsiteY5" fmla="*/ 89080 h 338760"/>
                      <a:gd name="connsiteX6" fmla="*/ 169197 w 418032"/>
                      <a:gd name="connsiteY6" fmla="*/ 326785 h 338760"/>
                      <a:gd name="connsiteX7" fmla="*/ 171401 w 418032"/>
                      <a:gd name="connsiteY7" fmla="*/ 331193 h 338760"/>
                      <a:gd name="connsiteX8" fmla="*/ 168278 w 418032"/>
                      <a:gd name="connsiteY8" fmla="*/ 332846 h 338760"/>
                      <a:gd name="connsiteX9" fmla="*/ 170666 w 418032"/>
                      <a:gd name="connsiteY9" fmla="*/ 335234 h 338760"/>
                      <a:gd name="connsiteX10" fmla="*/ 418033 w 418032"/>
                      <a:gd name="connsiteY10" fmla="*/ 84819 h 338760"/>
                      <a:gd name="connsiteX11" fmla="*/ 0 w 418032"/>
                      <a:gd name="connsiteY11" fmla="*/ 0 h 338760"/>
                      <a:gd name="connsiteX12" fmla="*/ 167250 w 418032"/>
                      <a:gd name="connsiteY12" fmla="*/ 338761 h 338760"/>
                      <a:gd name="connsiteX13" fmla="*/ 170666 w 418032"/>
                      <a:gd name="connsiteY13" fmla="*/ 335234 h 33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8032" h="338760">
                        <a:moveTo>
                          <a:pt x="170666" y="335234"/>
                        </a:moveTo>
                        <a:lnTo>
                          <a:pt x="168278" y="332846"/>
                        </a:lnTo>
                        <a:lnTo>
                          <a:pt x="165781" y="330275"/>
                        </a:lnTo>
                        <a:lnTo>
                          <a:pt x="169197" y="326785"/>
                        </a:lnTo>
                        <a:lnTo>
                          <a:pt x="12710" y="9771"/>
                        </a:lnTo>
                        <a:lnTo>
                          <a:pt x="403633" y="89080"/>
                        </a:lnTo>
                        <a:lnTo>
                          <a:pt x="169197" y="326785"/>
                        </a:lnTo>
                        <a:lnTo>
                          <a:pt x="171401" y="331193"/>
                        </a:lnTo>
                        <a:lnTo>
                          <a:pt x="168278" y="332846"/>
                        </a:lnTo>
                        <a:lnTo>
                          <a:pt x="170666" y="335234"/>
                        </a:lnTo>
                        <a:lnTo>
                          <a:pt x="418033" y="84819"/>
                        </a:lnTo>
                        <a:lnTo>
                          <a:pt x="0" y="0"/>
                        </a:lnTo>
                        <a:lnTo>
                          <a:pt x="167250" y="338761"/>
                        </a:lnTo>
                        <a:lnTo>
                          <a:pt x="170666" y="33523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48" name="Freeform: Shape 2747">
                    <a:extLst>
                      <a:ext uri="{FF2B5EF4-FFF2-40B4-BE49-F238E27FC236}">
                        <a16:creationId xmlns:a16="http://schemas.microsoft.com/office/drawing/2014/main" id="{07D7BF06-7D57-E70F-A402-9556E5C5DE90}"/>
                      </a:ext>
                    </a:extLst>
                  </p:cNvPr>
                  <p:cNvSpPr/>
                  <p:nvPr/>
                </p:nvSpPr>
                <p:spPr>
                  <a:xfrm>
                    <a:off x="8904127" y="3263586"/>
                    <a:ext cx="3857" cy="4077"/>
                  </a:xfrm>
                  <a:custGeom>
                    <a:avLst/>
                    <a:gdLst>
                      <a:gd name="connsiteX0" fmla="*/ 3857 w 3857"/>
                      <a:gd name="connsiteY0" fmla="*/ 551 h 4077"/>
                      <a:gd name="connsiteX1" fmla="*/ 1102 w 3857"/>
                      <a:gd name="connsiteY1" fmla="*/ 0 h 4077"/>
                      <a:gd name="connsiteX2" fmla="*/ 0 w 3857"/>
                      <a:gd name="connsiteY2" fmla="*/ 2755 h 4077"/>
                      <a:gd name="connsiteX3" fmla="*/ 3270 w 3857"/>
                      <a:gd name="connsiteY3" fmla="*/ 4078 h 4077"/>
                      <a:gd name="connsiteX4" fmla="*/ 3857 w 3857"/>
                      <a:gd name="connsiteY4" fmla="*/ 551 h 4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7" h="4077">
                        <a:moveTo>
                          <a:pt x="3857" y="551"/>
                        </a:moveTo>
                        <a:lnTo>
                          <a:pt x="1102" y="0"/>
                        </a:lnTo>
                        <a:lnTo>
                          <a:pt x="0" y="2755"/>
                        </a:lnTo>
                        <a:lnTo>
                          <a:pt x="3270" y="4078"/>
                        </a:lnTo>
                        <a:lnTo>
                          <a:pt x="3857" y="55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49" name="Freeform: Shape 2748">
                    <a:extLst>
                      <a:ext uri="{FF2B5EF4-FFF2-40B4-BE49-F238E27FC236}">
                        <a16:creationId xmlns:a16="http://schemas.microsoft.com/office/drawing/2014/main" id="{9EF0C045-5263-7AAB-2B64-044D140FA725}"/>
                      </a:ext>
                    </a:extLst>
                  </p:cNvPr>
                  <p:cNvSpPr/>
                  <p:nvPr/>
                </p:nvSpPr>
                <p:spPr>
                  <a:xfrm>
                    <a:off x="8494359" y="2683117"/>
                    <a:ext cx="664150" cy="588588"/>
                  </a:xfrm>
                  <a:custGeom>
                    <a:avLst/>
                    <a:gdLst>
                      <a:gd name="connsiteX0" fmla="*/ 416159 w 664150"/>
                      <a:gd name="connsiteY0" fmla="*/ 586017 h 588588"/>
                      <a:gd name="connsiteX1" fmla="*/ 413037 w 664150"/>
                      <a:gd name="connsiteY1" fmla="*/ 584547 h 588588"/>
                      <a:gd name="connsiteX2" fmla="*/ 409767 w 664150"/>
                      <a:gd name="connsiteY2" fmla="*/ 583225 h 588588"/>
                      <a:gd name="connsiteX3" fmla="*/ 410870 w 664150"/>
                      <a:gd name="connsiteY3" fmla="*/ 580470 h 588588"/>
                      <a:gd name="connsiteX4" fmla="*/ 16898 w 664150"/>
                      <a:gd name="connsiteY4" fmla="*/ 500647 h 588588"/>
                      <a:gd name="connsiteX5" fmla="*/ 647253 w 664150"/>
                      <a:gd name="connsiteY5" fmla="*/ 21746 h 588588"/>
                      <a:gd name="connsiteX6" fmla="*/ 410870 w 664150"/>
                      <a:gd name="connsiteY6" fmla="*/ 580470 h 588588"/>
                      <a:gd name="connsiteX7" fmla="*/ 413625 w 664150"/>
                      <a:gd name="connsiteY7" fmla="*/ 581021 h 588588"/>
                      <a:gd name="connsiteX8" fmla="*/ 413037 w 664150"/>
                      <a:gd name="connsiteY8" fmla="*/ 584547 h 588588"/>
                      <a:gd name="connsiteX9" fmla="*/ 416159 w 664150"/>
                      <a:gd name="connsiteY9" fmla="*/ 586017 h 588588"/>
                      <a:gd name="connsiteX10" fmla="*/ 664150 w 664150"/>
                      <a:gd name="connsiteY10" fmla="*/ 0 h 588588"/>
                      <a:gd name="connsiteX11" fmla="*/ 0 w 664150"/>
                      <a:gd name="connsiteY11" fmla="*/ 504504 h 588588"/>
                      <a:gd name="connsiteX12" fmla="*/ 415020 w 664150"/>
                      <a:gd name="connsiteY12" fmla="*/ 588588 h 588588"/>
                      <a:gd name="connsiteX13" fmla="*/ 416159 w 664150"/>
                      <a:gd name="connsiteY13" fmla="*/ 586017 h 58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4150" h="588588">
                        <a:moveTo>
                          <a:pt x="416159" y="586017"/>
                        </a:moveTo>
                        <a:lnTo>
                          <a:pt x="413037" y="584547"/>
                        </a:lnTo>
                        <a:lnTo>
                          <a:pt x="409767" y="583225"/>
                        </a:lnTo>
                        <a:lnTo>
                          <a:pt x="410870" y="580470"/>
                        </a:lnTo>
                        <a:lnTo>
                          <a:pt x="16898" y="500647"/>
                        </a:lnTo>
                        <a:lnTo>
                          <a:pt x="647253" y="21746"/>
                        </a:lnTo>
                        <a:lnTo>
                          <a:pt x="410870" y="580470"/>
                        </a:lnTo>
                        <a:lnTo>
                          <a:pt x="413625" y="581021"/>
                        </a:lnTo>
                        <a:lnTo>
                          <a:pt x="413037" y="584547"/>
                        </a:lnTo>
                        <a:lnTo>
                          <a:pt x="416159" y="586017"/>
                        </a:lnTo>
                        <a:lnTo>
                          <a:pt x="664150" y="0"/>
                        </a:lnTo>
                        <a:lnTo>
                          <a:pt x="0" y="504504"/>
                        </a:lnTo>
                        <a:lnTo>
                          <a:pt x="415020" y="588588"/>
                        </a:lnTo>
                        <a:lnTo>
                          <a:pt x="416159" y="58601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50" name="Freeform: Shape 2749">
                    <a:extLst>
                      <a:ext uri="{FF2B5EF4-FFF2-40B4-BE49-F238E27FC236}">
                        <a16:creationId xmlns:a16="http://schemas.microsoft.com/office/drawing/2014/main" id="{A8B51B17-6B98-72DE-1EF9-37D32C86E07A}"/>
                      </a:ext>
                    </a:extLst>
                  </p:cNvPr>
                  <p:cNvSpPr/>
                  <p:nvPr/>
                </p:nvSpPr>
                <p:spPr>
                  <a:xfrm>
                    <a:off x="8664695" y="3510512"/>
                    <a:ext cx="5657" cy="5510"/>
                  </a:xfrm>
                  <a:custGeom>
                    <a:avLst/>
                    <a:gdLst>
                      <a:gd name="connsiteX0" fmla="*/ 5657 w 5657"/>
                      <a:gd name="connsiteY0" fmla="*/ 2388 h 5510"/>
                      <a:gd name="connsiteX1" fmla="*/ 1800 w 5657"/>
                      <a:gd name="connsiteY1" fmla="*/ 0 h 5510"/>
                      <a:gd name="connsiteX2" fmla="*/ 0 w 5657"/>
                      <a:gd name="connsiteY2" fmla="*/ 3122 h 5510"/>
                      <a:gd name="connsiteX3" fmla="*/ 2387 w 5657"/>
                      <a:gd name="connsiteY3" fmla="*/ 5510 h 5510"/>
                      <a:gd name="connsiteX4" fmla="*/ 5657 w 5657"/>
                      <a:gd name="connsiteY4" fmla="*/ 2388 h 55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 h="5510">
                        <a:moveTo>
                          <a:pt x="5657" y="2388"/>
                        </a:moveTo>
                        <a:lnTo>
                          <a:pt x="1800" y="0"/>
                        </a:lnTo>
                        <a:lnTo>
                          <a:pt x="0" y="3122"/>
                        </a:lnTo>
                        <a:lnTo>
                          <a:pt x="2387" y="5510"/>
                        </a:lnTo>
                        <a:lnTo>
                          <a:pt x="5657" y="238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51" name="Freeform: Shape 2750">
                    <a:extLst>
                      <a:ext uri="{FF2B5EF4-FFF2-40B4-BE49-F238E27FC236}">
                        <a16:creationId xmlns:a16="http://schemas.microsoft.com/office/drawing/2014/main" id="{5D47D888-A892-DD96-667C-419231E845DB}"/>
                      </a:ext>
                    </a:extLst>
                  </p:cNvPr>
                  <p:cNvSpPr/>
                  <p:nvPr/>
                </p:nvSpPr>
                <p:spPr>
                  <a:xfrm>
                    <a:off x="8658927" y="3262301"/>
                    <a:ext cx="817514" cy="746066"/>
                  </a:xfrm>
                  <a:custGeom>
                    <a:avLst/>
                    <a:gdLst>
                      <a:gd name="connsiteX0" fmla="*/ 5767 w 817514"/>
                      <a:gd name="connsiteY0" fmla="*/ 251334 h 746066"/>
                      <a:gd name="connsiteX1" fmla="*/ 7567 w 817514"/>
                      <a:gd name="connsiteY1" fmla="*/ 248211 h 746066"/>
                      <a:gd name="connsiteX2" fmla="*/ 11425 w 817514"/>
                      <a:gd name="connsiteY2" fmla="*/ 250599 h 746066"/>
                      <a:gd name="connsiteX3" fmla="*/ 248101 w 817514"/>
                      <a:gd name="connsiteY3" fmla="*/ 10873 h 746066"/>
                      <a:gd name="connsiteX4" fmla="*/ 800323 w 817514"/>
                      <a:gd name="connsiteY4" fmla="*/ 730014 h 746066"/>
                      <a:gd name="connsiteX5" fmla="*/ 11425 w 817514"/>
                      <a:gd name="connsiteY5" fmla="*/ 250599 h 746066"/>
                      <a:gd name="connsiteX6" fmla="*/ 8155 w 817514"/>
                      <a:gd name="connsiteY6" fmla="*/ 253721 h 746066"/>
                      <a:gd name="connsiteX7" fmla="*/ 5767 w 817514"/>
                      <a:gd name="connsiteY7" fmla="*/ 251334 h 746066"/>
                      <a:gd name="connsiteX8" fmla="*/ 3931 w 817514"/>
                      <a:gd name="connsiteY8" fmla="*/ 254273 h 746066"/>
                      <a:gd name="connsiteX9" fmla="*/ 812923 w 817514"/>
                      <a:gd name="connsiteY9" fmla="*/ 746067 h 746066"/>
                      <a:gd name="connsiteX10" fmla="*/ 817514 w 817514"/>
                      <a:gd name="connsiteY10" fmla="*/ 740924 h 746066"/>
                      <a:gd name="connsiteX11" fmla="*/ 248689 w 817514"/>
                      <a:gd name="connsiteY11" fmla="*/ 0 h 746066"/>
                      <a:gd name="connsiteX12" fmla="*/ 0 w 817514"/>
                      <a:gd name="connsiteY12" fmla="*/ 251885 h 746066"/>
                      <a:gd name="connsiteX13" fmla="*/ 3931 w 817514"/>
                      <a:gd name="connsiteY13" fmla="*/ 254273 h 746066"/>
                      <a:gd name="connsiteX14" fmla="*/ 5767 w 817514"/>
                      <a:gd name="connsiteY14" fmla="*/ 251334 h 74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7514" h="746066">
                        <a:moveTo>
                          <a:pt x="5767" y="251334"/>
                        </a:moveTo>
                        <a:lnTo>
                          <a:pt x="7567" y="248211"/>
                        </a:lnTo>
                        <a:lnTo>
                          <a:pt x="11425" y="250599"/>
                        </a:lnTo>
                        <a:lnTo>
                          <a:pt x="248101" y="10873"/>
                        </a:lnTo>
                        <a:lnTo>
                          <a:pt x="800323" y="730014"/>
                        </a:lnTo>
                        <a:lnTo>
                          <a:pt x="11425" y="250599"/>
                        </a:lnTo>
                        <a:lnTo>
                          <a:pt x="8155" y="253721"/>
                        </a:lnTo>
                        <a:lnTo>
                          <a:pt x="5767" y="251334"/>
                        </a:lnTo>
                        <a:lnTo>
                          <a:pt x="3931" y="254273"/>
                        </a:lnTo>
                        <a:lnTo>
                          <a:pt x="812923" y="746067"/>
                        </a:lnTo>
                        <a:lnTo>
                          <a:pt x="817514" y="740924"/>
                        </a:lnTo>
                        <a:lnTo>
                          <a:pt x="248689" y="0"/>
                        </a:lnTo>
                        <a:lnTo>
                          <a:pt x="0" y="251885"/>
                        </a:lnTo>
                        <a:lnTo>
                          <a:pt x="3931" y="254273"/>
                        </a:lnTo>
                        <a:lnTo>
                          <a:pt x="5767" y="25133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52" name="Freeform: Shape 2751">
                    <a:extLst>
                      <a:ext uri="{FF2B5EF4-FFF2-40B4-BE49-F238E27FC236}">
                        <a16:creationId xmlns:a16="http://schemas.microsoft.com/office/drawing/2014/main" id="{4E8FE483-DF76-67F1-A4D5-BA2C22D71839}"/>
                      </a:ext>
                    </a:extLst>
                  </p:cNvPr>
                  <p:cNvSpPr/>
                  <p:nvPr/>
                </p:nvSpPr>
                <p:spPr>
                  <a:xfrm>
                    <a:off x="9472071" y="4000837"/>
                    <a:ext cx="4371" cy="4408"/>
                  </a:xfrm>
                  <a:custGeom>
                    <a:avLst/>
                    <a:gdLst>
                      <a:gd name="connsiteX0" fmla="*/ 4371 w 4371"/>
                      <a:gd name="connsiteY0" fmla="*/ 2388 h 4408"/>
                      <a:gd name="connsiteX1" fmla="*/ 2534 w 4371"/>
                      <a:gd name="connsiteY1" fmla="*/ 0 h 4408"/>
                      <a:gd name="connsiteX2" fmla="*/ 0 w 4371"/>
                      <a:gd name="connsiteY2" fmla="*/ 1286 h 4408"/>
                      <a:gd name="connsiteX3" fmla="*/ 1616 w 4371"/>
                      <a:gd name="connsiteY3" fmla="*/ 4408 h 4408"/>
                      <a:gd name="connsiteX4" fmla="*/ 4371 w 4371"/>
                      <a:gd name="connsiteY4" fmla="*/ 2388 h 4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1" h="4408">
                        <a:moveTo>
                          <a:pt x="4371" y="2388"/>
                        </a:moveTo>
                        <a:lnTo>
                          <a:pt x="2534" y="0"/>
                        </a:lnTo>
                        <a:lnTo>
                          <a:pt x="0" y="1286"/>
                        </a:lnTo>
                        <a:lnTo>
                          <a:pt x="1616" y="4408"/>
                        </a:lnTo>
                        <a:lnTo>
                          <a:pt x="4371" y="238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53" name="Freeform: Shape 2752">
                    <a:extLst>
                      <a:ext uri="{FF2B5EF4-FFF2-40B4-BE49-F238E27FC236}">
                        <a16:creationId xmlns:a16="http://schemas.microsoft.com/office/drawing/2014/main" id="{8BECD5F2-C2A5-ADAE-F405-669A2313AF71}"/>
                      </a:ext>
                    </a:extLst>
                  </p:cNvPr>
                  <p:cNvSpPr/>
                  <p:nvPr/>
                </p:nvSpPr>
                <p:spPr>
                  <a:xfrm>
                    <a:off x="8904494" y="3265056"/>
                    <a:ext cx="737176" cy="744780"/>
                  </a:xfrm>
                  <a:custGeom>
                    <a:avLst/>
                    <a:gdLst>
                      <a:gd name="connsiteX0" fmla="*/ 570772 w 737176"/>
                      <a:gd name="connsiteY0" fmla="*/ 743495 h 744780"/>
                      <a:gd name="connsiteX1" fmla="*/ 569193 w 737176"/>
                      <a:gd name="connsiteY1" fmla="*/ 740189 h 744780"/>
                      <a:gd name="connsiteX2" fmla="*/ 567576 w 737176"/>
                      <a:gd name="connsiteY2" fmla="*/ 737067 h 744780"/>
                      <a:gd name="connsiteX3" fmla="*/ 570111 w 737176"/>
                      <a:gd name="connsiteY3" fmla="*/ 735781 h 744780"/>
                      <a:gd name="connsiteX4" fmla="*/ 29167 w 737176"/>
                      <a:gd name="connsiteY4" fmla="*/ 31187 h 744780"/>
                      <a:gd name="connsiteX5" fmla="*/ 724651 w 737176"/>
                      <a:gd name="connsiteY5" fmla="*/ 657391 h 744780"/>
                      <a:gd name="connsiteX6" fmla="*/ 570111 w 737176"/>
                      <a:gd name="connsiteY6" fmla="*/ 735781 h 744780"/>
                      <a:gd name="connsiteX7" fmla="*/ 571948 w 737176"/>
                      <a:gd name="connsiteY7" fmla="*/ 738169 h 744780"/>
                      <a:gd name="connsiteX8" fmla="*/ 569193 w 737176"/>
                      <a:gd name="connsiteY8" fmla="*/ 740189 h 744780"/>
                      <a:gd name="connsiteX9" fmla="*/ 570772 w 737176"/>
                      <a:gd name="connsiteY9" fmla="*/ 743495 h 744780"/>
                      <a:gd name="connsiteX10" fmla="*/ 737177 w 737176"/>
                      <a:gd name="connsiteY10" fmla="*/ 659228 h 744780"/>
                      <a:gd name="connsiteX11" fmla="*/ 5179 w 737176"/>
                      <a:gd name="connsiteY11" fmla="*/ 0 h 744780"/>
                      <a:gd name="connsiteX12" fmla="*/ 0 w 737176"/>
                      <a:gd name="connsiteY12" fmla="*/ 4812 h 744780"/>
                      <a:gd name="connsiteX13" fmla="*/ 568090 w 737176"/>
                      <a:gd name="connsiteY13" fmla="*/ 744781 h 744780"/>
                      <a:gd name="connsiteX14" fmla="*/ 570772 w 737176"/>
                      <a:gd name="connsiteY14" fmla="*/ 743495 h 744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7176" h="744780">
                        <a:moveTo>
                          <a:pt x="570772" y="743495"/>
                        </a:moveTo>
                        <a:lnTo>
                          <a:pt x="569193" y="740189"/>
                        </a:lnTo>
                        <a:lnTo>
                          <a:pt x="567576" y="737067"/>
                        </a:lnTo>
                        <a:lnTo>
                          <a:pt x="570111" y="735781"/>
                        </a:lnTo>
                        <a:lnTo>
                          <a:pt x="29167" y="31187"/>
                        </a:lnTo>
                        <a:lnTo>
                          <a:pt x="724651" y="657391"/>
                        </a:lnTo>
                        <a:lnTo>
                          <a:pt x="570111" y="735781"/>
                        </a:lnTo>
                        <a:lnTo>
                          <a:pt x="571948" y="738169"/>
                        </a:lnTo>
                        <a:lnTo>
                          <a:pt x="569193" y="740189"/>
                        </a:lnTo>
                        <a:lnTo>
                          <a:pt x="570772" y="743495"/>
                        </a:lnTo>
                        <a:lnTo>
                          <a:pt x="737177" y="659228"/>
                        </a:lnTo>
                        <a:lnTo>
                          <a:pt x="5179" y="0"/>
                        </a:lnTo>
                        <a:lnTo>
                          <a:pt x="0" y="4812"/>
                        </a:lnTo>
                        <a:lnTo>
                          <a:pt x="568090" y="744781"/>
                        </a:lnTo>
                        <a:lnTo>
                          <a:pt x="570772" y="74349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54" name="Freeform: Shape 2753">
                    <a:extLst>
                      <a:ext uri="{FF2B5EF4-FFF2-40B4-BE49-F238E27FC236}">
                        <a16:creationId xmlns:a16="http://schemas.microsoft.com/office/drawing/2014/main" id="{37358924-7FD3-A9CA-DC92-2AE271BA1311}"/>
                      </a:ext>
                    </a:extLst>
                  </p:cNvPr>
                  <p:cNvSpPr/>
                  <p:nvPr/>
                </p:nvSpPr>
                <p:spPr>
                  <a:xfrm>
                    <a:off x="9146975" y="2683300"/>
                    <a:ext cx="6575" cy="10689"/>
                  </a:xfrm>
                  <a:custGeom>
                    <a:avLst/>
                    <a:gdLst>
                      <a:gd name="connsiteX0" fmla="*/ 6576 w 6575"/>
                      <a:gd name="connsiteY0" fmla="*/ 10139 h 10689"/>
                      <a:gd name="connsiteX1" fmla="*/ 5032 w 6575"/>
                      <a:gd name="connsiteY1" fmla="*/ 0 h 10689"/>
                      <a:gd name="connsiteX2" fmla="*/ 0 w 6575"/>
                      <a:gd name="connsiteY2" fmla="*/ 8853 h 10689"/>
                      <a:gd name="connsiteX3" fmla="*/ 3012 w 6575"/>
                      <a:gd name="connsiteY3" fmla="*/ 10689 h 10689"/>
                      <a:gd name="connsiteX4" fmla="*/ 6576 w 6575"/>
                      <a:gd name="connsiteY4" fmla="*/ 10139 h 10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5" h="10689">
                        <a:moveTo>
                          <a:pt x="6576" y="10139"/>
                        </a:moveTo>
                        <a:lnTo>
                          <a:pt x="5032" y="0"/>
                        </a:lnTo>
                        <a:lnTo>
                          <a:pt x="0" y="8853"/>
                        </a:lnTo>
                        <a:lnTo>
                          <a:pt x="3012" y="10689"/>
                        </a:lnTo>
                        <a:lnTo>
                          <a:pt x="6576" y="1013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55" name="Freeform: Shape 2754">
                    <a:extLst>
                      <a:ext uri="{FF2B5EF4-FFF2-40B4-BE49-F238E27FC236}">
                        <a16:creationId xmlns:a16="http://schemas.microsoft.com/office/drawing/2014/main" id="{3985A0DA-1901-5161-188B-87C85B240E39}"/>
                      </a:ext>
                    </a:extLst>
                  </p:cNvPr>
                  <p:cNvSpPr/>
                  <p:nvPr/>
                </p:nvSpPr>
                <p:spPr>
                  <a:xfrm>
                    <a:off x="9148224" y="2690831"/>
                    <a:ext cx="73" cy="36"/>
                  </a:xfrm>
                  <a:custGeom>
                    <a:avLst/>
                    <a:gdLst>
                      <a:gd name="connsiteX0" fmla="*/ 74 w 73"/>
                      <a:gd name="connsiteY0" fmla="*/ 0 h 36"/>
                      <a:gd name="connsiteX1" fmla="*/ 0 w 73"/>
                      <a:gd name="connsiteY1" fmla="*/ 37 h 36"/>
                      <a:gd name="connsiteX2" fmla="*/ 0 w 73"/>
                      <a:gd name="connsiteY2" fmla="*/ 37 h 36"/>
                      <a:gd name="connsiteX3" fmla="*/ 74 w 73"/>
                      <a:gd name="connsiteY3" fmla="*/ 0 h 36"/>
                    </a:gdLst>
                    <a:ahLst/>
                    <a:cxnLst>
                      <a:cxn ang="0">
                        <a:pos x="connsiteX0" y="connsiteY0"/>
                      </a:cxn>
                      <a:cxn ang="0">
                        <a:pos x="connsiteX1" y="connsiteY1"/>
                      </a:cxn>
                      <a:cxn ang="0">
                        <a:pos x="connsiteX2" y="connsiteY2"/>
                      </a:cxn>
                      <a:cxn ang="0">
                        <a:pos x="connsiteX3" y="connsiteY3"/>
                      </a:cxn>
                    </a:cxnLst>
                    <a:rect l="l" t="t" r="r" b="b"/>
                    <a:pathLst>
                      <a:path w="73" h="36">
                        <a:moveTo>
                          <a:pt x="74" y="0"/>
                        </a:moveTo>
                        <a:lnTo>
                          <a:pt x="0" y="37"/>
                        </a:lnTo>
                        <a:lnTo>
                          <a:pt x="0" y="37"/>
                        </a:lnTo>
                        <a:lnTo>
                          <a:pt x="74"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56" name="Freeform: Shape 2755">
                    <a:extLst>
                      <a:ext uri="{FF2B5EF4-FFF2-40B4-BE49-F238E27FC236}">
                        <a16:creationId xmlns:a16="http://schemas.microsoft.com/office/drawing/2014/main" id="{824E37F0-41A9-EC27-3C3A-057FAEF6224C}"/>
                      </a:ext>
                    </a:extLst>
                  </p:cNvPr>
                  <p:cNvSpPr/>
                  <p:nvPr/>
                </p:nvSpPr>
                <p:spPr>
                  <a:xfrm>
                    <a:off x="9147783" y="2690867"/>
                    <a:ext cx="4004" cy="6244"/>
                  </a:xfrm>
                  <a:custGeom>
                    <a:avLst/>
                    <a:gdLst>
                      <a:gd name="connsiteX0" fmla="*/ 2203 w 4004"/>
                      <a:gd name="connsiteY0" fmla="*/ 3122 h 6244"/>
                      <a:gd name="connsiteX1" fmla="*/ 440 w 4004"/>
                      <a:gd name="connsiteY1" fmla="*/ 0 h 6244"/>
                      <a:gd name="connsiteX2" fmla="*/ 0 w 4004"/>
                      <a:gd name="connsiteY2" fmla="*/ 367 h 6244"/>
                      <a:gd name="connsiteX3" fmla="*/ 4004 w 4004"/>
                      <a:gd name="connsiteY3" fmla="*/ 6245 h 6244"/>
                      <a:gd name="connsiteX4" fmla="*/ 2203 w 4004"/>
                      <a:gd name="connsiteY4" fmla="*/ 3122 h 6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4" h="6244">
                        <a:moveTo>
                          <a:pt x="2203" y="3122"/>
                        </a:moveTo>
                        <a:lnTo>
                          <a:pt x="440" y="0"/>
                        </a:lnTo>
                        <a:lnTo>
                          <a:pt x="0" y="367"/>
                        </a:lnTo>
                        <a:lnTo>
                          <a:pt x="4004" y="6245"/>
                        </a:lnTo>
                        <a:lnTo>
                          <a:pt x="2203" y="312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57" name="Freeform: Shape 2756">
                    <a:extLst>
                      <a:ext uri="{FF2B5EF4-FFF2-40B4-BE49-F238E27FC236}">
                        <a16:creationId xmlns:a16="http://schemas.microsoft.com/office/drawing/2014/main" id="{18CA7F97-06AB-B3B4-B891-294CC41DF532}"/>
                      </a:ext>
                    </a:extLst>
                  </p:cNvPr>
                  <p:cNvSpPr/>
                  <p:nvPr/>
                </p:nvSpPr>
                <p:spPr>
                  <a:xfrm>
                    <a:off x="7449976" y="2359858"/>
                    <a:ext cx="7457" cy="7567"/>
                  </a:xfrm>
                  <a:custGeom>
                    <a:avLst/>
                    <a:gdLst>
                      <a:gd name="connsiteX0" fmla="*/ 4482 w 7457"/>
                      <a:gd name="connsiteY0" fmla="*/ 7567 h 7567"/>
                      <a:gd name="connsiteX1" fmla="*/ 7457 w 7457"/>
                      <a:gd name="connsiteY1" fmla="*/ 0 h 7567"/>
                      <a:gd name="connsiteX2" fmla="*/ 0 w 7457"/>
                      <a:gd name="connsiteY2" fmla="*/ 2975 h 7567"/>
                      <a:gd name="connsiteX3" fmla="*/ 1286 w 7457"/>
                      <a:gd name="connsiteY3" fmla="*/ 6281 h 7567"/>
                      <a:gd name="connsiteX4" fmla="*/ 4482 w 7457"/>
                      <a:gd name="connsiteY4" fmla="*/ 7567 h 75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57" h="7567">
                        <a:moveTo>
                          <a:pt x="4482" y="7567"/>
                        </a:moveTo>
                        <a:lnTo>
                          <a:pt x="7457" y="0"/>
                        </a:lnTo>
                        <a:lnTo>
                          <a:pt x="0" y="2975"/>
                        </a:lnTo>
                        <a:lnTo>
                          <a:pt x="1286" y="6281"/>
                        </a:lnTo>
                        <a:lnTo>
                          <a:pt x="4482" y="756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58" name="Freeform: Shape 2757">
                    <a:extLst>
                      <a:ext uri="{FF2B5EF4-FFF2-40B4-BE49-F238E27FC236}">
                        <a16:creationId xmlns:a16="http://schemas.microsoft.com/office/drawing/2014/main" id="{8B818607-7653-987E-48FA-F482F783857C}"/>
                      </a:ext>
                    </a:extLst>
                  </p:cNvPr>
                  <p:cNvSpPr/>
                  <p:nvPr/>
                </p:nvSpPr>
                <p:spPr>
                  <a:xfrm>
                    <a:off x="6072526" y="4000286"/>
                    <a:ext cx="4922" cy="4958"/>
                  </a:xfrm>
                  <a:custGeom>
                    <a:avLst/>
                    <a:gdLst>
                      <a:gd name="connsiteX0" fmla="*/ 4922 w 4922"/>
                      <a:gd name="connsiteY0" fmla="*/ 1837 h 4958"/>
                      <a:gd name="connsiteX1" fmla="*/ 1286 w 4922"/>
                      <a:gd name="connsiteY1" fmla="*/ 0 h 4958"/>
                      <a:gd name="connsiteX2" fmla="*/ 0 w 4922"/>
                      <a:gd name="connsiteY2" fmla="*/ 3857 h 4958"/>
                      <a:gd name="connsiteX3" fmla="*/ 3453 w 4922"/>
                      <a:gd name="connsiteY3" fmla="*/ 4959 h 4958"/>
                      <a:gd name="connsiteX4" fmla="*/ 4922 w 4922"/>
                      <a:gd name="connsiteY4" fmla="*/ 1837 h 4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22" h="4958">
                        <a:moveTo>
                          <a:pt x="4922" y="1837"/>
                        </a:moveTo>
                        <a:lnTo>
                          <a:pt x="1286" y="0"/>
                        </a:lnTo>
                        <a:lnTo>
                          <a:pt x="0" y="3857"/>
                        </a:lnTo>
                        <a:lnTo>
                          <a:pt x="3453" y="4959"/>
                        </a:lnTo>
                        <a:lnTo>
                          <a:pt x="4922" y="183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59" name="Freeform: Shape 2758">
                    <a:extLst>
                      <a:ext uri="{FF2B5EF4-FFF2-40B4-BE49-F238E27FC236}">
                        <a16:creationId xmlns:a16="http://schemas.microsoft.com/office/drawing/2014/main" id="{52E1F966-4C42-779D-5E69-F674A4737CAD}"/>
                      </a:ext>
                    </a:extLst>
                  </p:cNvPr>
                  <p:cNvSpPr/>
                  <p:nvPr/>
                </p:nvSpPr>
                <p:spPr>
                  <a:xfrm>
                    <a:off x="7447993" y="2360960"/>
                    <a:ext cx="4922" cy="5179"/>
                  </a:xfrm>
                  <a:custGeom>
                    <a:avLst/>
                    <a:gdLst>
                      <a:gd name="connsiteX0" fmla="*/ 4922 w 4922"/>
                      <a:gd name="connsiteY0" fmla="*/ 2057 h 5179"/>
                      <a:gd name="connsiteX1" fmla="*/ 1469 w 4922"/>
                      <a:gd name="connsiteY1" fmla="*/ 0 h 5179"/>
                      <a:gd name="connsiteX2" fmla="*/ 0 w 4922"/>
                      <a:gd name="connsiteY2" fmla="*/ 3894 h 5179"/>
                      <a:gd name="connsiteX3" fmla="*/ 3269 w 4922"/>
                      <a:gd name="connsiteY3" fmla="*/ 5179 h 5179"/>
                      <a:gd name="connsiteX4" fmla="*/ 4922 w 4922"/>
                      <a:gd name="connsiteY4" fmla="*/ 2057 h 5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22" h="5179">
                        <a:moveTo>
                          <a:pt x="4922" y="2057"/>
                        </a:moveTo>
                        <a:lnTo>
                          <a:pt x="1469" y="0"/>
                        </a:lnTo>
                        <a:lnTo>
                          <a:pt x="0" y="3894"/>
                        </a:lnTo>
                        <a:lnTo>
                          <a:pt x="3269" y="5179"/>
                        </a:lnTo>
                        <a:lnTo>
                          <a:pt x="4922" y="205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60" name="Freeform: Shape 2759">
                    <a:extLst>
                      <a:ext uri="{FF2B5EF4-FFF2-40B4-BE49-F238E27FC236}">
                        <a16:creationId xmlns:a16="http://schemas.microsoft.com/office/drawing/2014/main" id="{C6411D5D-8967-D521-1B6B-E5CA9464EF82}"/>
                      </a:ext>
                    </a:extLst>
                  </p:cNvPr>
                  <p:cNvSpPr/>
                  <p:nvPr/>
                </p:nvSpPr>
                <p:spPr>
                  <a:xfrm>
                    <a:off x="7690547" y="4736398"/>
                    <a:ext cx="5803" cy="6611"/>
                  </a:xfrm>
                  <a:custGeom>
                    <a:avLst/>
                    <a:gdLst>
                      <a:gd name="connsiteX0" fmla="*/ 5803 w 5803"/>
                      <a:gd name="connsiteY0" fmla="*/ 4041 h 6611"/>
                      <a:gd name="connsiteX1" fmla="*/ 1800 w 5803"/>
                      <a:gd name="connsiteY1" fmla="*/ 0 h 6611"/>
                      <a:gd name="connsiteX2" fmla="*/ 0 w 5803"/>
                      <a:gd name="connsiteY2" fmla="*/ 5510 h 6611"/>
                      <a:gd name="connsiteX3" fmla="*/ 3342 w 5803"/>
                      <a:gd name="connsiteY3" fmla="*/ 6612 h 6611"/>
                      <a:gd name="connsiteX4" fmla="*/ 5803 w 5803"/>
                      <a:gd name="connsiteY4" fmla="*/ 4041 h 6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03" h="6611">
                        <a:moveTo>
                          <a:pt x="5803" y="4041"/>
                        </a:moveTo>
                        <a:lnTo>
                          <a:pt x="1800" y="0"/>
                        </a:lnTo>
                        <a:lnTo>
                          <a:pt x="0" y="5510"/>
                        </a:lnTo>
                        <a:lnTo>
                          <a:pt x="3342" y="6612"/>
                        </a:lnTo>
                        <a:lnTo>
                          <a:pt x="5803" y="404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61" name="Freeform: Shape 2760">
                    <a:extLst>
                      <a:ext uri="{FF2B5EF4-FFF2-40B4-BE49-F238E27FC236}">
                        <a16:creationId xmlns:a16="http://schemas.microsoft.com/office/drawing/2014/main" id="{CD4FF07F-5EDB-1E86-C7CD-3DDFBC6E9C9D}"/>
                      </a:ext>
                    </a:extLst>
                  </p:cNvPr>
                  <p:cNvSpPr/>
                  <p:nvPr/>
                </p:nvSpPr>
                <p:spPr>
                  <a:xfrm>
                    <a:off x="7687719" y="4738418"/>
                    <a:ext cx="1543818" cy="336152"/>
                  </a:xfrm>
                  <a:custGeom>
                    <a:avLst/>
                    <a:gdLst>
                      <a:gd name="connsiteX0" fmla="*/ 168168 w 1543818"/>
                      <a:gd name="connsiteY0" fmla="*/ 335969 h 336152"/>
                      <a:gd name="connsiteX1" fmla="*/ 167948 w 1543818"/>
                      <a:gd name="connsiteY1" fmla="*/ 332479 h 336152"/>
                      <a:gd name="connsiteX2" fmla="*/ 167800 w 1543818"/>
                      <a:gd name="connsiteY2" fmla="*/ 328953 h 336152"/>
                      <a:gd name="connsiteX3" fmla="*/ 170151 w 1543818"/>
                      <a:gd name="connsiteY3" fmla="*/ 328769 h 336152"/>
                      <a:gd name="connsiteX4" fmla="*/ 12342 w 1543818"/>
                      <a:gd name="connsiteY4" fmla="*/ 9183 h 336152"/>
                      <a:gd name="connsiteX5" fmla="*/ 1510500 w 1543818"/>
                      <a:gd name="connsiteY5" fmla="*/ 248763 h 336152"/>
                      <a:gd name="connsiteX6" fmla="*/ 170151 w 1543818"/>
                      <a:gd name="connsiteY6" fmla="*/ 328769 h 336152"/>
                      <a:gd name="connsiteX7" fmla="*/ 171180 w 1543818"/>
                      <a:gd name="connsiteY7" fmla="*/ 330789 h 336152"/>
                      <a:gd name="connsiteX8" fmla="*/ 167948 w 1543818"/>
                      <a:gd name="connsiteY8" fmla="*/ 332479 h 336152"/>
                      <a:gd name="connsiteX9" fmla="*/ 168168 w 1543818"/>
                      <a:gd name="connsiteY9" fmla="*/ 335969 h 336152"/>
                      <a:gd name="connsiteX10" fmla="*/ 1543450 w 1543818"/>
                      <a:gd name="connsiteY10" fmla="*/ 253905 h 336152"/>
                      <a:gd name="connsiteX11" fmla="*/ 1543818 w 1543818"/>
                      <a:gd name="connsiteY11" fmla="*/ 246926 h 336152"/>
                      <a:gd name="connsiteX12" fmla="*/ 0 w 1543818"/>
                      <a:gd name="connsiteY12" fmla="*/ 0 h 336152"/>
                      <a:gd name="connsiteX13" fmla="*/ 165890 w 1543818"/>
                      <a:gd name="connsiteY13" fmla="*/ 336152 h 336152"/>
                      <a:gd name="connsiteX14" fmla="*/ 168168 w 1543818"/>
                      <a:gd name="connsiteY14" fmla="*/ 335969 h 336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43818" h="336152">
                        <a:moveTo>
                          <a:pt x="168168" y="335969"/>
                        </a:moveTo>
                        <a:lnTo>
                          <a:pt x="167948" y="332479"/>
                        </a:lnTo>
                        <a:lnTo>
                          <a:pt x="167800" y="328953"/>
                        </a:lnTo>
                        <a:lnTo>
                          <a:pt x="170151" y="328769"/>
                        </a:lnTo>
                        <a:lnTo>
                          <a:pt x="12342" y="9183"/>
                        </a:lnTo>
                        <a:lnTo>
                          <a:pt x="1510500" y="248763"/>
                        </a:lnTo>
                        <a:lnTo>
                          <a:pt x="170151" y="328769"/>
                        </a:lnTo>
                        <a:lnTo>
                          <a:pt x="171180" y="330789"/>
                        </a:lnTo>
                        <a:lnTo>
                          <a:pt x="167948" y="332479"/>
                        </a:lnTo>
                        <a:lnTo>
                          <a:pt x="168168" y="335969"/>
                        </a:lnTo>
                        <a:lnTo>
                          <a:pt x="1543450" y="253905"/>
                        </a:lnTo>
                        <a:lnTo>
                          <a:pt x="1543818" y="246926"/>
                        </a:lnTo>
                        <a:lnTo>
                          <a:pt x="0" y="0"/>
                        </a:lnTo>
                        <a:lnTo>
                          <a:pt x="165890" y="336152"/>
                        </a:lnTo>
                        <a:lnTo>
                          <a:pt x="168168" y="33596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62" name="Freeform: Shape 2761">
                    <a:extLst>
                      <a:ext uri="{FF2B5EF4-FFF2-40B4-BE49-F238E27FC236}">
                        <a16:creationId xmlns:a16="http://schemas.microsoft.com/office/drawing/2014/main" id="{89665692-C07C-04EC-1271-1B4883C4867D}"/>
                      </a:ext>
                    </a:extLst>
                  </p:cNvPr>
                  <p:cNvSpPr/>
                  <p:nvPr/>
                </p:nvSpPr>
                <p:spPr>
                  <a:xfrm>
                    <a:off x="7855519" y="5067187"/>
                    <a:ext cx="3379" cy="3710"/>
                  </a:xfrm>
                  <a:custGeom>
                    <a:avLst/>
                    <a:gdLst>
                      <a:gd name="connsiteX0" fmla="*/ 3379 w 3379"/>
                      <a:gd name="connsiteY0" fmla="*/ 2021 h 3710"/>
                      <a:gd name="connsiteX1" fmla="*/ 2351 w 3379"/>
                      <a:gd name="connsiteY1" fmla="*/ 0 h 3710"/>
                      <a:gd name="connsiteX2" fmla="*/ 0 w 3379"/>
                      <a:gd name="connsiteY2" fmla="*/ 184 h 3710"/>
                      <a:gd name="connsiteX3" fmla="*/ 147 w 3379"/>
                      <a:gd name="connsiteY3" fmla="*/ 3710 h 3710"/>
                      <a:gd name="connsiteX4" fmla="*/ 3379 w 3379"/>
                      <a:gd name="connsiteY4" fmla="*/ 2021 h 3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9" h="3710">
                        <a:moveTo>
                          <a:pt x="3379" y="2021"/>
                        </a:moveTo>
                        <a:lnTo>
                          <a:pt x="2351" y="0"/>
                        </a:lnTo>
                        <a:lnTo>
                          <a:pt x="0" y="184"/>
                        </a:lnTo>
                        <a:lnTo>
                          <a:pt x="147" y="3710"/>
                        </a:lnTo>
                        <a:lnTo>
                          <a:pt x="3379" y="202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63" name="Freeform: Shape 2762">
                    <a:extLst>
                      <a:ext uri="{FF2B5EF4-FFF2-40B4-BE49-F238E27FC236}">
                        <a16:creationId xmlns:a16="http://schemas.microsoft.com/office/drawing/2014/main" id="{6BCF60E3-D567-94A6-62F1-E5A3006466DE}"/>
                      </a:ext>
                    </a:extLst>
                  </p:cNvPr>
                  <p:cNvSpPr/>
                  <p:nvPr/>
                </p:nvSpPr>
                <p:spPr>
                  <a:xfrm>
                    <a:off x="7690547" y="3014641"/>
                    <a:ext cx="978665" cy="1730573"/>
                  </a:xfrm>
                  <a:custGeom>
                    <a:avLst/>
                    <a:gdLst>
                      <a:gd name="connsiteX0" fmla="*/ 3342 w 978665"/>
                      <a:gd name="connsiteY0" fmla="*/ 1728369 h 1730573"/>
                      <a:gd name="connsiteX1" fmla="*/ 624 w 978665"/>
                      <a:gd name="connsiteY1" fmla="*/ 1726165 h 1730573"/>
                      <a:gd name="connsiteX2" fmla="*/ 12820 w 978665"/>
                      <a:gd name="connsiteY2" fmla="*/ 1710664 h 1730573"/>
                      <a:gd name="connsiteX3" fmla="*/ 570956 w 978665"/>
                      <a:gd name="connsiteY3" fmla="*/ 14400 h 1730573"/>
                      <a:gd name="connsiteX4" fmla="*/ 969556 w 978665"/>
                      <a:gd name="connsiteY4" fmla="*/ 498994 h 1730573"/>
                      <a:gd name="connsiteX5" fmla="*/ 12820 w 978665"/>
                      <a:gd name="connsiteY5" fmla="*/ 1710664 h 1730573"/>
                      <a:gd name="connsiteX6" fmla="*/ 6611 w 978665"/>
                      <a:gd name="connsiteY6" fmla="*/ 1729471 h 1730573"/>
                      <a:gd name="connsiteX7" fmla="*/ 3342 w 978665"/>
                      <a:gd name="connsiteY7" fmla="*/ 1728369 h 1730573"/>
                      <a:gd name="connsiteX8" fmla="*/ 6061 w 978665"/>
                      <a:gd name="connsiteY8" fmla="*/ 1730574 h 1730573"/>
                      <a:gd name="connsiteX9" fmla="*/ 978666 w 978665"/>
                      <a:gd name="connsiteY9" fmla="*/ 498810 h 1730573"/>
                      <a:gd name="connsiteX10" fmla="*/ 568311 w 978665"/>
                      <a:gd name="connsiteY10" fmla="*/ 0 h 1730573"/>
                      <a:gd name="connsiteX11" fmla="*/ 0 w 978665"/>
                      <a:gd name="connsiteY11" fmla="*/ 1727267 h 1730573"/>
                      <a:gd name="connsiteX12" fmla="*/ 6061 w 978665"/>
                      <a:gd name="connsiteY12" fmla="*/ 1730574 h 1730573"/>
                      <a:gd name="connsiteX13" fmla="*/ 3342 w 978665"/>
                      <a:gd name="connsiteY13" fmla="*/ 1728369 h 173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665" h="1730573">
                        <a:moveTo>
                          <a:pt x="3342" y="1728369"/>
                        </a:moveTo>
                        <a:lnTo>
                          <a:pt x="624" y="1726165"/>
                        </a:lnTo>
                        <a:lnTo>
                          <a:pt x="12820" y="1710664"/>
                        </a:lnTo>
                        <a:lnTo>
                          <a:pt x="570956" y="14400"/>
                        </a:lnTo>
                        <a:lnTo>
                          <a:pt x="969556" y="498994"/>
                        </a:lnTo>
                        <a:lnTo>
                          <a:pt x="12820" y="1710664"/>
                        </a:lnTo>
                        <a:lnTo>
                          <a:pt x="6611" y="1729471"/>
                        </a:lnTo>
                        <a:lnTo>
                          <a:pt x="3342" y="1728369"/>
                        </a:lnTo>
                        <a:lnTo>
                          <a:pt x="6061" y="1730574"/>
                        </a:lnTo>
                        <a:lnTo>
                          <a:pt x="978666" y="498810"/>
                        </a:lnTo>
                        <a:lnTo>
                          <a:pt x="568311" y="0"/>
                        </a:lnTo>
                        <a:lnTo>
                          <a:pt x="0" y="1727267"/>
                        </a:lnTo>
                        <a:lnTo>
                          <a:pt x="6061" y="1730574"/>
                        </a:lnTo>
                        <a:lnTo>
                          <a:pt x="3342" y="172836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64" name="Freeform: Shape 2763">
                    <a:extLst>
                      <a:ext uri="{FF2B5EF4-FFF2-40B4-BE49-F238E27FC236}">
                        <a16:creationId xmlns:a16="http://schemas.microsoft.com/office/drawing/2014/main" id="{0F29F12A-3DB9-27BD-B5F5-70AA32B53F3C}"/>
                      </a:ext>
                    </a:extLst>
                  </p:cNvPr>
                  <p:cNvSpPr/>
                  <p:nvPr/>
                </p:nvSpPr>
                <p:spPr>
                  <a:xfrm>
                    <a:off x="7691172" y="4725304"/>
                    <a:ext cx="12195" cy="18807"/>
                  </a:xfrm>
                  <a:custGeom>
                    <a:avLst/>
                    <a:gdLst>
                      <a:gd name="connsiteX0" fmla="*/ 5987 w 12195"/>
                      <a:gd name="connsiteY0" fmla="*/ 18808 h 18807"/>
                      <a:gd name="connsiteX1" fmla="*/ 12196 w 12195"/>
                      <a:gd name="connsiteY1" fmla="*/ 0 h 18807"/>
                      <a:gd name="connsiteX2" fmla="*/ 0 w 12195"/>
                      <a:gd name="connsiteY2" fmla="*/ 15502 h 18807"/>
                      <a:gd name="connsiteX3" fmla="*/ 2718 w 12195"/>
                      <a:gd name="connsiteY3" fmla="*/ 17706 h 18807"/>
                      <a:gd name="connsiteX4" fmla="*/ 5987 w 12195"/>
                      <a:gd name="connsiteY4" fmla="*/ 18808 h 18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 h="18807">
                        <a:moveTo>
                          <a:pt x="5987" y="18808"/>
                        </a:moveTo>
                        <a:lnTo>
                          <a:pt x="12196" y="0"/>
                        </a:lnTo>
                        <a:lnTo>
                          <a:pt x="0" y="15502"/>
                        </a:lnTo>
                        <a:lnTo>
                          <a:pt x="2718" y="17706"/>
                        </a:lnTo>
                        <a:lnTo>
                          <a:pt x="5987" y="1880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65" name="Freeform: Shape 2764">
                    <a:extLst>
                      <a:ext uri="{FF2B5EF4-FFF2-40B4-BE49-F238E27FC236}">
                        <a16:creationId xmlns:a16="http://schemas.microsoft.com/office/drawing/2014/main" id="{4F1933B6-9947-DF16-2664-78FF5D89107E}"/>
                      </a:ext>
                    </a:extLst>
                  </p:cNvPr>
                  <p:cNvSpPr/>
                  <p:nvPr/>
                </p:nvSpPr>
                <p:spPr>
                  <a:xfrm>
                    <a:off x="7693890" y="4739520"/>
                    <a:ext cx="6465" cy="5693"/>
                  </a:xfrm>
                  <a:custGeom>
                    <a:avLst/>
                    <a:gdLst>
                      <a:gd name="connsiteX0" fmla="*/ 6465 w 6465"/>
                      <a:gd name="connsiteY0" fmla="*/ 918 h 5693"/>
                      <a:gd name="connsiteX1" fmla="*/ 551 w 6465"/>
                      <a:gd name="connsiteY1" fmla="*/ 0 h 5693"/>
                      <a:gd name="connsiteX2" fmla="*/ 0 w 6465"/>
                      <a:gd name="connsiteY2" fmla="*/ 3490 h 5693"/>
                      <a:gd name="connsiteX3" fmla="*/ 2718 w 6465"/>
                      <a:gd name="connsiteY3" fmla="*/ 5694 h 5693"/>
                      <a:gd name="connsiteX4" fmla="*/ 6465 w 6465"/>
                      <a:gd name="connsiteY4" fmla="*/ 918 h 5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5" h="5693">
                        <a:moveTo>
                          <a:pt x="6465" y="918"/>
                        </a:moveTo>
                        <a:lnTo>
                          <a:pt x="551" y="0"/>
                        </a:lnTo>
                        <a:lnTo>
                          <a:pt x="0" y="3490"/>
                        </a:lnTo>
                        <a:lnTo>
                          <a:pt x="2718" y="5694"/>
                        </a:lnTo>
                        <a:lnTo>
                          <a:pt x="6465" y="91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66" name="Freeform: Shape 2765">
                    <a:extLst>
                      <a:ext uri="{FF2B5EF4-FFF2-40B4-BE49-F238E27FC236}">
                        <a16:creationId xmlns:a16="http://schemas.microsoft.com/office/drawing/2014/main" id="{54A70C26-6B9D-C752-B4BB-4D507ACDB81D}"/>
                      </a:ext>
                    </a:extLst>
                  </p:cNvPr>
                  <p:cNvSpPr/>
                  <p:nvPr/>
                </p:nvSpPr>
                <p:spPr>
                  <a:xfrm>
                    <a:off x="7687351" y="3506435"/>
                    <a:ext cx="1549144" cy="1486806"/>
                  </a:xfrm>
                  <a:custGeom>
                    <a:avLst/>
                    <a:gdLst>
                      <a:gd name="connsiteX0" fmla="*/ 6539 w 1549144"/>
                      <a:gd name="connsiteY0" fmla="*/ 1236575 h 1486806"/>
                      <a:gd name="connsiteX1" fmla="*/ 7089 w 1549144"/>
                      <a:gd name="connsiteY1" fmla="*/ 1233085 h 1486806"/>
                      <a:gd name="connsiteX2" fmla="*/ 13004 w 1549144"/>
                      <a:gd name="connsiteY2" fmla="*/ 1234004 h 1486806"/>
                      <a:gd name="connsiteX3" fmla="*/ 976242 w 1549144"/>
                      <a:gd name="connsiteY3" fmla="*/ 14216 h 1486806"/>
                      <a:gd name="connsiteX4" fmla="*/ 1538087 w 1549144"/>
                      <a:gd name="connsiteY4" fmla="*/ 1477991 h 1486806"/>
                      <a:gd name="connsiteX5" fmla="*/ 13004 w 1549144"/>
                      <a:gd name="connsiteY5" fmla="*/ 1234004 h 1486806"/>
                      <a:gd name="connsiteX6" fmla="*/ 9257 w 1549144"/>
                      <a:gd name="connsiteY6" fmla="*/ 1238779 h 1486806"/>
                      <a:gd name="connsiteX7" fmla="*/ 6539 w 1549144"/>
                      <a:gd name="connsiteY7" fmla="*/ 1236575 h 1486806"/>
                      <a:gd name="connsiteX8" fmla="*/ 5988 w 1549144"/>
                      <a:gd name="connsiteY8" fmla="*/ 1240065 h 1486806"/>
                      <a:gd name="connsiteX9" fmla="*/ 1549144 w 1549144"/>
                      <a:gd name="connsiteY9" fmla="*/ 1486807 h 1486806"/>
                      <a:gd name="connsiteX10" fmla="*/ 978262 w 1549144"/>
                      <a:gd name="connsiteY10" fmla="*/ 0 h 1486806"/>
                      <a:gd name="connsiteX11" fmla="*/ 0 w 1549144"/>
                      <a:gd name="connsiteY11" fmla="*/ 1239147 h 1486806"/>
                      <a:gd name="connsiteX12" fmla="*/ 5988 w 1549144"/>
                      <a:gd name="connsiteY12" fmla="*/ 1240065 h 1486806"/>
                      <a:gd name="connsiteX13" fmla="*/ 6539 w 1549144"/>
                      <a:gd name="connsiteY13" fmla="*/ 1236575 h 1486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49144" h="1486806">
                        <a:moveTo>
                          <a:pt x="6539" y="1236575"/>
                        </a:moveTo>
                        <a:lnTo>
                          <a:pt x="7089" y="1233085"/>
                        </a:lnTo>
                        <a:lnTo>
                          <a:pt x="13004" y="1234004"/>
                        </a:lnTo>
                        <a:lnTo>
                          <a:pt x="976242" y="14216"/>
                        </a:lnTo>
                        <a:lnTo>
                          <a:pt x="1538087" y="1477991"/>
                        </a:lnTo>
                        <a:lnTo>
                          <a:pt x="13004" y="1234004"/>
                        </a:lnTo>
                        <a:lnTo>
                          <a:pt x="9257" y="1238779"/>
                        </a:lnTo>
                        <a:lnTo>
                          <a:pt x="6539" y="1236575"/>
                        </a:lnTo>
                        <a:lnTo>
                          <a:pt x="5988" y="1240065"/>
                        </a:lnTo>
                        <a:lnTo>
                          <a:pt x="1549144" y="1486807"/>
                        </a:lnTo>
                        <a:lnTo>
                          <a:pt x="978262" y="0"/>
                        </a:lnTo>
                        <a:lnTo>
                          <a:pt x="0" y="1239147"/>
                        </a:lnTo>
                        <a:lnTo>
                          <a:pt x="5988" y="1240065"/>
                        </a:lnTo>
                        <a:lnTo>
                          <a:pt x="6539" y="123657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67" name="Freeform: Shape 2766">
                    <a:extLst>
                      <a:ext uri="{FF2B5EF4-FFF2-40B4-BE49-F238E27FC236}">
                        <a16:creationId xmlns:a16="http://schemas.microsoft.com/office/drawing/2014/main" id="{6AEF1570-2283-BFE1-E0E5-08462D2968AC}"/>
                      </a:ext>
                    </a:extLst>
                  </p:cNvPr>
                  <p:cNvSpPr/>
                  <p:nvPr/>
                </p:nvSpPr>
                <p:spPr>
                  <a:xfrm>
                    <a:off x="8902694" y="2686974"/>
                    <a:ext cx="985975" cy="998906"/>
                  </a:xfrm>
                  <a:custGeom>
                    <a:avLst/>
                    <a:gdLst>
                      <a:gd name="connsiteX0" fmla="*/ 4702 w 985975"/>
                      <a:gd name="connsiteY0" fmla="*/ 580690 h 998906"/>
                      <a:gd name="connsiteX1" fmla="*/ 5950 w 985975"/>
                      <a:gd name="connsiteY1" fmla="*/ 577531 h 998906"/>
                      <a:gd name="connsiteX2" fmla="*/ 9220 w 985975"/>
                      <a:gd name="connsiteY2" fmla="*/ 578817 h 998906"/>
                      <a:gd name="connsiteX3" fmla="*/ 248211 w 985975"/>
                      <a:gd name="connsiteY3" fmla="*/ 14032 h 998906"/>
                      <a:gd name="connsiteX4" fmla="*/ 964817 w 985975"/>
                      <a:gd name="connsiteY4" fmla="*/ 982303 h 998906"/>
                      <a:gd name="connsiteX5" fmla="*/ 9220 w 985975"/>
                      <a:gd name="connsiteY5" fmla="*/ 578817 h 998906"/>
                      <a:gd name="connsiteX6" fmla="*/ 7824 w 985975"/>
                      <a:gd name="connsiteY6" fmla="*/ 582160 h 998906"/>
                      <a:gd name="connsiteX7" fmla="*/ 4702 w 985975"/>
                      <a:gd name="connsiteY7" fmla="*/ 580690 h 998906"/>
                      <a:gd name="connsiteX8" fmla="*/ 3269 w 985975"/>
                      <a:gd name="connsiteY8" fmla="*/ 583996 h 998906"/>
                      <a:gd name="connsiteX9" fmla="*/ 985976 w 985975"/>
                      <a:gd name="connsiteY9" fmla="*/ 998906 h 998906"/>
                      <a:gd name="connsiteX10" fmla="*/ 246558 w 985975"/>
                      <a:gd name="connsiteY10" fmla="*/ 0 h 998906"/>
                      <a:gd name="connsiteX11" fmla="*/ 0 w 985975"/>
                      <a:gd name="connsiteY11" fmla="*/ 582711 h 998906"/>
                      <a:gd name="connsiteX12" fmla="*/ 3269 w 985975"/>
                      <a:gd name="connsiteY12" fmla="*/ 583996 h 998906"/>
                      <a:gd name="connsiteX13" fmla="*/ 4702 w 985975"/>
                      <a:gd name="connsiteY13" fmla="*/ 580690 h 998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5975" h="998906">
                        <a:moveTo>
                          <a:pt x="4702" y="580690"/>
                        </a:moveTo>
                        <a:lnTo>
                          <a:pt x="5950" y="577531"/>
                        </a:lnTo>
                        <a:lnTo>
                          <a:pt x="9220" y="578817"/>
                        </a:lnTo>
                        <a:lnTo>
                          <a:pt x="248211" y="14032"/>
                        </a:lnTo>
                        <a:lnTo>
                          <a:pt x="964817" y="982303"/>
                        </a:lnTo>
                        <a:lnTo>
                          <a:pt x="9220" y="578817"/>
                        </a:lnTo>
                        <a:lnTo>
                          <a:pt x="7824" y="582160"/>
                        </a:lnTo>
                        <a:lnTo>
                          <a:pt x="4702" y="580690"/>
                        </a:lnTo>
                        <a:lnTo>
                          <a:pt x="3269" y="583996"/>
                        </a:lnTo>
                        <a:lnTo>
                          <a:pt x="985976" y="998906"/>
                        </a:lnTo>
                        <a:lnTo>
                          <a:pt x="246558" y="0"/>
                        </a:lnTo>
                        <a:lnTo>
                          <a:pt x="0" y="582711"/>
                        </a:lnTo>
                        <a:lnTo>
                          <a:pt x="3269" y="583996"/>
                        </a:lnTo>
                        <a:lnTo>
                          <a:pt x="4702" y="58069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68" name="Freeform: Shape 2767">
                    <a:extLst>
                      <a:ext uri="{FF2B5EF4-FFF2-40B4-BE49-F238E27FC236}">
                        <a16:creationId xmlns:a16="http://schemas.microsoft.com/office/drawing/2014/main" id="{8242BD97-A08A-47EC-9715-8C7DB0411D4D}"/>
                      </a:ext>
                    </a:extLst>
                  </p:cNvPr>
                  <p:cNvSpPr/>
                  <p:nvPr/>
                </p:nvSpPr>
                <p:spPr>
                  <a:xfrm>
                    <a:off x="8907396" y="3264505"/>
                    <a:ext cx="4518" cy="4628"/>
                  </a:xfrm>
                  <a:custGeom>
                    <a:avLst/>
                    <a:gdLst>
                      <a:gd name="connsiteX0" fmla="*/ 4518 w 4518"/>
                      <a:gd name="connsiteY0" fmla="*/ 1286 h 4628"/>
                      <a:gd name="connsiteX1" fmla="*/ 1248 w 4518"/>
                      <a:gd name="connsiteY1" fmla="*/ 0 h 4628"/>
                      <a:gd name="connsiteX2" fmla="*/ 0 w 4518"/>
                      <a:gd name="connsiteY2" fmla="*/ 3159 h 4628"/>
                      <a:gd name="connsiteX3" fmla="*/ 3122 w 4518"/>
                      <a:gd name="connsiteY3" fmla="*/ 4629 h 4628"/>
                      <a:gd name="connsiteX4" fmla="*/ 4518 w 4518"/>
                      <a:gd name="connsiteY4" fmla="*/ 1286 h 46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8" h="4628">
                        <a:moveTo>
                          <a:pt x="4518" y="1286"/>
                        </a:moveTo>
                        <a:lnTo>
                          <a:pt x="1248" y="0"/>
                        </a:lnTo>
                        <a:lnTo>
                          <a:pt x="0" y="3159"/>
                        </a:lnTo>
                        <a:lnTo>
                          <a:pt x="3122" y="4629"/>
                        </a:lnTo>
                        <a:lnTo>
                          <a:pt x="4518" y="128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69" name="Freeform: Shape 2768">
                    <a:extLst>
                      <a:ext uri="{FF2B5EF4-FFF2-40B4-BE49-F238E27FC236}">
                        <a16:creationId xmlns:a16="http://schemas.microsoft.com/office/drawing/2014/main" id="{83668C35-18C5-0030-7CF4-C6A46BB71FEE}"/>
                      </a:ext>
                    </a:extLst>
                  </p:cNvPr>
                  <p:cNvSpPr/>
                  <p:nvPr/>
                </p:nvSpPr>
                <p:spPr>
                  <a:xfrm>
                    <a:off x="8905008" y="3264505"/>
                    <a:ext cx="979290" cy="663672"/>
                  </a:xfrm>
                  <a:custGeom>
                    <a:avLst/>
                    <a:gdLst>
                      <a:gd name="connsiteX0" fmla="*/ 732879 w 979290"/>
                      <a:gd name="connsiteY0" fmla="*/ 661468 h 663672"/>
                      <a:gd name="connsiteX1" fmla="*/ 730382 w 979290"/>
                      <a:gd name="connsiteY1" fmla="*/ 658860 h 663672"/>
                      <a:gd name="connsiteX2" fmla="*/ 727921 w 979290"/>
                      <a:gd name="connsiteY2" fmla="*/ 656289 h 663672"/>
                      <a:gd name="connsiteX3" fmla="*/ 730271 w 979290"/>
                      <a:gd name="connsiteY3" fmla="*/ 654085 h 663672"/>
                      <a:gd name="connsiteX4" fmla="*/ 20351 w 979290"/>
                      <a:gd name="connsiteY4" fmla="*/ 14767 h 663672"/>
                      <a:gd name="connsiteX5" fmla="*/ 966874 w 979290"/>
                      <a:gd name="connsiteY5" fmla="*/ 414359 h 663672"/>
                      <a:gd name="connsiteX6" fmla="*/ 730271 w 979290"/>
                      <a:gd name="connsiteY6" fmla="*/ 654085 h 663672"/>
                      <a:gd name="connsiteX7" fmla="*/ 732806 w 979290"/>
                      <a:gd name="connsiteY7" fmla="*/ 656289 h 663672"/>
                      <a:gd name="connsiteX8" fmla="*/ 730382 w 979290"/>
                      <a:gd name="connsiteY8" fmla="*/ 658860 h 663672"/>
                      <a:gd name="connsiteX9" fmla="*/ 732879 w 979290"/>
                      <a:gd name="connsiteY9" fmla="*/ 661468 h 663672"/>
                      <a:gd name="connsiteX10" fmla="*/ 979291 w 979290"/>
                      <a:gd name="connsiteY10" fmla="*/ 411788 h 663672"/>
                      <a:gd name="connsiteX11" fmla="*/ 3637 w 979290"/>
                      <a:gd name="connsiteY11" fmla="*/ 0 h 663672"/>
                      <a:gd name="connsiteX12" fmla="*/ 0 w 979290"/>
                      <a:gd name="connsiteY12" fmla="*/ 5914 h 663672"/>
                      <a:gd name="connsiteX13" fmla="*/ 730639 w 979290"/>
                      <a:gd name="connsiteY13" fmla="*/ 663673 h 663672"/>
                      <a:gd name="connsiteX14" fmla="*/ 732879 w 979290"/>
                      <a:gd name="connsiteY14" fmla="*/ 661468 h 66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9290" h="663672">
                        <a:moveTo>
                          <a:pt x="732879" y="661468"/>
                        </a:moveTo>
                        <a:lnTo>
                          <a:pt x="730382" y="658860"/>
                        </a:lnTo>
                        <a:lnTo>
                          <a:pt x="727921" y="656289"/>
                        </a:lnTo>
                        <a:lnTo>
                          <a:pt x="730271" y="654085"/>
                        </a:lnTo>
                        <a:lnTo>
                          <a:pt x="20351" y="14767"/>
                        </a:lnTo>
                        <a:lnTo>
                          <a:pt x="966874" y="414359"/>
                        </a:lnTo>
                        <a:lnTo>
                          <a:pt x="730271" y="654085"/>
                        </a:lnTo>
                        <a:lnTo>
                          <a:pt x="732806" y="656289"/>
                        </a:lnTo>
                        <a:lnTo>
                          <a:pt x="730382" y="658860"/>
                        </a:lnTo>
                        <a:lnTo>
                          <a:pt x="732879" y="661468"/>
                        </a:lnTo>
                        <a:lnTo>
                          <a:pt x="979291" y="411788"/>
                        </a:lnTo>
                        <a:lnTo>
                          <a:pt x="3637" y="0"/>
                        </a:lnTo>
                        <a:lnTo>
                          <a:pt x="0" y="5914"/>
                        </a:lnTo>
                        <a:lnTo>
                          <a:pt x="730639" y="663673"/>
                        </a:lnTo>
                        <a:lnTo>
                          <a:pt x="732879" y="661468"/>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70" name="Freeform: Shape 2769">
                    <a:extLst>
                      <a:ext uri="{FF2B5EF4-FFF2-40B4-BE49-F238E27FC236}">
                        <a16:creationId xmlns:a16="http://schemas.microsoft.com/office/drawing/2014/main" id="{433F195F-ADD6-476D-4B5F-6DC6C7FFDEA7}"/>
                      </a:ext>
                    </a:extLst>
                  </p:cNvPr>
                  <p:cNvSpPr/>
                  <p:nvPr/>
                </p:nvSpPr>
                <p:spPr>
                  <a:xfrm>
                    <a:off x="9632929" y="3918590"/>
                    <a:ext cx="4885" cy="4775"/>
                  </a:xfrm>
                  <a:custGeom>
                    <a:avLst/>
                    <a:gdLst>
                      <a:gd name="connsiteX0" fmla="*/ 4885 w 4885"/>
                      <a:gd name="connsiteY0" fmla="*/ 2204 h 4775"/>
                      <a:gd name="connsiteX1" fmla="*/ 2351 w 4885"/>
                      <a:gd name="connsiteY1" fmla="*/ 0 h 4775"/>
                      <a:gd name="connsiteX2" fmla="*/ 0 w 4885"/>
                      <a:gd name="connsiteY2" fmla="*/ 2204 h 4775"/>
                      <a:gd name="connsiteX3" fmla="*/ 2461 w 4885"/>
                      <a:gd name="connsiteY3" fmla="*/ 4775 h 4775"/>
                      <a:gd name="connsiteX4" fmla="*/ 4885 w 4885"/>
                      <a:gd name="connsiteY4" fmla="*/ 2204 h 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5" h="4775">
                        <a:moveTo>
                          <a:pt x="4885" y="2204"/>
                        </a:moveTo>
                        <a:lnTo>
                          <a:pt x="2351" y="0"/>
                        </a:lnTo>
                        <a:lnTo>
                          <a:pt x="0" y="2204"/>
                        </a:lnTo>
                        <a:lnTo>
                          <a:pt x="2461" y="4775"/>
                        </a:lnTo>
                        <a:lnTo>
                          <a:pt x="4885" y="220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71" name="Freeform: Shape 2770">
                    <a:extLst>
                      <a:ext uri="{FF2B5EF4-FFF2-40B4-BE49-F238E27FC236}">
                        <a16:creationId xmlns:a16="http://schemas.microsoft.com/office/drawing/2014/main" id="{820AD898-7013-08E7-1259-93038E8DBFD7}"/>
                      </a:ext>
                    </a:extLst>
                  </p:cNvPr>
                  <p:cNvSpPr/>
                  <p:nvPr/>
                </p:nvSpPr>
                <p:spPr>
                  <a:xfrm>
                    <a:off x="9876365" y="3672950"/>
                    <a:ext cx="4591" cy="4628"/>
                  </a:xfrm>
                  <a:custGeom>
                    <a:avLst/>
                    <a:gdLst>
                      <a:gd name="connsiteX0" fmla="*/ 4592 w 4591"/>
                      <a:gd name="connsiteY0" fmla="*/ 2425 h 4628"/>
                      <a:gd name="connsiteX1" fmla="*/ 2791 w 4591"/>
                      <a:gd name="connsiteY1" fmla="*/ 0 h 4628"/>
                      <a:gd name="connsiteX2" fmla="*/ 0 w 4591"/>
                      <a:gd name="connsiteY2" fmla="*/ 1469 h 4628"/>
                      <a:gd name="connsiteX3" fmla="*/ 1763 w 4591"/>
                      <a:gd name="connsiteY3" fmla="*/ 4629 h 4628"/>
                      <a:gd name="connsiteX4" fmla="*/ 4592 w 4591"/>
                      <a:gd name="connsiteY4" fmla="*/ 2425 h 46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1" h="4628">
                        <a:moveTo>
                          <a:pt x="4592" y="2425"/>
                        </a:moveTo>
                        <a:lnTo>
                          <a:pt x="2791" y="0"/>
                        </a:lnTo>
                        <a:lnTo>
                          <a:pt x="0" y="1469"/>
                        </a:lnTo>
                        <a:lnTo>
                          <a:pt x="1763" y="4629"/>
                        </a:lnTo>
                        <a:lnTo>
                          <a:pt x="4592" y="2425"/>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72" name="Freeform: Shape 2771">
                    <a:extLst>
                      <a:ext uri="{FF2B5EF4-FFF2-40B4-BE49-F238E27FC236}">
                        <a16:creationId xmlns:a16="http://schemas.microsoft.com/office/drawing/2014/main" id="{F3A069BF-64AC-70C9-B74A-CDFC2C355570}"/>
                      </a:ext>
                    </a:extLst>
                  </p:cNvPr>
                  <p:cNvSpPr/>
                  <p:nvPr/>
                </p:nvSpPr>
                <p:spPr>
                  <a:xfrm>
                    <a:off x="9141979" y="2688994"/>
                    <a:ext cx="1960491" cy="993175"/>
                  </a:xfrm>
                  <a:custGeom>
                    <a:avLst/>
                    <a:gdLst>
                      <a:gd name="connsiteX0" fmla="*/ 737839 w 1960491"/>
                      <a:gd name="connsiteY0" fmla="*/ 991707 h 993175"/>
                      <a:gd name="connsiteX1" fmla="*/ 736149 w 1960491"/>
                      <a:gd name="connsiteY1" fmla="*/ 988584 h 993175"/>
                      <a:gd name="connsiteX2" fmla="*/ 734386 w 1960491"/>
                      <a:gd name="connsiteY2" fmla="*/ 985425 h 993175"/>
                      <a:gd name="connsiteX3" fmla="*/ 737177 w 1960491"/>
                      <a:gd name="connsiteY3" fmla="*/ 983956 h 993175"/>
                      <a:gd name="connsiteX4" fmla="*/ 16237 w 1960491"/>
                      <a:gd name="connsiteY4" fmla="*/ 9992 h 993175"/>
                      <a:gd name="connsiteX5" fmla="*/ 1938818 w 1960491"/>
                      <a:gd name="connsiteY5" fmla="*/ 334683 h 993175"/>
                      <a:gd name="connsiteX6" fmla="*/ 737177 w 1960491"/>
                      <a:gd name="connsiteY6" fmla="*/ 983956 h 993175"/>
                      <a:gd name="connsiteX7" fmla="*/ 738978 w 1960491"/>
                      <a:gd name="connsiteY7" fmla="*/ 986380 h 993175"/>
                      <a:gd name="connsiteX8" fmla="*/ 736149 w 1960491"/>
                      <a:gd name="connsiteY8" fmla="*/ 988584 h 993175"/>
                      <a:gd name="connsiteX9" fmla="*/ 737839 w 1960491"/>
                      <a:gd name="connsiteY9" fmla="*/ 991707 h 993175"/>
                      <a:gd name="connsiteX10" fmla="*/ 1960491 w 1960491"/>
                      <a:gd name="connsiteY10" fmla="*/ 331010 h 993175"/>
                      <a:gd name="connsiteX11" fmla="*/ 0 w 1960491"/>
                      <a:gd name="connsiteY11" fmla="*/ 0 h 993175"/>
                      <a:gd name="connsiteX12" fmla="*/ 735047 w 1960491"/>
                      <a:gd name="connsiteY12" fmla="*/ 993176 h 993175"/>
                      <a:gd name="connsiteX13" fmla="*/ 737839 w 1960491"/>
                      <a:gd name="connsiteY13" fmla="*/ 991707 h 99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60491" h="993175">
                        <a:moveTo>
                          <a:pt x="737839" y="991707"/>
                        </a:moveTo>
                        <a:lnTo>
                          <a:pt x="736149" y="988584"/>
                        </a:lnTo>
                        <a:lnTo>
                          <a:pt x="734386" y="985425"/>
                        </a:lnTo>
                        <a:lnTo>
                          <a:pt x="737177" y="983956"/>
                        </a:lnTo>
                        <a:lnTo>
                          <a:pt x="16237" y="9992"/>
                        </a:lnTo>
                        <a:lnTo>
                          <a:pt x="1938818" y="334683"/>
                        </a:lnTo>
                        <a:lnTo>
                          <a:pt x="737177" y="983956"/>
                        </a:lnTo>
                        <a:lnTo>
                          <a:pt x="738978" y="986380"/>
                        </a:lnTo>
                        <a:lnTo>
                          <a:pt x="736149" y="988584"/>
                        </a:lnTo>
                        <a:lnTo>
                          <a:pt x="737839" y="991707"/>
                        </a:lnTo>
                        <a:lnTo>
                          <a:pt x="1960491" y="331010"/>
                        </a:lnTo>
                        <a:lnTo>
                          <a:pt x="0" y="0"/>
                        </a:lnTo>
                        <a:lnTo>
                          <a:pt x="735047" y="993176"/>
                        </a:lnTo>
                        <a:lnTo>
                          <a:pt x="737839" y="99170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73" name="Freeform: Shape 2772">
                    <a:extLst>
                      <a:ext uri="{FF2B5EF4-FFF2-40B4-BE49-F238E27FC236}">
                        <a16:creationId xmlns:a16="http://schemas.microsoft.com/office/drawing/2014/main" id="{CB1464B5-C468-DDBA-F647-286D397D60B1}"/>
                      </a:ext>
                    </a:extLst>
                  </p:cNvPr>
                  <p:cNvSpPr/>
                  <p:nvPr/>
                </p:nvSpPr>
                <p:spPr>
                  <a:xfrm>
                    <a:off x="9626904" y="3674970"/>
                    <a:ext cx="254566" cy="251921"/>
                  </a:xfrm>
                  <a:custGeom>
                    <a:avLst/>
                    <a:gdLst>
                      <a:gd name="connsiteX0" fmla="*/ 173825 w 254566"/>
                      <a:gd name="connsiteY0" fmla="*/ 249497 h 251921"/>
                      <a:gd name="connsiteX1" fmla="*/ 170373 w 254566"/>
                      <a:gd name="connsiteY1" fmla="*/ 248395 h 251921"/>
                      <a:gd name="connsiteX2" fmla="*/ 166956 w 254566"/>
                      <a:gd name="connsiteY2" fmla="*/ 247293 h 251921"/>
                      <a:gd name="connsiteX3" fmla="*/ 167764 w 254566"/>
                      <a:gd name="connsiteY3" fmla="*/ 244905 h 251921"/>
                      <a:gd name="connsiteX4" fmla="*/ 17082 w 254566"/>
                      <a:gd name="connsiteY4" fmla="*/ 244905 h 251921"/>
                      <a:gd name="connsiteX5" fmla="*/ 243142 w 254566"/>
                      <a:gd name="connsiteY5" fmla="*/ 15685 h 251921"/>
                      <a:gd name="connsiteX6" fmla="*/ 167764 w 254566"/>
                      <a:gd name="connsiteY6" fmla="*/ 244905 h 251921"/>
                      <a:gd name="connsiteX7" fmla="*/ 170373 w 254566"/>
                      <a:gd name="connsiteY7" fmla="*/ 244905 h 251921"/>
                      <a:gd name="connsiteX8" fmla="*/ 170373 w 254566"/>
                      <a:gd name="connsiteY8" fmla="*/ 248395 h 251921"/>
                      <a:gd name="connsiteX9" fmla="*/ 173825 w 254566"/>
                      <a:gd name="connsiteY9" fmla="*/ 249497 h 251921"/>
                      <a:gd name="connsiteX10" fmla="*/ 254567 w 254566"/>
                      <a:gd name="connsiteY10" fmla="*/ 3710 h 251921"/>
                      <a:gd name="connsiteX11" fmla="*/ 248689 w 254566"/>
                      <a:gd name="connsiteY11" fmla="*/ 0 h 251921"/>
                      <a:gd name="connsiteX12" fmla="*/ 0 w 254566"/>
                      <a:gd name="connsiteY12" fmla="*/ 251921 h 251921"/>
                      <a:gd name="connsiteX13" fmla="*/ 172944 w 254566"/>
                      <a:gd name="connsiteY13" fmla="*/ 251921 h 251921"/>
                      <a:gd name="connsiteX14" fmla="*/ 173825 w 254566"/>
                      <a:gd name="connsiteY14" fmla="*/ 249497 h 25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566" h="251921">
                        <a:moveTo>
                          <a:pt x="173825" y="249497"/>
                        </a:moveTo>
                        <a:lnTo>
                          <a:pt x="170373" y="248395"/>
                        </a:lnTo>
                        <a:lnTo>
                          <a:pt x="166956" y="247293"/>
                        </a:lnTo>
                        <a:lnTo>
                          <a:pt x="167764" y="244905"/>
                        </a:lnTo>
                        <a:lnTo>
                          <a:pt x="17082" y="244905"/>
                        </a:lnTo>
                        <a:lnTo>
                          <a:pt x="243142" y="15685"/>
                        </a:lnTo>
                        <a:lnTo>
                          <a:pt x="167764" y="244905"/>
                        </a:lnTo>
                        <a:lnTo>
                          <a:pt x="170373" y="244905"/>
                        </a:lnTo>
                        <a:lnTo>
                          <a:pt x="170373" y="248395"/>
                        </a:lnTo>
                        <a:lnTo>
                          <a:pt x="173825" y="249497"/>
                        </a:lnTo>
                        <a:lnTo>
                          <a:pt x="254567" y="3710"/>
                        </a:lnTo>
                        <a:lnTo>
                          <a:pt x="248689" y="0"/>
                        </a:lnTo>
                        <a:lnTo>
                          <a:pt x="0" y="251921"/>
                        </a:lnTo>
                        <a:lnTo>
                          <a:pt x="172944" y="251921"/>
                        </a:lnTo>
                        <a:lnTo>
                          <a:pt x="173825" y="24949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74" name="Freeform: Shape 2773">
                    <a:extLst>
                      <a:ext uri="{FF2B5EF4-FFF2-40B4-BE49-F238E27FC236}">
                        <a16:creationId xmlns:a16="http://schemas.microsoft.com/office/drawing/2014/main" id="{28213F5A-8925-73C7-F15E-ABD759D2796B}"/>
                      </a:ext>
                    </a:extLst>
                  </p:cNvPr>
                  <p:cNvSpPr/>
                  <p:nvPr/>
                </p:nvSpPr>
                <p:spPr>
                  <a:xfrm>
                    <a:off x="9793860" y="3919875"/>
                    <a:ext cx="3416" cy="3489"/>
                  </a:xfrm>
                  <a:custGeom>
                    <a:avLst/>
                    <a:gdLst>
                      <a:gd name="connsiteX0" fmla="*/ 3417 w 3416"/>
                      <a:gd name="connsiteY0" fmla="*/ 0 h 3489"/>
                      <a:gd name="connsiteX1" fmla="*/ 808 w 3416"/>
                      <a:gd name="connsiteY1" fmla="*/ 0 h 3489"/>
                      <a:gd name="connsiteX2" fmla="*/ 0 w 3416"/>
                      <a:gd name="connsiteY2" fmla="*/ 2388 h 3489"/>
                      <a:gd name="connsiteX3" fmla="*/ 3417 w 3416"/>
                      <a:gd name="connsiteY3" fmla="*/ 3490 h 3489"/>
                      <a:gd name="connsiteX4" fmla="*/ 3417 w 3416"/>
                      <a:gd name="connsiteY4" fmla="*/ 0 h 3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6" h="3489">
                        <a:moveTo>
                          <a:pt x="3417" y="0"/>
                        </a:moveTo>
                        <a:lnTo>
                          <a:pt x="808" y="0"/>
                        </a:lnTo>
                        <a:lnTo>
                          <a:pt x="0" y="2388"/>
                        </a:lnTo>
                        <a:lnTo>
                          <a:pt x="3417" y="3490"/>
                        </a:lnTo>
                        <a:lnTo>
                          <a:pt x="3417" y="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75" name="Freeform: Shape 2774">
                    <a:extLst>
                      <a:ext uri="{FF2B5EF4-FFF2-40B4-BE49-F238E27FC236}">
                        <a16:creationId xmlns:a16="http://schemas.microsoft.com/office/drawing/2014/main" id="{9474DC41-A906-6A92-9369-28ADC98AFD9D}"/>
                      </a:ext>
                    </a:extLst>
                  </p:cNvPr>
                  <p:cNvSpPr/>
                  <p:nvPr/>
                </p:nvSpPr>
                <p:spPr>
                  <a:xfrm>
                    <a:off x="9797276" y="3920243"/>
                    <a:ext cx="4371" cy="4224"/>
                  </a:xfrm>
                  <a:custGeom>
                    <a:avLst/>
                    <a:gdLst>
                      <a:gd name="connsiteX0" fmla="*/ 4371 w 4371"/>
                      <a:gd name="connsiteY0" fmla="*/ 1286 h 4224"/>
                      <a:gd name="connsiteX1" fmla="*/ 1616 w 4371"/>
                      <a:gd name="connsiteY1" fmla="*/ 0 h 4224"/>
                      <a:gd name="connsiteX2" fmla="*/ 0 w 4371"/>
                      <a:gd name="connsiteY2" fmla="*/ 3123 h 4224"/>
                      <a:gd name="connsiteX3" fmla="*/ 3453 w 4371"/>
                      <a:gd name="connsiteY3" fmla="*/ 4224 h 4224"/>
                      <a:gd name="connsiteX4" fmla="*/ 4371 w 4371"/>
                      <a:gd name="connsiteY4" fmla="*/ 1286 h 4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1" h="4224">
                        <a:moveTo>
                          <a:pt x="4371" y="1286"/>
                        </a:moveTo>
                        <a:lnTo>
                          <a:pt x="1616" y="0"/>
                        </a:lnTo>
                        <a:lnTo>
                          <a:pt x="0" y="3123"/>
                        </a:lnTo>
                        <a:lnTo>
                          <a:pt x="3453" y="4224"/>
                        </a:lnTo>
                        <a:lnTo>
                          <a:pt x="4371" y="128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76" name="Freeform: Shape 2775">
                    <a:extLst>
                      <a:ext uri="{FF2B5EF4-FFF2-40B4-BE49-F238E27FC236}">
                        <a16:creationId xmlns:a16="http://schemas.microsoft.com/office/drawing/2014/main" id="{CC1F01CE-01A8-FAEA-7950-B7EB61EDDF03}"/>
                      </a:ext>
                    </a:extLst>
                  </p:cNvPr>
                  <p:cNvSpPr/>
                  <p:nvPr/>
                </p:nvSpPr>
                <p:spPr>
                  <a:xfrm>
                    <a:off x="9792941" y="3670929"/>
                    <a:ext cx="654011" cy="583445"/>
                  </a:xfrm>
                  <a:custGeom>
                    <a:avLst/>
                    <a:gdLst>
                      <a:gd name="connsiteX0" fmla="*/ 4335 w 654011"/>
                      <a:gd name="connsiteY0" fmla="*/ 252436 h 583445"/>
                      <a:gd name="connsiteX1" fmla="*/ 5951 w 654011"/>
                      <a:gd name="connsiteY1" fmla="*/ 249313 h 583445"/>
                      <a:gd name="connsiteX2" fmla="*/ 8706 w 654011"/>
                      <a:gd name="connsiteY2" fmla="*/ 250599 h 583445"/>
                      <a:gd name="connsiteX3" fmla="*/ 86656 w 654011"/>
                      <a:gd name="connsiteY3" fmla="*/ 13261 h 583445"/>
                      <a:gd name="connsiteX4" fmla="*/ 633698 w 654011"/>
                      <a:gd name="connsiteY4" fmla="*/ 567209 h 583445"/>
                      <a:gd name="connsiteX5" fmla="*/ 8706 w 654011"/>
                      <a:gd name="connsiteY5" fmla="*/ 250599 h 583445"/>
                      <a:gd name="connsiteX6" fmla="*/ 7788 w 654011"/>
                      <a:gd name="connsiteY6" fmla="*/ 253538 h 583445"/>
                      <a:gd name="connsiteX7" fmla="*/ 4335 w 654011"/>
                      <a:gd name="connsiteY7" fmla="*/ 252436 h 583445"/>
                      <a:gd name="connsiteX8" fmla="*/ 2755 w 654011"/>
                      <a:gd name="connsiteY8" fmla="*/ 255595 h 583445"/>
                      <a:gd name="connsiteX9" fmla="*/ 649935 w 654011"/>
                      <a:gd name="connsiteY9" fmla="*/ 583445 h 583445"/>
                      <a:gd name="connsiteX10" fmla="*/ 654012 w 654011"/>
                      <a:gd name="connsiteY10" fmla="*/ 577715 h 583445"/>
                      <a:gd name="connsiteX11" fmla="*/ 83643 w 654011"/>
                      <a:gd name="connsiteY11" fmla="*/ 0 h 583445"/>
                      <a:gd name="connsiteX12" fmla="*/ 0 w 654011"/>
                      <a:gd name="connsiteY12" fmla="*/ 254273 h 583445"/>
                      <a:gd name="connsiteX13" fmla="*/ 2755 w 654011"/>
                      <a:gd name="connsiteY13" fmla="*/ 255595 h 583445"/>
                      <a:gd name="connsiteX14" fmla="*/ 4335 w 654011"/>
                      <a:gd name="connsiteY14" fmla="*/ 252436 h 583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11" h="583445">
                        <a:moveTo>
                          <a:pt x="4335" y="252436"/>
                        </a:moveTo>
                        <a:lnTo>
                          <a:pt x="5951" y="249313"/>
                        </a:lnTo>
                        <a:lnTo>
                          <a:pt x="8706" y="250599"/>
                        </a:lnTo>
                        <a:lnTo>
                          <a:pt x="86656" y="13261"/>
                        </a:lnTo>
                        <a:lnTo>
                          <a:pt x="633698" y="567209"/>
                        </a:lnTo>
                        <a:lnTo>
                          <a:pt x="8706" y="250599"/>
                        </a:lnTo>
                        <a:lnTo>
                          <a:pt x="7788" y="253538"/>
                        </a:lnTo>
                        <a:lnTo>
                          <a:pt x="4335" y="252436"/>
                        </a:lnTo>
                        <a:lnTo>
                          <a:pt x="2755" y="255595"/>
                        </a:lnTo>
                        <a:lnTo>
                          <a:pt x="649935" y="583445"/>
                        </a:lnTo>
                        <a:lnTo>
                          <a:pt x="654012" y="577715"/>
                        </a:lnTo>
                        <a:lnTo>
                          <a:pt x="83643" y="0"/>
                        </a:lnTo>
                        <a:lnTo>
                          <a:pt x="0" y="254273"/>
                        </a:lnTo>
                        <a:lnTo>
                          <a:pt x="2755" y="255595"/>
                        </a:lnTo>
                        <a:lnTo>
                          <a:pt x="4335" y="252436"/>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77" name="Freeform: Shape 2776">
                    <a:extLst>
                      <a:ext uri="{FF2B5EF4-FFF2-40B4-BE49-F238E27FC236}">
                        <a16:creationId xmlns:a16="http://schemas.microsoft.com/office/drawing/2014/main" id="{226F321B-D8F8-F9DE-F020-4120EB114305}"/>
                      </a:ext>
                    </a:extLst>
                  </p:cNvPr>
                  <p:cNvSpPr/>
                  <p:nvPr/>
                </p:nvSpPr>
                <p:spPr>
                  <a:xfrm>
                    <a:off x="10441847" y="4246073"/>
                    <a:ext cx="5105" cy="5179"/>
                  </a:xfrm>
                  <a:custGeom>
                    <a:avLst/>
                    <a:gdLst>
                      <a:gd name="connsiteX0" fmla="*/ 5106 w 5105"/>
                      <a:gd name="connsiteY0" fmla="*/ 2571 h 5179"/>
                      <a:gd name="connsiteX1" fmla="*/ 2534 w 5105"/>
                      <a:gd name="connsiteY1" fmla="*/ 0 h 5179"/>
                      <a:gd name="connsiteX2" fmla="*/ 0 w 5105"/>
                      <a:gd name="connsiteY2" fmla="*/ 2755 h 5179"/>
                      <a:gd name="connsiteX3" fmla="*/ 2608 w 5105"/>
                      <a:gd name="connsiteY3" fmla="*/ 5179 h 5179"/>
                      <a:gd name="connsiteX4" fmla="*/ 5106 w 5105"/>
                      <a:gd name="connsiteY4" fmla="*/ 2571 h 5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5" h="5179">
                        <a:moveTo>
                          <a:pt x="5106" y="2571"/>
                        </a:moveTo>
                        <a:lnTo>
                          <a:pt x="2534" y="0"/>
                        </a:lnTo>
                        <a:lnTo>
                          <a:pt x="0" y="2755"/>
                        </a:lnTo>
                        <a:lnTo>
                          <a:pt x="2608" y="5179"/>
                        </a:lnTo>
                        <a:lnTo>
                          <a:pt x="5106" y="2571"/>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78" name="Freeform: Shape 2777">
                    <a:extLst>
                      <a:ext uri="{FF2B5EF4-FFF2-40B4-BE49-F238E27FC236}">
                        <a16:creationId xmlns:a16="http://schemas.microsoft.com/office/drawing/2014/main" id="{E2DACFCC-C0D5-9863-7361-722426CCCBC9}"/>
                      </a:ext>
                    </a:extLst>
                  </p:cNvPr>
                  <p:cNvSpPr/>
                  <p:nvPr/>
                </p:nvSpPr>
                <p:spPr>
                  <a:xfrm>
                    <a:off x="9871148" y="3343630"/>
                    <a:ext cx="1392474" cy="912765"/>
                  </a:xfrm>
                  <a:custGeom>
                    <a:avLst/>
                    <a:gdLst>
                      <a:gd name="connsiteX0" fmla="*/ 575842 w 1392474"/>
                      <a:gd name="connsiteY0" fmla="*/ 910010 h 912765"/>
                      <a:gd name="connsiteX1" fmla="*/ 573307 w 1392474"/>
                      <a:gd name="connsiteY1" fmla="*/ 907622 h 912765"/>
                      <a:gd name="connsiteX2" fmla="*/ 570699 w 1392474"/>
                      <a:gd name="connsiteY2" fmla="*/ 905198 h 912765"/>
                      <a:gd name="connsiteX3" fmla="*/ 573234 w 1392474"/>
                      <a:gd name="connsiteY3" fmla="*/ 902443 h 912765"/>
                      <a:gd name="connsiteX4" fmla="*/ 13886 w 1392474"/>
                      <a:gd name="connsiteY4" fmla="*/ 335969 h 912765"/>
                      <a:gd name="connsiteX5" fmla="*/ 1371977 w 1392474"/>
                      <a:gd name="connsiteY5" fmla="*/ 12159 h 912765"/>
                      <a:gd name="connsiteX6" fmla="*/ 573234 w 1392474"/>
                      <a:gd name="connsiteY6" fmla="*/ 902443 h 912765"/>
                      <a:gd name="connsiteX7" fmla="*/ 575805 w 1392474"/>
                      <a:gd name="connsiteY7" fmla="*/ 905014 h 912765"/>
                      <a:gd name="connsiteX8" fmla="*/ 573307 w 1392474"/>
                      <a:gd name="connsiteY8" fmla="*/ 907622 h 912765"/>
                      <a:gd name="connsiteX9" fmla="*/ 575842 w 1392474"/>
                      <a:gd name="connsiteY9" fmla="*/ 910010 h 912765"/>
                      <a:gd name="connsiteX10" fmla="*/ 1392474 w 1392474"/>
                      <a:gd name="connsiteY10" fmla="*/ 0 h 912765"/>
                      <a:gd name="connsiteX11" fmla="*/ 0 w 1392474"/>
                      <a:gd name="connsiteY11" fmla="*/ 331928 h 912765"/>
                      <a:gd name="connsiteX12" fmla="*/ 573381 w 1392474"/>
                      <a:gd name="connsiteY12" fmla="*/ 912765 h 912765"/>
                      <a:gd name="connsiteX13" fmla="*/ 575842 w 1392474"/>
                      <a:gd name="connsiteY13" fmla="*/ 910010 h 91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92474" h="912765">
                        <a:moveTo>
                          <a:pt x="575842" y="910010"/>
                        </a:moveTo>
                        <a:lnTo>
                          <a:pt x="573307" y="907622"/>
                        </a:lnTo>
                        <a:lnTo>
                          <a:pt x="570699" y="905198"/>
                        </a:lnTo>
                        <a:lnTo>
                          <a:pt x="573234" y="902443"/>
                        </a:lnTo>
                        <a:lnTo>
                          <a:pt x="13886" y="335969"/>
                        </a:lnTo>
                        <a:lnTo>
                          <a:pt x="1371977" y="12159"/>
                        </a:lnTo>
                        <a:lnTo>
                          <a:pt x="573234" y="902443"/>
                        </a:lnTo>
                        <a:lnTo>
                          <a:pt x="575805" y="905014"/>
                        </a:lnTo>
                        <a:lnTo>
                          <a:pt x="573307" y="907622"/>
                        </a:lnTo>
                        <a:lnTo>
                          <a:pt x="575842" y="910010"/>
                        </a:lnTo>
                        <a:lnTo>
                          <a:pt x="1392474" y="0"/>
                        </a:lnTo>
                        <a:lnTo>
                          <a:pt x="0" y="331928"/>
                        </a:lnTo>
                        <a:lnTo>
                          <a:pt x="573381" y="912765"/>
                        </a:lnTo>
                        <a:lnTo>
                          <a:pt x="575842" y="91001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79" name="Freeform: Shape 2778">
                    <a:extLst>
                      <a:ext uri="{FF2B5EF4-FFF2-40B4-BE49-F238E27FC236}">
                        <a16:creationId xmlns:a16="http://schemas.microsoft.com/office/drawing/2014/main" id="{FA02964C-C047-5B8C-4479-A113F2D343AA}"/>
                      </a:ext>
                    </a:extLst>
                  </p:cNvPr>
                  <p:cNvSpPr/>
                  <p:nvPr/>
                </p:nvSpPr>
                <p:spPr>
                  <a:xfrm>
                    <a:off x="9876365" y="3016881"/>
                    <a:ext cx="1382187" cy="664186"/>
                  </a:xfrm>
                  <a:custGeom>
                    <a:avLst/>
                    <a:gdLst>
                      <a:gd name="connsiteX0" fmla="*/ 1763 w 1382187"/>
                      <a:gd name="connsiteY0" fmla="*/ 660697 h 664186"/>
                      <a:gd name="connsiteX1" fmla="*/ 954 w 1382187"/>
                      <a:gd name="connsiteY1" fmla="*/ 657171 h 664186"/>
                      <a:gd name="connsiteX2" fmla="*/ 27367 w 1382187"/>
                      <a:gd name="connsiteY2" fmla="*/ 650926 h 664186"/>
                      <a:gd name="connsiteX3" fmla="*/ 1213690 w 1382187"/>
                      <a:gd name="connsiteY3" fmla="*/ 9771 h 664186"/>
                      <a:gd name="connsiteX4" fmla="*/ 1371866 w 1382187"/>
                      <a:gd name="connsiteY4" fmla="*/ 330422 h 664186"/>
                      <a:gd name="connsiteX5" fmla="*/ 27367 w 1382187"/>
                      <a:gd name="connsiteY5" fmla="*/ 650926 h 664186"/>
                      <a:gd name="connsiteX6" fmla="*/ 3453 w 1382187"/>
                      <a:gd name="connsiteY6" fmla="*/ 663819 h 664186"/>
                      <a:gd name="connsiteX7" fmla="*/ 1763 w 1382187"/>
                      <a:gd name="connsiteY7" fmla="*/ 660697 h 664186"/>
                      <a:gd name="connsiteX8" fmla="*/ 2571 w 1382187"/>
                      <a:gd name="connsiteY8" fmla="*/ 664187 h 664186"/>
                      <a:gd name="connsiteX9" fmla="*/ 1382188 w 1382187"/>
                      <a:gd name="connsiteY9" fmla="*/ 335234 h 664186"/>
                      <a:gd name="connsiteX10" fmla="*/ 1216812 w 1382187"/>
                      <a:gd name="connsiteY10" fmla="*/ 0 h 664186"/>
                      <a:gd name="connsiteX11" fmla="*/ 0 w 1382187"/>
                      <a:gd name="connsiteY11" fmla="*/ 657538 h 664186"/>
                      <a:gd name="connsiteX12" fmla="*/ 2571 w 1382187"/>
                      <a:gd name="connsiteY12" fmla="*/ 664187 h 664186"/>
                      <a:gd name="connsiteX13" fmla="*/ 1763 w 1382187"/>
                      <a:gd name="connsiteY13" fmla="*/ 660697 h 664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82187" h="664186">
                        <a:moveTo>
                          <a:pt x="1763" y="660697"/>
                        </a:moveTo>
                        <a:lnTo>
                          <a:pt x="954" y="657171"/>
                        </a:lnTo>
                        <a:lnTo>
                          <a:pt x="27367" y="650926"/>
                        </a:lnTo>
                        <a:lnTo>
                          <a:pt x="1213690" y="9771"/>
                        </a:lnTo>
                        <a:lnTo>
                          <a:pt x="1371866" y="330422"/>
                        </a:lnTo>
                        <a:lnTo>
                          <a:pt x="27367" y="650926"/>
                        </a:lnTo>
                        <a:lnTo>
                          <a:pt x="3453" y="663819"/>
                        </a:lnTo>
                        <a:lnTo>
                          <a:pt x="1763" y="660697"/>
                        </a:lnTo>
                        <a:lnTo>
                          <a:pt x="2571" y="664187"/>
                        </a:lnTo>
                        <a:lnTo>
                          <a:pt x="1382188" y="335234"/>
                        </a:lnTo>
                        <a:lnTo>
                          <a:pt x="1216812" y="0"/>
                        </a:lnTo>
                        <a:lnTo>
                          <a:pt x="0" y="657538"/>
                        </a:lnTo>
                        <a:lnTo>
                          <a:pt x="2571" y="664187"/>
                        </a:lnTo>
                        <a:lnTo>
                          <a:pt x="1763" y="660697"/>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80" name="Freeform: Shape 2779">
                    <a:extLst>
                      <a:ext uri="{FF2B5EF4-FFF2-40B4-BE49-F238E27FC236}">
                        <a16:creationId xmlns:a16="http://schemas.microsoft.com/office/drawing/2014/main" id="{56CB5D49-4336-ED29-C650-3A0F586B00A3}"/>
                      </a:ext>
                    </a:extLst>
                  </p:cNvPr>
                  <p:cNvSpPr/>
                  <p:nvPr/>
                </p:nvSpPr>
                <p:spPr>
                  <a:xfrm>
                    <a:off x="9877319" y="3667807"/>
                    <a:ext cx="26412" cy="12893"/>
                  </a:xfrm>
                  <a:custGeom>
                    <a:avLst/>
                    <a:gdLst>
                      <a:gd name="connsiteX0" fmla="*/ 2499 w 26412"/>
                      <a:gd name="connsiteY0" fmla="*/ 12894 h 12893"/>
                      <a:gd name="connsiteX1" fmla="*/ 26412 w 26412"/>
                      <a:gd name="connsiteY1" fmla="*/ 0 h 12893"/>
                      <a:gd name="connsiteX2" fmla="*/ 0 w 26412"/>
                      <a:gd name="connsiteY2" fmla="*/ 6245 h 12893"/>
                      <a:gd name="connsiteX3" fmla="*/ 809 w 26412"/>
                      <a:gd name="connsiteY3" fmla="*/ 9771 h 12893"/>
                      <a:gd name="connsiteX4" fmla="*/ 2499 w 26412"/>
                      <a:gd name="connsiteY4" fmla="*/ 12894 h 128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2" h="12893">
                        <a:moveTo>
                          <a:pt x="2499" y="12894"/>
                        </a:moveTo>
                        <a:lnTo>
                          <a:pt x="26412" y="0"/>
                        </a:lnTo>
                        <a:lnTo>
                          <a:pt x="0" y="6245"/>
                        </a:lnTo>
                        <a:lnTo>
                          <a:pt x="809" y="9771"/>
                        </a:lnTo>
                        <a:lnTo>
                          <a:pt x="2499" y="12894"/>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81" name="Freeform: Shape 2780">
                    <a:extLst>
                      <a:ext uri="{FF2B5EF4-FFF2-40B4-BE49-F238E27FC236}">
                        <a16:creationId xmlns:a16="http://schemas.microsoft.com/office/drawing/2014/main" id="{FF31450C-FA0A-0680-D9A7-5C334540639F}"/>
                      </a:ext>
                    </a:extLst>
                  </p:cNvPr>
                  <p:cNvSpPr/>
                  <p:nvPr/>
                </p:nvSpPr>
                <p:spPr>
                  <a:xfrm>
                    <a:off x="10444455" y="4247726"/>
                    <a:ext cx="6428" cy="5914"/>
                  </a:xfrm>
                  <a:custGeom>
                    <a:avLst/>
                    <a:gdLst>
                      <a:gd name="connsiteX0" fmla="*/ 6428 w 6428"/>
                      <a:gd name="connsiteY0" fmla="*/ 1469 h 5914"/>
                      <a:gd name="connsiteX1" fmla="*/ 955 w 6428"/>
                      <a:gd name="connsiteY1" fmla="*/ 0 h 5914"/>
                      <a:gd name="connsiteX2" fmla="*/ 0 w 6428"/>
                      <a:gd name="connsiteY2" fmla="*/ 3526 h 5914"/>
                      <a:gd name="connsiteX3" fmla="*/ 2534 w 6428"/>
                      <a:gd name="connsiteY3" fmla="*/ 5914 h 5914"/>
                      <a:gd name="connsiteX4" fmla="*/ 6428 w 6428"/>
                      <a:gd name="connsiteY4" fmla="*/ 1469 h 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28" h="5914">
                        <a:moveTo>
                          <a:pt x="6428" y="1469"/>
                        </a:moveTo>
                        <a:lnTo>
                          <a:pt x="955" y="0"/>
                        </a:lnTo>
                        <a:lnTo>
                          <a:pt x="0" y="3526"/>
                        </a:lnTo>
                        <a:lnTo>
                          <a:pt x="2534" y="5914"/>
                        </a:lnTo>
                        <a:lnTo>
                          <a:pt x="6428" y="1469"/>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82" name="Freeform: Shape 2781">
                    <a:extLst>
                      <a:ext uri="{FF2B5EF4-FFF2-40B4-BE49-F238E27FC236}">
                        <a16:creationId xmlns:a16="http://schemas.microsoft.com/office/drawing/2014/main" id="{AF7BA718-A6C8-B7A7-C504-D66D7DCB90FC}"/>
                      </a:ext>
                    </a:extLst>
                  </p:cNvPr>
                  <p:cNvSpPr/>
                  <p:nvPr/>
                </p:nvSpPr>
                <p:spPr>
                  <a:xfrm>
                    <a:off x="10437990" y="3343997"/>
                    <a:ext cx="1754083" cy="1359009"/>
                  </a:xfrm>
                  <a:custGeom>
                    <a:avLst/>
                    <a:gdLst>
                      <a:gd name="connsiteX0" fmla="*/ 0 w 1754083"/>
                      <a:gd name="connsiteY0" fmla="*/ 909092 h 1359009"/>
                      <a:gd name="connsiteX1" fmla="*/ 5584 w 1754083"/>
                      <a:gd name="connsiteY1" fmla="*/ 910745 h 1359009"/>
                      <a:gd name="connsiteX2" fmla="*/ 6465 w 1754083"/>
                      <a:gd name="connsiteY2" fmla="*/ 907255 h 1359009"/>
                      <a:gd name="connsiteX3" fmla="*/ 7420 w 1754083"/>
                      <a:gd name="connsiteY3" fmla="*/ 903729 h 1359009"/>
                      <a:gd name="connsiteX4" fmla="*/ 12894 w 1754083"/>
                      <a:gd name="connsiteY4" fmla="*/ 905198 h 1359009"/>
                      <a:gd name="connsiteX5" fmla="*/ 815089 w 1754083"/>
                      <a:gd name="connsiteY5" fmla="*/ 11424 h 1359009"/>
                      <a:gd name="connsiteX6" fmla="*/ 1754083 w 1754083"/>
                      <a:gd name="connsiteY6" fmla="*/ 1359009 h 1359009"/>
                      <a:gd name="connsiteX7" fmla="*/ 1754083 w 1754083"/>
                      <a:gd name="connsiteY7" fmla="*/ 1346630 h 1359009"/>
                      <a:gd name="connsiteX8" fmla="*/ 815678 w 1754083"/>
                      <a:gd name="connsiteY8" fmla="*/ 0 h 1359009"/>
                      <a:gd name="connsiteX9" fmla="*/ 0 w 1754083"/>
                      <a:gd name="connsiteY9" fmla="*/ 909092 h 1359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4083" h="1359009">
                        <a:moveTo>
                          <a:pt x="0" y="909092"/>
                        </a:moveTo>
                        <a:lnTo>
                          <a:pt x="5584" y="910745"/>
                        </a:lnTo>
                        <a:lnTo>
                          <a:pt x="6465" y="907255"/>
                        </a:lnTo>
                        <a:lnTo>
                          <a:pt x="7420" y="903729"/>
                        </a:lnTo>
                        <a:lnTo>
                          <a:pt x="12894" y="905198"/>
                        </a:lnTo>
                        <a:lnTo>
                          <a:pt x="815089" y="11424"/>
                        </a:lnTo>
                        <a:lnTo>
                          <a:pt x="1754083" y="1359009"/>
                        </a:lnTo>
                        <a:lnTo>
                          <a:pt x="1754083" y="1346630"/>
                        </a:lnTo>
                        <a:lnTo>
                          <a:pt x="815678" y="0"/>
                        </a:lnTo>
                        <a:lnTo>
                          <a:pt x="0" y="909092"/>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83" name="Freeform: Shape 2782">
                    <a:extLst>
                      <a:ext uri="{FF2B5EF4-FFF2-40B4-BE49-F238E27FC236}">
                        <a16:creationId xmlns:a16="http://schemas.microsoft.com/office/drawing/2014/main" id="{C55CCA30-0C53-FB09-B7E3-DF5CC4D08602}"/>
                      </a:ext>
                    </a:extLst>
                  </p:cNvPr>
                  <p:cNvSpPr/>
                  <p:nvPr/>
                </p:nvSpPr>
                <p:spPr>
                  <a:xfrm>
                    <a:off x="11247055" y="3240371"/>
                    <a:ext cx="945017" cy="1462819"/>
                  </a:xfrm>
                  <a:custGeom>
                    <a:avLst/>
                    <a:gdLst>
                      <a:gd name="connsiteX0" fmla="*/ 945018 w 945017"/>
                      <a:gd name="connsiteY0" fmla="*/ 1462820 h 1462819"/>
                      <a:gd name="connsiteX1" fmla="*/ 945018 w 945017"/>
                      <a:gd name="connsiteY1" fmla="*/ 1450256 h 1462819"/>
                      <a:gd name="connsiteX2" fmla="*/ 12673 w 945017"/>
                      <a:gd name="connsiteY2" fmla="*/ 112112 h 1462819"/>
                      <a:gd name="connsiteX3" fmla="*/ 945018 w 945017"/>
                      <a:gd name="connsiteY3" fmla="*/ 7200 h 1462819"/>
                      <a:gd name="connsiteX4" fmla="*/ 945018 w 945017"/>
                      <a:gd name="connsiteY4" fmla="*/ 0 h 1462819"/>
                      <a:gd name="connsiteX5" fmla="*/ 0 w 945017"/>
                      <a:gd name="connsiteY5" fmla="*/ 106381 h 1462819"/>
                      <a:gd name="connsiteX6" fmla="*/ 945018 w 945017"/>
                      <a:gd name="connsiteY6" fmla="*/ 1462820 h 1462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5017" h="1462819">
                        <a:moveTo>
                          <a:pt x="945018" y="1462820"/>
                        </a:moveTo>
                        <a:lnTo>
                          <a:pt x="945018" y="1450256"/>
                        </a:lnTo>
                        <a:lnTo>
                          <a:pt x="12673" y="112112"/>
                        </a:lnTo>
                        <a:lnTo>
                          <a:pt x="945018" y="7200"/>
                        </a:lnTo>
                        <a:lnTo>
                          <a:pt x="945018" y="0"/>
                        </a:lnTo>
                        <a:lnTo>
                          <a:pt x="0" y="106381"/>
                        </a:lnTo>
                        <a:lnTo>
                          <a:pt x="945018" y="1462820"/>
                        </a:ln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2629" name="Graphic 1629">
                <a:extLst>
                  <a:ext uri="{FF2B5EF4-FFF2-40B4-BE49-F238E27FC236}">
                    <a16:creationId xmlns:a16="http://schemas.microsoft.com/office/drawing/2014/main" id="{6E9EC1DB-0DAD-7874-00E7-FB34491E54A0}"/>
                  </a:ext>
                </a:extLst>
              </p:cNvPr>
              <p:cNvGrpSpPr/>
              <p:nvPr/>
            </p:nvGrpSpPr>
            <p:grpSpPr>
              <a:xfrm>
                <a:off x="5981316" y="1929005"/>
                <a:ext cx="6172406" cy="3323394"/>
                <a:chOff x="5981316" y="1929005"/>
                <a:chExt cx="6172406" cy="3323394"/>
              </a:xfrm>
              <a:grpFill/>
            </p:grpSpPr>
            <p:sp>
              <p:nvSpPr>
                <p:cNvPr id="2630" name="Freeform: Shape 2629">
                  <a:extLst>
                    <a:ext uri="{FF2B5EF4-FFF2-40B4-BE49-F238E27FC236}">
                      <a16:creationId xmlns:a16="http://schemas.microsoft.com/office/drawing/2014/main" id="{67DE3286-4702-25F0-770E-6DFE34F7E5EF}"/>
                    </a:ext>
                  </a:extLst>
                </p:cNvPr>
                <p:cNvSpPr/>
                <p:nvPr/>
              </p:nvSpPr>
              <p:spPr>
                <a:xfrm>
                  <a:off x="10201093" y="3814816"/>
                  <a:ext cx="45402" cy="45403"/>
                </a:xfrm>
                <a:custGeom>
                  <a:avLst/>
                  <a:gdLst>
                    <a:gd name="connsiteX0" fmla="*/ 22701 w 45402"/>
                    <a:gd name="connsiteY0" fmla="*/ 45403 h 45403"/>
                    <a:gd name="connsiteX1" fmla="*/ 45403 w 45402"/>
                    <a:gd name="connsiteY1" fmla="*/ 22702 h 45403"/>
                    <a:gd name="connsiteX2" fmla="*/ 22701 w 45402"/>
                    <a:gd name="connsiteY2" fmla="*/ 0 h 45403"/>
                    <a:gd name="connsiteX3" fmla="*/ 0 w 45402"/>
                    <a:gd name="connsiteY3" fmla="*/ 22702 h 45403"/>
                    <a:gd name="connsiteX4" fmla="*/ 22701 w 45402"/>
                    <a:gd name="connsiteY4" fmla="*/ 45403 h 45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02" h="45403">
                      <a:moveTo>
                        <a:pt x="22701" y="45403"/>
                      </a:moveTo>
                      <a:cubicBezTo>
                        <a:pt x="35228" y="45403"/>
                        <a:pt x="45403" y="35265"/>
                        <a:pt x="45403" y="22702"/>
                      </a:cubicBezTo>
                      <a:cubicBezTo>
                        <a:pt x="45403" y="10138"/>
                        <a:pt x="35265" y="0"/>
                        <a:pt x="22701" y="0"/>
                      </a:cubicBezTo>
                      <a:cubicBezTo>
                        <a:pt x="10139" y="0"/>
                        <a:pt x="0" y="10138"/>
                        <a:pt x="0" y="22702"/>
                      </a:cubicBezTo>
                      <a:cubicBezTo>
                        <a:pt x="0" y="35265"/>
                        <a:pt x="10175" y="45403"/>
                        <a:pt x="22701" y="45403"/>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31" name="Freeform: Shape 2630">
                  <a:extLst>
                    <a:ext uri="{FF2B5EF4-FFF2-40B4-BE49-F238E27FC236}">
                      <a16:creationId xmlns:a16="http://schemas.microsoft.com/office/drawing/2014/main" id="{F1E320B0-8837-4A47-58A4-4DAA4DCD25F6}"/>
                    </a:ext>
                  </a:extLst>
                </p:cNvPr>
                <p:cNvSpPr/>
                <p:nvPr/>
              </p:nvSpPr>
              <p:spPr>
                <a:xfrm>
                  <a:off x="8881278" y="3237873"/>
                  <a:ext cx="45366" cy="45403"/>
                </a:xfrm>
                <a:custGeom>
                  <a:avLst/>
                  <a:gdLst>
                    <a:gd name="connsiteX0" fmla="*/ 22665 w 45366"/>
                    <a:gd name="connsiteY0" fmla="*/ 45403 h 45403"/>
                    <a:gd name="connsiteX1" fmla="*/ 45367 w 45366"/>
                    <a:gd name="connsiteY1" fmla="*/ 22702 h 45403"/>
                    <a:gd name="connsiteX2" fmla="*/ 22665 w 45366"/>
                    <a:gd name="connsiteY2" fmla="*/ 0 h 45403"/>
                    <a:gd name="connsiteX3" fmla="*/ 0 w 45366"/>
                    <a:gd name="connsiteY3" fmla="*/ 22702 h 45403"/>
                    <a:gd name="connsiteX4" fmla="*/ 22665 w 45366"/>
                    <a:gd name="connsiteY4" fmla="*/ 45403 h 45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66" h="45403">
                      <a:moveTo>
                        <a:pt x="22665" y="45403"/>
                      </a:moveTo>
                      <a:cubicBezTo>
                        <a:pt x="35191" y="45403"/>
                        <a:pt x="45367" y="35265"/>
                        <a:pt x="45367" y="22702"/>
                      </a:cubicBezTo>
                      <a:cubicBezTo>
                        <a:pt x="45367" y="10139"/>
                        <a:pt x="35228" y="0"/>
                        <a:pt x="22665" y="0"/>
                      </a:cubicBezTo>
                      <a:cubicBezTo>
                        <a:pt x="10102" y="0"/>
                        <a:pt x="0" y="10139"/>
                        <a:pt x="0" y="22702"/>
                      </a:cubicBezTo>
                      <a:cubicBezTo>
                        <a:pt x="0" y="35265"/>
                        <a:pt x="10175" y="45403"/>
                        <a:pt x="22665" y="45403"/>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32" name="Freeform: Shape 2631">
                  <a:extLst>
                    <a:ext uri="{FF2B5EF4-FFF2-40B4-BE49-F238E27FC236}">
                      <a16:creationId xmlns:a16="http://schemas.microsoft.com/office/drawing/2014/main" id="{67C795FC-95FE-C900-CADE-B242BDCA92AA}"/>
                    </a:ext>
                  </a:extLst>
                </p:cNvPr>
                <p:cNvSpPr/>
                <p:nvPr/>
              </p:nvSpPr>
              <p:spPr>
                <a:xfrm>
                  <a:off x="7407328" y="2316989"/>
                  <a:ext cx="80520" cy="80520"/>
                </a:xfrm>
                <a:custGeom>
                  <a:avLst/>
                  <a:gdLst>
                    <a:gd name="connsiteX0" fmla="*/ 40260 w 80520"/>
                    <a:gd name="connsiteY0" fmla="*/ 80521 h 80520"/>
                    <a:gd name="connsiteX1" fmla="*/ 80521 w 80520"/>
                    <a:gd name="connsiteY1" fmla="*/ 40260 h 80520"/>
                    <a:gd name="connsiteX2" fmla="*/ 40260 w 80520"/>
                    <a:gd name="connsiteY2" fmla="*/ 0 h 80520"/>
                    <a:gd name="connsiteX3" fmla="*/ 0 w 80520"/>
                    <a:gd name="connsiteY3" fmla="*/ 40260 h 80520"/>
                    <a:gd name="connsiteX4" fmla="*/ 40260 w 80520"/>
                    <a:gd name="connsiteY4" fmla="*/ 80521 h 80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20" h="80520">
                      <a:moveTo>
                        <a:pt x="40260" y="80521"/>
                      </a:moveTo>
                      <a:cubicBezTo>
                        <a:pt x="62521" y="80521"/>
                        <a:pt x="80521" y="62484"/>
                        <a:pt x="80521" y="40260"/>
                      </a:cubicBezTo>
                      <a:cubicBezTo>
                        <a:pt x="80521" y="18036"/>
                        <a:pt x="62484" y="0"/>
                        <a:pt x="40260" y="0"/>
                      </a:cubicBezTo>
                      <a:cubicBezTo>
                        <a:pt x="18036" y="0"/>
                        <a:pt x="0" y="18036"/>
                        <a:pt x="0" y="40260"/>
                      </a:cubicBezTo>
                      <a:cubicBezTo>
                        <a:pt x="0" y="62484"/>
                        <a:pt x="18036" y="80521"/>
                        <a:pt x="40260" y="80521"/>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33" name="Freeform: Shape 2632">
                  <a:extLst>
                    <a:ext uri="{FF2B5EF4-FFF2-40B4-BE49-F238E27FC236}">
                      <a16:creationId xmlns:a16="http://schemas.microsoft.com/office/drawing/2014/main" id="{A0AC326E-495F-71E7-8B3A-D45F93E6E62D}"/>
                    </a:ext>
                  </a:extLst>
                </p:cNvPr>
                <p:cNvSpPr/>
                <p:nvPr/>
              </p:nvSpPr>
              <p:spPr>
                <a:xfrm>
                  <a:off x="8153175" y="2916304"/>
                  <a:ext cx="209787" cy="209751"/>
                </a:xfrm>
                <a:custGeom>
                  <a:avLst/>
                  <a:gdLst>
                    <a:gd name="connsiteX0" fmla="*/ 104876 w 209787"/>
                    <a:gd name="connsiteY0" fmla="*/ 209751 h 209751"/>
                    <a:gd name="connsiteX1" fmla="*/ 209787 w 209787"/>
                    <a:gd name="connsiteY1" fmla="*/ 104875 h 209751"/>
                    <a:gd name="connsiteX2" fmla="*/ 104876 w 209787"/>
                    <a:gd name="connsiteY2" fmla="*/ 0 h 209751"/>
                    <a:gd name="connsiteX3" fmla="*/ 0 w 209787"/>
                    <a:gd name="connsiteY3" fmla="*/ 104875 h 209751"/>
                    <a:gd name="connsiteX4" fmla="*/ 104876 w 209787"/>
                    <a:gd name="connsiteY4" fmla="*/ 209751 h 209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787" h="209751">
                      <a:moveTo>
                        <a:pt x="104876" y="209751"/>
                      </a:moveTo>
                      <a:cubicBezTo>
                        <a:pt x="162805" y="209751"/>
                        <a:pt x="209787" y="162805"/>
                        <a:pt x="209787" y="104875"/>
                      </a:cubicBezTo>
                      <a:cubicBezTo>
                        <a:pt x="209787" y="46946"/>
                        <a:pt x="162842" y="0"/>
                        <a:pt x="104876" y="0"/>
                      </a:cubicBezTo>
                      <a:cubicBezTo>
                        <a:pt x="46909" y="0"/>
                        <a:pt x="0" y="46946"/>
                        <a:pt x="0" y="104875"/>
                      </a:cubicBezTo>
                      <a:cubicBezTo>
                        <a:pt x="0" y="162805"/>
                        <a:pt x="46983" y="209751"/>
                        <a:pt x="104876" y="209751"/>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34" name="Freeform: Shape 2633">
                  <a:extLst>
                    <a:ext uri="{FF2B5EF4-FFF2-40B4-BE49-F238E27FC236}">
                      <a16:creationId xmlns:a16="http://schemas.microsoft.com/office/drawing/2014/main" id="{763615A1-3AD2-F90A-FDC1-D6306BD9F8A4}"/>
                    </a:ext>
                  </a:extLst>
                </p:cNvPr>
                <p:cNvSpPr/>
                <p:nvPr/>
              </p:nvSpPr>
              <p:spPr>
                <a:xfrm>
                  <a:off x="8733203" y="2583421"/>
                  <a:ext cx="62300" cy="62300"/>
                </a:xfrm>
                <a:custGeom>
                  <a:avLst/>
                  <a:gdLst>
                    <a:gd name="connsiteX0" fmla="*/ 31150 w 62300"/>
                    <a:gd name="connsiteY0" fmla="*/ 62301 h 62300"/>
                    <a:gd name="connsiteX1" fmla="*/ 62301 w 62300"/>
                    <a:gd name="connsiteY1" fmla="*/ 31150 h 62300"/>
                    <a:gd name="connsiteX2" fmla="*/ 31150 w 62300"/>
                    <a:gd name="connsiteY2" fmla="*/ 0 h 62300"/>
                    <a:gd name="connsiteX3" fmla="*/ 0 w 62300"/>
                    <a:gd name="connsiteY3" fmla="*/ 31150 h 62300"/>
                    <a:gd name="connsiteX4" fmla="*/ 31150 w 62300"/>
                    <a:gd name="connsiteY4" fmla="*/ 62301 h 62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300" h="62300">
                      <a:moveTo>
                        <a:pt x="31150" y="62301"/>
                      </a:moveTo>
                      <a:cubicBezTo>
                        <a:pt x="48379" y="62301"/>
                        <a:pt x="62301" y="48342"/>
                        <a:pt x="62301" y="31150"/>
                      </a:cubicBezTo>
                      <a:cubicBezTo>
                        <a:pt x="62301" y="13959"/>
                        <a:pt x="48342" y="0"/>
                        <a:pt x="31150" y="0"/>
                      </a:cubicBezTo>
                      <a:cubicBezTo>
                        <a:pt x="13959" y="0"/>
                        <a:pt x="0" y="13959"/>
                        <a:pt x="0" y="31150"/>
                      </a:cubicBezTo>
                      <a:cubicBezTo>
                        <a:pt x="0" y="48342"/>
                        <a:pt x="13959" y="62301"/>
                        <a:pt x="31150" y="62301"/>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35" name="Freeform: Shape 2634">
                  <a:extLst>
                    <a:ext uri="{FF2B5EF4-FFF2-40B4-BE49-F238E27FC236}">
                      <a16:creationId xmlns:a16="http://schemas.microsoft.com/office/drawing/2014/main" id="{00C6DA8D-3F63-457D-9CD5-DD08A5AFBF2D}"/>
                    </a:ext>
                  </a:extLst>
                </p:cNvPr>
                <p:cNvSpPr/>
                <p:nvPr/>
              </p:nvSpPr>
              <p:spPr>
                <a:xfrm>
                  <a:off x="6628936" y="3649881"/>
                  <a:ext cx="45403" cy="45366"/>
                </a:xfrm>
                <a:custGeom>
                  <a:avLst/>
                  <a:gdLst>
                    <a:gd name="connsiteX0" fmla="*/ 22702 w 45403"/>
                    <a:gd name="connsiteY0" fmla="*/ 45366 h 45366"/>
                    <a:gd name="connsiteX1" fmla="*/ 45403 w 45403"/>
                    <a:gd name="connsiteY1" fmla="*/ 22665 h 45366"/>
                    <a:gd name="connsiteX2" fmla="*/ 22702 w 45403"/>
                    <a:gd name="connsiteY2" fmla="*/ 0 h 45366"/>
                    <a:gd name="connsiteX3" fmla="*/ 0 w 45403"/>
                    <a:gd name="connsiteY3" fmla="*/ 22665 h 45366"/>
                    <a:gd name="connsiteX4" fmla="*/ 22702 w 45403"/>
                    <a:gd name="connsiteY4" fmla="*/ 45366 h 4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03" h="45366">
                      <a:moveTo>
                        <a:pt x="22702" y="45366"/>
                      </a:moveTo>
                      <a:cubicBezTo>
                        <a:pt x="35228" y="45366"/>
                        <a:pt x="45403" y="35191"/>
                        <a:pt x="45403" y="22665"/>
                      </a:cubicBezTo>
                      <a:cubicBezTo>
                        <a:pt x="45403" y="10139"/>
                        <a:pt x="35265" y="0"/>
                        <a:pt x="22702" y="0"/>
                      </a:cubicBezTo>
                      <a:cubicBezTo>
                        <a:pt x="10139" y="0"/>
                        <a:pt x="0" y="10139"/>
                        <a:pt x="0" y="22665"/>
                      </a:cubicBezTo>
                      <a:cubicBezTo>
                        <a:pt x="0" y="35191"/>
                        <a:pt x="10175" y="45366"/>
                        <a:pt x="22702" y="45366"/>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36" name="Freeform: Shape 2635">
                  <a:extLst>
                    <a:ext uri="{FF2B5EF4-FFF2-40B4-BE49-F238E27FC236}">
                      <a16:creationId xmlns:a16="http://schemas.microsoft.com/office/drawing/2014/main" id="{34247DCC-7060-BA64-6A6D-6ABC4177CC17}"/>
                    </a:ext>
                  </a:extLst>
                </p:cNvPr>
                <p:cNvSpPr/>
                <p:nvPr/>
              </p:nvSpPr>
              <p:spPr>
                <a:xfrm>
                  <a:off x="7206614" y="2339250"/>
                  <a:ext cx="45366" cy="45403"/>
                </a:xfrm>
                <a:custGeom>
                  <a:avLst/>
                  <a:gdLst>
                    <a:gd name="connsiteX0" fmla="*/ 22702 w 45366"/>
                    <a:gd name="connsiteY0" fmla="*/ 45403 h 45403"/>
                    <a:gd name="connsiteX1" fmla="*/ 45366 w 45366"/>
                    <a:gd name="connsiteY1" fmla="*/ 22702 h 45403"/>
                    <a:gd name="connsiteX2" fmla="*/ 22702 w 45366"/>
                    <a:gd name="connsiteY2" fmla="*/ 0 h 45403"/>
                    <a:gd name="connsiteX3" fmla="*/ 0 w 45366"/>
                    <a:gd name="connsiteY3" fmla="*/ 22702 h 45403"/>
                    <a:gd name="connsiteX4" fmla="*/ 22702 w 45366"/>
                    <a:gd name="connsiteY4" fmla="*/ 45403 h 45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66" h="45403">
                      <a:moveTo>
                        <a:pt x="22702" y="45403"/>
                      </a:moveTo>
                      <a:cubicBezTo>
                        <a:pt x="35228" y="45403"/>
                        <a:pt x="45366" y="35228"/>
                        <a:pt x="45366" y="22702"/>
                      </a:cubicBezTo>
                      <a:cubicBezTo>
                        <a:pt x="45366" y="10175"/>
                        <a:pt x="35228" y="0"/>
                        <a:pt x="22702" y="0"/>
                      </a:cubicBezTo>
                      <a:cubicBezTo>
                        <a:pt x="10175" y="0"/>
                        <a:pt x="0" y="10138"/>
                        <a:pt x="0" y="22702"/>
                      </a:cubicBezTo>
                      <a:cubicBezTo>
                        <a:pt x="0" y="35265"/>
                        <a:pt x="10175" y="45403"/>
                        <a:pt x="22702" y="45403"/>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37" name="Freeform: Shape 2636">
                  <a:extLst>
                    <a:ext uri="{FF2B5EF4-FFF2-40B4-BE49-F238E27FC236}">
                      <a16:creationId xmlns:a16="http://schemas.microsoft.com/office/drawing/2014/main" id="{C6908745-F106-D793-CAE9-CA400583CE8E}"/>
                    </a:ext>
                  </a:extLst>
                </p:cNvPr>
                <p:cNvSpPr/>
                <p:nvPr/>
              </p:nvSpPr>
              <p:spPr>
                <a:xfrm>
                  <a:off x="6483175" y="2254762"/>
                  <a:ext cx="45366" cy="45403"/>
                </a:xfrm>
                <a:custGeom>
                  <a:avLst/>
                  <a:gdLst>
                    <a:gd name="connsiteX0" fmla="*/ 22701 w 45366"/>
                    <a:gd name="connsiteY0" fmla="*/ 45403 h 45403"/>
                    <a:gd name="connsiteX1" fmla="*/ 45366 w 45366"/>
                    <a:gd name="connsiteY1" fmla="*/ 22702 h 45403"/>
                    <a:gd name="connsiteX2" fmla="*/ 22701 w 45366"/>
                    <a:gd name="connsiteY2" fmla="*/ 0 h 45403"/>
                    <a:gd name="connsiteX3" fmla="*/ 0 w 45366"/>
                    <a:gd name="connsiteY3" fmla="*/ 22702 h 45403"/>
                    <a:gd name="connsiteX4" fmla="*/ 22701 w 45366"/>
                    <a:gd name="connsiteY4" fmla="*/ 45403 h 45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66" h="45403">
                      <a:moveTo>
                        <a:pt x="22701" y="45403"/>
                      </a:moveTo>
                      <a:cubicBezTo>
                        <a:pt x="35228" y="45403"/>
                        <a:pt x="45366" y="35265"/>
                        <a:pt x="45366" y="22702"/>
                      </a:cubicBezTo>
                      <a:cubicBezTo>
                        <a:pt x="45366" y="10139"/>
                        <a:pt x="35191" y="0"/>
                        <a:pt x="22701" y="0"/>
                      </a:cubicBezTo>
                      <a:cubicBezTo>
                        <a:pt x="10212" y="0"/>
                        <a:pt x="0" y="10139"/>
                        <a:pt x="0" y="22702"/>
                      </a:cubicBezTo>
                      <a:cubicBezTo>
                        <a:pt x="0" y="35265"/>
                        <a:pt x="10175" y="45403"/>
                        <a:pt x="22701" y="45403"/>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38" name="Freeform: Shape 2637">
                  <a:extLst>
                    <a:ext uri="{FF2B5EF4-FFF2-40B4-BE49-F238E27FC236}">
                      <a16:creationId xmlns:a16="http://schemas.microsoft.com/office/drawing/2014/main" id="{485BE121-66F6-E226-59C0-7AD88B018325}"/>
                    </a:ext>
                  </a:extLst>
                </p:cNvPr>
                <p:cNvSpPr/>
                <p:nvPr/>
              </p:nvSpPr>
              <p:spPr>
                <a:xfrm>
                  <a:off x="6056804" y="3981111"/>
                  <a:ext cx="45403" cy="45403"/>
                </a:xfrm>
                <a:custGeom>
                  <a:avLst/>
                  <a:gdLst>
                    <a:gd name="connsiteX0" fmla="*/ 22702 w 45403"/>
                    <a:gd name="connsiteY0" fmla="*/ 45403 h 45403"/>
                    <a:gd name="connsiteX1" fmla="*/ 45403 w 45403"/>
                    <a:gd name="connsiteY1" fmla="*/ 22702 h 45403"/>
                    <a:gd name="connsiteX2" fmla="*/ 22702 w 45403"/>
                    <a:gd name="connsiteY2" fmla="*/ 0 h 45403"/>
                    <a:gd name="connsiteX3" fmla="*/ 0 w 45403"/>
                    <a:gd name="connsiteY3" fmla="*/ 22702 h 45403"/>
                    <a:gd name="connsiteX4" fmla="*/ 22702 w 45403"/>
                    <a:gd name="connsiteY4" fmla="*/ 45403 h 45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03" h="45403">
                      <a:moveTo>
                        <a:pt x="22702" y="45403"/>
                      </a:moveTo>
                      <a:cubicBezTo>
                        <a:pt x="35228" y="45403"/>
                        <a:pt x="45403" y="35265"/>
                        <a:pt x="45403" y="22702"/>
                      </a:cubicBezTo>
                      <a:cubicBezTo>
                        <a:pt x="45403" y="10139"/>
                        <a:pt x="35228" y="0"/>
                        <a:pt x="22702" y="0"/>
                      </a:cubicBezTo>
                      <a:cubicBezTo>
                        <a:pt x="10175" y="0"/>
                        <a:pt x="0" y="10139"/>
                        <a:pt x="0" y="22702"/>
                      </a:cubicBezTo>
                      <a:cubicBezTo>
                        <a:pt x="0" y="35265"/>
                        <a:pt x="10175" y="45403"/>
                        <a:pt x="22702" y="45403"/>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39" name="Freeform: Shape 2638">
                  <a:extLst>
                    <a:ext uri="{FF2B5EF4-FFF2-40B4-BE49-F238E27FC236}">
                      <a16:creationId xmlns:a16="http://schemas.microsoft.com/office/drawing/2014/main" id="{6795747E-D757-8A80-48AC-C3A8AF6E8F4F}"/>
                    </a:ext>
                  </a:extLst>
                </p:cNvPr>
                <p:cNvSpPr/>
                <p:nvPr/>
              </p:nvSpPr>
              <p:spPr>
                <a:xfrm>
                  <a:off x="6540848" y="3145670"/>
                  <a:ext cx="83092" cy="83092"/>
                </a:xfrm>
                <a:custGeom>
                  <a:avLst/>
                  <a:gdLst>
                    <a:gd name="connsiteX0" fmla="*/ 41546 w 83092"/>
                    <a:gd name="connsiteY0" fmla="*/ 83092 h 83092"/>
                    <a:gd name="connsiteX1" fmla="*/ 83092 w 83092"/>
                    <a:gd name="connsiteY1" fmla="*/ 41546 h 83092"/>
                    <a:gd name="connsiteX2" fmla="*/ 41546 w 83092"/>
                    <a:gd name="connsiteY2" fmla="*/ 0 h 83092"/>
                    <a:gd name="connsiteX3" fmla="*/ 0 w 83092"/>
                    <a:gd name="connsiteY3" fmla="*/ 41546 h 83092"/>
                    <a:gd name="connsiteX4" fmla="*/ 41546 w 83092"/>
                    <a:gd name="connsiteY4" fmla="*/ 83092 h 8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092" h="83092">
                      <a:moveTo>
                        <a:pt x="41546" y="83092"/>
                      </a:moveTo>
                      <a:cubicBezTo>
                        <a:pt x="64505" y="83092"/>
                        <a:pt x="83092" y="64468"/>
                        <a:pt x="83092" y="41546"/>
                      </a:cubicBezTo>
                      <a:cubicBezTo>
                        <a:pt x="83092" y="18624"/>
                        <a:pt x="64468" y="0"/>
                        <a:pt x="41546" y="0"/>
                      </a:cubicBezTo>
                      <a:cubicBezTo>
                        <a:pt x="18624" y="0"/>
                        <a:pt x="0" y="18587"/>
                        <a:pt x="0" y="41546"/>
                      </a:cubicBezTo>
                      <a:cubicBezTo>
                        <a:pt x="0" y="64505"/>
                        <a:pt x="18624" y="83092"/>
                        <a:pt x="41546" y="83092"/>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40" name="Freeform: Shape 2639">
                  <a:extLst>
                    <a:ext uri="{FF2B5EF4-FFF2-40B4-BE49-F238E27FC236}">
                      <a16:creationId xmlns:a16="http://schemas.microsoft.com/office/drawing/2014/main" id="{20D0D012-36FA-054E-7E6B-07D74DAEE68C}"/>
                    </a:ext>
                  </a:extLst>
                </p:cNvPr>
                <p:cNvSpPr/>
                <p:nvPr/>
              </p:nvSpPr>
              <p:spPr>
                <a:xfrm>
                  <a:off x="9792207" y="3662591"/>
                  <a:ext cx="45366" cy="45403"/>
                </a:xfrm>
                <a:custGeom>
                  <a:avLst/>
                  <a:gdLst>
                    <a:gd name="connsiteX0" fmla="*/ 22665 w 45366"/>
                    <a:gd name="connsiteY0" fmla="*/ 45403 h 45403"/>
                    <a:gd name="connsiteX1" fmla="*/ 45367 w 45366"/>
                    <a:gd name="connsiteY1" fmla="*/ 22702 h 45403"/>
                    <a:gd name="connsiteX2" fmla="*/ 22665 w 45366"/>
                    <a:gd name="connsiteY2" fmla="*/ 0 h 45403"/>
                    <a:gd name="connsiteX3" fmla="*/ 0 w 45366"/>
                    <a:gd name="connsiteY3" fmla="*/ 22702 h 45403"/>
                    <a:gd name="connsiteX4" fmla="*/ 22665 w 45366"/>
                    <a:gd name="connsiteY4" fmla="*/ 45403 h 45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66" h="45403">
                      <a:moveTo>
                        <a:pt x="22665" y="45403"/>
                      </a:moveTo>
                      <a:cubicBezTo>
                        <a:pt x="35191" y="45403"/>
                        <a:pt x="45367" y="35228"/>
                        <a:pt x="45367" y="22702"/>
                      </a:cubicBezTo>
                      <a:cubicBezTo>
                        <a:pt x="45367" y="10175"/>
                        <a:pt x="35228" y="0"/>
                        <a:pt x="22665" y="0"/>
                      </a:cubicBezTo>
                      <a:cubicBezTo>
                        <a:pt x="10102" y="0"/>
                        <a:pt x="0" y="10138"/>
                        <a:pt x="0" y="22702"/>
                      </a:cubicBezTo>
                      <a:cubicBezTo>
                        <a:pt x="0" y="35265"/>
                        <a:pt x="10139" y="45403"/>
                        <a:pt x="22665" y="45403"/>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41" name="Freeform: Shape 2640">
                  <a:extLst>
                    <a:ext uri="{FF2B5EF4-FFF2-40B4-BE49-F238E27FC236}">
                      <a16:creationId xmlns:a16="http://schemas.microsoft.com/office/drawing/2014/main" id="{A261ACAB-FE1F-E020-B1EE-E6B19A92FAD9}"/>
                    </a:ext>
                  </a:extLst>
                </p:cNvPr>
                <p:cNvSpPr/>
                <p:nvPr/>
              </p:nvSpPr>
              <p:spPr>
                <a:xfrm>
                  <a:off x="8959338" y="4954487"/>
                  <a:ext cx="95728" cy="95728"/>
                </a:xfrm>
                <a:custGeom>
                  <a:avLst/>
                  <a:gdLst>
                    <a:gd name="connsiteX0" fmla="*/ 47864 w 95728"/>
                    <a:gd name="connsiteY0" fmla="*/ 95728 h 95728"/>
                    <a:gd name="connsiteX1" fmla="*/ 95729 w 95728"/>
                    <a:gd name="connsiteY1" fmla="*/ 47864 h 95728"/>
                    <a:gd name="connsiteX2" fmla="*/ 47864 w 95728"/>
                    <a:gd name="connsiteY2" fmla="*/ 0 h 95728"/>
                    <a:gd name="connsiteX3" fmla="*/ 0 w 95728"/>
                    <a:gd name="connsiteY3" fmla="*/ 47864 h 95728"/>
                    <a:gd name="connsiteX4" fmla="*/ 47864 w 95728"/>
                    <a:gd name="connsiteY4" fmla="*/ 95728 h 95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28" h="95728">
                      <a:moveTo>
                        <a:pt x="47864" y="95728"/>
                      </a:moveTo>
                      <a:cubicBezTo>
                        <a:pt x="74313" y="95728"/>
                        <a:pt x="95729" y="74276"/>
                        <a:pt x="95729" y="47864"/>
                      </a:cubicBezTo>
                      <a:cubicBezTo>
                        <a:pt x="95729" y="21453"/>
                        <a:pt x="74313" y="0"/>
                        <a:pt x="47864" y="0"/>
                      </a:cubicBezTo>
                      <a:cubicBezTo>
                        <a:pt x="21416" y="0"/>
                        <a:pt x="0" y="21416"/>
                        <a:pt x="0" y="47864"/>
                      </a:cubicBezTo>
                      <a:cubicBezTo>
                        <a:pt x="0" y="74313"/>
                        <a:pt x="21453" y="95728"/>
                        <a:pt x="47864" y="9572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42" name="Freeform: Shape 2641">
                  <a:extLst>
                    <a:ext uri="{FF2B5EF4-FFF2-40B4-BE49-F238E27FC236}">
                      <a16:creationId xmlns:a16="http://schemas.microsoft.com/office/drawing/2014/main" id="{6BEBDEBE-B305-7F2F-B9EE-EEE5518A93D4}"/>
                    </a:ext>
                  </a:extLst>
                </p:cNvPr>
                <p:cNvSpPr/>
                <p:nvPr/>
              </p:nvSpPr>
              <p:spPr>
                <a:xfrm>
                  <a:off x="8610145" y="3467166"/>
                  <a:ext cx="95728" cy="95728"/>
                </a:xfrm>
                <a:custGeom>
                  <a:avLst/>
                  <a:gdLst>
                    <a:gd name="connsiteX0" fmla="*/ 47864 w 95728"/>
                    <a:gd name="connsiteY0" fmla="*/ 95729 h 95728"/>
                    <a:gd name="connsiteX1" fmla="*/ 95729 w 95728"/>
                    <a:gd name="connsiteY1" fmla="*/ 47864 h 95728"/>
                    <a:gd name="connsiteX2" fmla="*/ 47864 w 95728"/>
                    <a:gd name="connsiteY2" fmla="*/ 0 h 95728"/>
                    <a:gd name="connsiteX3" fmla="*/ 0 w 95728"/>
                    <a:gd name="connsiteY3" fmla="*/ 47864 h 95728"/>
                    <a:gd name="connsiteX4" fmla="*/ 47864 w 95728"/>
                    <a:gd name="connsiteY4" fmla="*/ 95729 h 95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28" h="95728">
                      <a:moveTo>
                        <a:pt x="47864" y="95729"/>
                      </a:moveTo>
                      <a:cubicBezTo>
                        <a:pt x="74313" y="95729"/>
                        <a:pt x="95729" y="74276"/>
                        <a:pt x="95729" y="47864"/>
                      </a:cubicBezTo>
                      <a:cubicBezTo>
                        <a:pt x="95729" y="21453"/>
                        <a:pt x="74313" y="0"/>
                        <a:pt x="47864" y="0"/>
                      </a:cubicBezTo>
                      <a:cubicBezTo>
                        <a:pt x="21416" y="0"/>
                        <a:pt x="0" y="21416"/>
                        <a:pt x="0" y="47864"/>
                      </a:cubicBezTo>
                      <a:cubicBezTo>
                        <a:pt x="0" y="74313"/>
                        <a:pt x="21453" y="95729"/>
                        <a:pt x="47864" y="9572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43" name="Freeform: Shape 2642">
                  <a:extLst>
                    <a:ext uri="{FF2B5EF4-FFF2-40B4-BE49-F238E27FC236}">
                      <a16:creationId xmlns:a16="http://schemas.microsoft.com/office/drawing/2014/main" id="{89942A22-5E47-D384-DA6A-451AB7D16C13}"/>
                    </a:ext>
                  </a:extLst>
                </p:cNvPr>
                <p:cNvSpPr/>
                <p:nvPr/>
              </p:nvSpPr>
              <p:spPr>
                <a:xfrm>
                  <a:off x="7036132" y="2907671"/>
                  <a:ext cx="95728" cy="95728"/>
                </a:xfrm>
                <a:custGeom>
                  <a:avLst/>
                  <a:gdLst>
                    <a:gd name="connsiteX0" fmla="*/ 47864 w 95728"/>
                    <a:gd name="connsiteY0" fmla="*/ 95729 h 95728"/>
                    <a:gd name="connsiteX1" fmla="*/ 95728 w 95728"/>
                    <a:gd name="connsiteY1" fmla="*/ 47864 h 95728"/>
                    <a:gd name="connsiteX2" fmla="*/ 47864 w 95728"/>
                    <a:gd name="connsiteY2" fmla="*/ 0 h 95728"/>
                    <a:gd name="connsiteX3" fmla="*/ 0 w 95728"/>
                    <a:gd name="connsiteY3" fmla="*/ 47864 h 95728"/>
                    <a:gd name="connsiteX4" fmla="*/ 47864 w 95728"/>
                    <a:gd name="connsiteY4" fmla="*/ 95729 h 95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28" h="95728">
                      <a:moveTo>
                        <a:pt x="47864" y="95729"/>
                      </a:moveTo>
                      <a:cubicBezTo>
                        <a:pt x="74313" y="95729"/>
                        <a:pt x="95728" y="74276"/>
                        <a:pt x="95728" y="47864"/>
                      </a:cubicBezTo>
                      <a:cubicBezTo>
                        <a:pt x="95728" y="21453"/>
                        <a:pt x="74313" y="0"/>
                        <a:pt x="47864" y="0"/>
                      </a:cubicBezTo>
                      <a:cubicBezTo>
                        <a:pt x="21416" y="0"/>
                        <a:pt x="0" y="21416"/>
                        <a:pt x="0" y="47864"/>
                      </a:cubicBezTo>
                      <a:cubicBezTo>
                        <a:pt x="0" y="74313"/>
                        <a:pt x="21453" y="95729"/>
                        <a:pt x="47864" y="9572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44" name="Freeform: Shape 2643">
                  <a:extLst>
                    <a:ext uri="{FF2B5EF4-FFF2-40B4-BE49-F238E27FC236}">
                      <a16:creationId xmlns:a16="http://schemas.microsoft.com/office/drawing/2014/main" id="{3BF3B124-F4B0-7F08-14C4-F1F206618929}"/>
                    </a:ext>
                  </a:extLst>
                </p:cNvPr>
                <p:cNvSpPr/>
                <p:nvPr/>
              </p:nvSpPr>
              <p:spPr>
                <a:xfrm>
                  <a:off x="9458956" y="3761295"/>
                  <a:ext cx="95728" cy="95728"/>
                </a:xfrm>
                <a:custGeom>
                  <a:avLst/>
                  <a:gdLst>
                    <a:gd name="connsiteX0" fmla="*/ 47864 w 95728"/>
                    <a:gd name="connsiteY0" fmla="*/ 95729 h 95728"/>
                    <a:gd name="connsiteX1" fmla="*/ 95729 w 95728"/>
                    <a:gd name="connsiteY1" fmla="*/ 47864 h 95728"/>
                    <a:gd name="connsiteX2" fmla="*/ 47864 w 95728"/>
                    <a:gd name="connsiteY2" fmla="*/ 0 h 95728"/>
                    <a:gd name="connsiteX3" fmla="*/ 0 w 95728"/>
                    <a:gd name="connsiteY3" fmla="*/ 47864 h 95728"/>
                    <a:gd name="connsiteX4" fmla="*/ 47864 w 95728"/>
                    <a:gd name="connsiteY4" fmla="*/ 95729 h 95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28" h="95728">
                      <a:moveTo>
                        <a:pt x="47864" y="95729"/>
                      </a:moveTo>
                      <a:cubicBezTo>
                        <a:pt x="74313" y="95729"/>
                        <a:pt x="95729" y="74276"/>
                        <a:pt x="95729" y="47864"/>
                      </a:cubicBezTo>
                      <a:cubicBezTo>
                        <a:pt x="95729" y="21453"/>
                        <a:pt x="74313" y="0"/>
                        <a:pt x="47864" y="0"/>
                      </a:cubicBezTo>
                      <a:cubicBezTo>
                        <a:pt x="21416" y="0"/>
                        <a:pt x="0" y="21416"/>
                        <a:pt x="0" y="47864"/>
                      </a:cubicBezTo>
                      <a:cubicBezTo>
                        <a:pt x="0" y="74313"/>
                        <a:pt x="21453" y="95729"/>
                        <a:pt x="47864" y="9572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45" name="Freeform: Shape 2644">
                  <a:extLst>
                    <a:ext uri="{FF2B5EF4-FFF2-40B4-BE49-F238E27FC236}">
                      <a16:creationId xmlns:a16="http://schemas.microsoft.com/office/drawing/2014/main" id="{F144D51A-B6B2-7A65-BD98-4F2F58A9F64B}"/>
                    </a:ext>
                  </a:extLst>
                </p:cNvPr>
                <p:cNvSpPr/>
                <p:nvPr/>
              </p:nvSpPr>
              <p:spPr>
                <a:xfrm>
                  <a:off x="10011252" y="2497169"/>
                  <a:ext cx="95728" cy="95728"/>
                </a:xfrm>
                <a:custGeom>
                  <a:avLst/>
                  <a:gdLst>
                    <a:gd name="connsiteX0" fmla="*/ 47864 w 95728"/>
                    <a:gd name="connsiteY0" fmla="*/ 95729 h 95728"/>
                    <a:gd name="connsiteX1" fmla="*/ 95728 w 95728"/>
                    <a:gd name="connsiteY1" fmla="*/ 47864 h 95728"/>
                    <a:gd name="connsiteX2" fmla="*/ 47864 w 95728"/>
                    <a:gd name="connsiteY2" fmla="*/ 0 h 95728"/>
                    <a:gd name="connsiteX3" fmla="*/ 0 w 95728"/>
                    <a:gd name="connsiteY3" fmla="*/ 47864 h 95728"/>
                    <a:gd name="connsiteX4" fmla="*/ 47864 w 95728"/>
                    <a:gd name="connsiteY4" fmla="*/ 95729 h 95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28" h="95728">
                      <a:moveTo>
                        <a:pt x="47864" y="95729"/>
                      </a:moveTo>
                      <a:cubicBezTo>
                        <a:pt x="74313" y="95729"/>
                        <a:pt x="95728" y="74276"/>
                        <a:pt x="95728" y="47864"/>
                      </a:cubicBezTo>
                      <a:cubicBezTo>
                        <a:pt x="95728" y="21453"/>
                        <a:pt x="74313" y="0"/>
                        <a:pt x="47864" y="0"/>
                      </a:cubicBezTo>
                      <a:cubicBezTo>
                        <a:pt x="21415" y="0"/>
                        <a:pt x="0" y="21416"/>
                        <a:pt x="0" y="47864"/>
                      </a:cubicBezTo>
                      <a:cubicBezTo>
                        <a:pt x="0" y="74313"/>
                        <a:pt x="21452" y="95729"/>
                        <a:pt x="47864" y="9572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46" name="Freeform: Shape 2645">
                  <a:extLst>
                    <a:ext uri="{FF2B5EF4-FFF2-40B4-BE49-F238E27FC236}">
                      <a16:creationId xmlns:a16="http://schemas.microsoft.com/office/drawing/2014/main" id="{3F69450B-92F4-7E7A-D691-CC7FFB051345}"/>
                    </a:ext>
                  </a:extLst>
                </p:cNvPr>
                <p:cNvSpPr/>
                <p:nvPr/>
              </p:nvSpPr>
              <p:spPr>
                <a:xfrm>
                  <a:off x="7293306" y="4630641"/>
                  <a:ext cx="45366" cy="45403"/>
                </a:xfrm>
                <a:custGeom>
                  <a:avLst/>
                  <a:gdLst>
                    <a:gd name="connsiteX0" fmla="*/ 22665 w 45366"/>
                    <a:gd name="connsiteY0" fmla="*/ 45403 h 45403"/>
                    <a:gd name="connsiteX1" fmla="*/ 45367 w 45366"/>
                    <a:gd name="connsiteY1" fmla="*/ 22702 h 45403"/>
                    <a:gd name="connsiteX2" fmla="*/ 22665 w 45366"/>
                    <a:gd name="connsiteY2" fmla="*/ 0 h 45403"/>
                    <a:gd name="connsiteX3" fmla="*/ 0 w 45366"/>
                    <a:gd name="connsiteY3" fmla="*/ 22702 h 45403"/>
                    <a:gd name="connsiteX4" fmla="*/ 22665 w 45366"/>
                    <a:gd name="connsiteY4" fmla="*/ 45403 h 45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66" h="45403">
                      <a:moveTo>
                        <a:pt x="22665" y="45403"/>
                      </a:moveTo>
                      <a:cubicBezTo>
                        <a:pt x="35191" y="45403"/>
                        <a:pt x="45367" y="35228"/>
                        <a:pt x="45367" y="22702"/>
                      </a:cubicBezTo>
                      <a:cubicBezTo>
                        <a:pt x="45367" y="10175"/>
                        <a:pt x="35228" y="0"/>
                        <a:pt x="22665" y="0"/>
                      </a:cubicBezTo>
                      <a:cubicBezTo>
                        <a:pt x="10102" y="0"/>
                        <a:pt x="0" y="10139"/>
                        <a:pt x="0" y="22702"/>
                      </a:cubicBezTo>
                      <a:cubicBezTo>
                        <a:pt x="0" y="35265"/>
                        <a:pt x="10139" y="45403"/>
                        <a:pt x="22665" y="45403"/>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47" name="Freeform: Shape 2646">
                  <a:extLst>
                    <a:ext uri="{FF2B5EF4-FFF2-40B4-BE49-F238E27FC236}">
                      <a16:creationId xmlns:a16="http://schemas.microsoft.com/office/drawing/2014/main" id="{4495A5AE-8A3B-8CC3-3804-0AE8BAA0682C}"/>
                    </a:ext>
                  </a:extLst>
                </p:cNvPr>
                <p:cNvSpPr/>
                <p:nvPr/>
              </p:nvSpPr>
              <p:spPr>
                <a:xfrm>
                  <a:off x="7450931" y="4518125"/>
                  <a:ext cx="45329" cy="45366"/>
                </a:xfrm>
                <a:custGeom>
                  <a:avLst/>
                  <a:gdLst>
                    <a:gd name="connsiteX0" fmla="*/ 22665 w 45329"/>
                    <a:gd name="connsiteY0" fmla="*/ 45366 h 45366"/>
                    <a:gd name="connsiteX1" fmla="*/ 45330 w 45329"/>
                    <a:gd name="connsiteY1" fmla="*/ 22702 h 45366"/>
                    <a:gd name="connsiteX2" fmla="*/ 22665 w 45329"/>
                    <a:gd name="connsiteY2" fmla="*/ 0 h 45366"/>
                    <a:gd name="connsiteX3" fmla="*/ 0 w 45329"/>
                    <a:gd name="connsiteY3" fmla="*/ 22702 h 45366"/>
                    <a:gd name="connsiteX4" fmla="*/ 22665 w 45329"/>
                    <a:gd name="connsiteY4" fmla="*/ 45366 h 4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29" h="45366">
                      <a:moveTo>
                        <a:pt x="22665" y="45366"/>
                      </a:moveTo>
                      <a:cubicBezTo>
                        <a:pt x="35191" y="45366"/>
                        <a:pt x="45330" y="35228"/>
                        <a:pt x="45330" y="22702"/>
                      </a:cubicBezTo>
                      <a:cubicBezTo>
                        <a:pt x="45330" y="10175"/>
                        <a:pt x="35191" y="0"/>
                        <a:pt x="22665" y="0"/>
                      </a:cubicBezTo>
                      <a:cubicBezTo>
                        <a:pt x="10139" y="0"/>
                        <a:pt x="0" y="10139"/>
                        <a:pt x="0" y="22702"/>
                      </a:cubicBezTo>
                      <a:cubicBezTo>
                        <a:pt x="0" y="35265"/>
                        <a:pt x="10139" y="45366"/>
                        <a:pt x="22665" y="45366"/>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48" name="Freeform: Shape 2647">
                  <a:extLst>
                    <a:ext uri="{FF2B5EF4-FFF2-40B4-BE49-F238E27FC236}">
                      <a16:creationId xmlns:a16="http://schemas.microsoft.com/office/drawing/2014/main" id="{67C413C6-28B9-96C3-EB2F-761F1B916B59}"/>
                    </a:ext>
                  </a:extLst>
                </p:cNvPr>
                <p:cNvSpPr/>
                <p:nvPr/>
              </p:nvSpPr>
              <p:spPr>
                <a:xfrm>
                  <a:off x="11821868" y="3980009"/>
                  <a:ext cx="45403" cy="45366"/>
                </a:xfrm>
                <a:custGeom>
                  <a:avLst/>
                  <a:gdLst>
                    <a:gd name="connsiteX0" fmla="*/ 22701 w 45403"/>
                    <a:gd name="connsiteY0" fmla="*/ 45366 h 45366"/>
                    <a:gd name="connsiteX1" fmla="*/ 45404 w 45403"/>
                    <a:gd name="connsiteY1" fmla="*/ 22665 h 45366"/>
                    <a:gd name="connsiteX2" fmla="*/ 22701 w 45403"/>
                    <a:gd name="connsiteY2" fmla="*/ 0 h 45366"/>
                    <a:gd name="connsiteX3" fmla="*/ 0 w 45403"/>
                    <a:gd name="connsiteY3" fmla="*/ 22665 h 45366"/>
                    <a:gd name="connsiteX4" fmla="*/ 22701 w 45403"/>
                    <a:gd name="connsiteY4" fmla="*/ 45366 h 4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03" h="45366">
                      <a:moveTo>
                        <a:pt x="22701" y="45366"/>
                      </a:moveTo>
                      <a:cubicBezTo>
                        <a:pt x="35228" y="45366"/>
                        <a:pt x="45404" y="35191"/>
                        <a:pt x="45404" y="22665"/>
                      </a:cubicBezTo>
                      <a:cubicBezTo>
                        <a:pt x="45404" y="10139"/>
                        <a:pt x="35265" y="0"/>
                        <a:pt x="22701" y="0"/>
                      </a:cubicBezTo>
                      <a:cubicBezTo>
                        <a:pt x="10139" y="0"/>
                        <a:pt x="0" y="10139"/>
                        <a:pt x="0" y="22665"/>
                      </a:cubicBezTo>
                      <a:cubicBezTo>
                        <a:pt x="0" y="35191"/>
                        <a:pt x="10175" y="45366"/>
                        <a:pt x="22701" y="45366"/>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49" name="Freeform: Shape 2648">
                  <a:extLst>
                    <a:ext uri="{FF2B5EF4-FFF2-40B4-BE49-F238E27FC236}">
                      <a16:creationId xmlns:a16="http://schemas.microsoft.com/office/drawing/2014/main" id="{CE86ADC8-4DD7-587C-2036-77CDB7A1B595}"/>
                    </a:ext>
                  </a:extLst>
                </p:cNvPr>
                <p:cNvSpPr/>
                <p:nvPr/>
              </p:nvSpPr>
              <p:spPr>
                <a:xfrm>
                  <a:off x="11628538" y="4373650"/>
                  <a:ext cx="83679" cy="83679"/>
                </a:xfrm>
                <a:custGeom>
                  <a:avLst/>
                  <a:gdLst>
                    <a:gd name="connsiteX0" fmla="*/ 41840 w 83679"/>
                    <a:gd name="connsiteY0" fmla="*/ 83680 h 83679"/>
                    <a:gd name="connsiteX1" fmla="*/ 83679 w 83679"/>
                    <a:gd name="connsiteY1" fmla="*/ 41840 h 83679"/>
                    <a:gd name="connsiteX2" fmla="*/ 41840 w 83679"/>
                    <a:gd name="connsiteY2" fmla="*/ 0 h 83679"/>
                    <a:gd name="connsiteX3" fmla="*/ 0 w 83679"/>
                    <a:gd name="connsiteY3" fmla="*/ 41840 h 83679"/>
                    <a:gd name="connsiteX4" fmla="*/ 41840 w 83679"/>
                    <a:gd name="connsiteY4" fmla="*/ 83680 h 83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79" h="83679">
                      <a:moveTo>
                        <a:pt x="41840" y="83680"/>
                      </a:moveTo>
                      <a:cubicBezTo>
                        <a:pt x="64945" y="83680"/>
                        <a:pt x="83679" y="64945"/>
                        <a:pt x="83679" y="41840"/>
                      </a:cubicBezTo>
                      <a:cubicBezTo>
                        <a:pt x="83679" y="18734"/>
                        <a:pt x="64945" y="0"/>
                        <a:pt x="41840" y="0"/>
                      </a:cubicBezTo>
                      <a:cubicBezTo>
                        <a:pt x="18734" y="0"/>
                        <a:pt x="0" y="18734"/>
                        <a:pt x="0" y="41840"/>
                      </a:cubicBezTo>
                      <a:cubicBezTo>
                        <a:pt x="0" y="64945"/>
                        <a:pt x="18734" y="83680"/>
                        <a:pt x="41840" y="8368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50" name="Freeform: Shape 2649">
                  <a:extLst>
                    <a:ext uri="{FF2B5EF4-FFF2-40B4-BE49-F238E27FC236}">
                      <a16:creationId xmlns:a16="http://schemas.microsoft.com/office/drawing/2014/main" id="{756A0C23-D2AC-2FA5-343A-0BAAC7ED2BF5}"/>
                    </a:ext>
                  </a:extLst>
                </p:cNvPr>
                <p:cNvSpPr/>
                <p:nvPr/>
              </p:nvSpPr>
              <p:spPr>
                <a:xfrm>
                  <a:off x="11224905" y="3322397"/>
                  <a:ext cx="58333" cy="58333"/>
                </a:xfrm>
                <a:custGeom>
                  <a:avLst/>
                  <a:gdLst>
                    <a:gd name="connsiteX0" fmla="*/ 29167 w 58333"/>
                    <a:gd name="connsiteY0" fmla="*/ 58334 h 58333"/>
                    <a:gd name="connsiteX1" fmla="*/ 58334 w 58333"/>
                    <a:gd name="connsiteY1" fmla="*/ 29167 h 58333"/>
                    <a:gd name="connsiteX2" fmla="*/ 29167 w 58333"/>
                    <a:gd name="connsiteY2" fmla="*/ 0 h 58333"/>
                    <a:gd name="connsiteX3" fmla="*/ 0 w 58333"/>
                    <a:gd name="connsiteY3" fmla="*/ 29167 h 58333"/>
                    <a:gd name="connsiteX4" fmla="*/ 29167 w 58333"/>
                    <a:gd name="connsiteY4" fmla="*/ 58334 h 5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333" h="58333">
                      <a:moveTo>
                        <a:pt x="29167" y="58334"/>
                      </a:moveTo>
                      <a:cubicBezTo>
                        <a:pt x="45256" y="58334"/>
                        <a:pt x="58334" y="45293"/>
                        <a:pt x="58334" y="29167"/>
                      </a:cubicBezTo>
                      <a:cubicBezTo>
                        <a:pt x="58334" y="13041"/>
                        <a:pt x="45293" y="0"/>
                        <a:pt x="29167" y="0"/>
                      </a:cubicBezTo>
                      <a:cubicBezTo>
                        <a:pt x="13041" y="0"/>
                        <a:pt x="0" y="13041"/>
                        <a:pt x="0" y="29167"/>
                      </a:cubicBezTo>
                      <a:cubicBezTo>
                        <a:pt x="0" y="45293"/>
                        <a:pt x="13041" y="58334"/>
                        <a:pt x="29167" y="58334"/>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51" name="Freeform: Shape 2650">
                  <a:extLst>
                    <a:ext uri="{FF2B5EF4-FFF2-40B4-BE49-F238E27FC236}">
                      <a16:creationId xmlns:a16="http://schemas.microsoft.com/office/drawing/2014/main" id="{743D7B0D-ED21-A0FC-34F4-D852135637F0}"/>
                    </a:ext>
                  </a:extLst>
                </p:cNvPr>
                <p:cNvSpPr/>
                <p:nvPr/>
              </p:nvSpPr>
              <p:spPr>
                <a:xfrm>
                  <a:off x="11188024" y="3084288"/>
                  <a:ext cx="45403" cy="45403"/>
                </a:xfrm>
                <a:custGeom>
                  <a:avLst/>
                  <a:gdLst>
                    <a:gd name="connsiteX0" fmla="*/ 22702 w 45403"/>
                    <a:gd name="connsiteY0" fmla="*/ 45403 h 45403"/>
                    <a:gd name="connsiteX1" fmla="*/ 45404 w 45403"/>
                    <a:gd name="connsiteY1" fmla="*/ 22702 h 45403"/>
                    <a:gd name="connsiteX2" fmla="*/ 22702 w 45403"/>
                    <a:gd name="connsiteY2" fmla="*/ 0 h 45403"/>
                    <a:gd name="connsiteX3" fmla="*/ 0 w 45403"/>
                    <a:gd name="connsiteY3" fmla="*/ 22702 h 45403"/>
                    <a:gd name="connsiteX4" fmla="*/ 22702 w 45403"/>
                    <a:gd name="connsiteY4" fmla="*/ 45403 h 45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03" h="45403">
                      <a:moveTo>
                        <a:pt x="22702" y="45403"/>
                      </a:moveTo>
                      <a:cubicBezTo>
                        <a:pt x="35228" y="45403"/>
                        <a:pt x="45404" y="35228"/>
                        <a:pt x="45404" y="22702"/>
                      </a:cubicBezTo>
                      <a:cubicBezTo>
                        <a:pt x="45404" y="10175"/>
                        <a:pt x="35265" y="0"/>
                        <a:pt x="22702" y="0"/>
                      </a:cubicBezTo>
                      <a:cubicBezTo>
                        <a:pt x="10139" y="0"/>
                        <a:pt x="0" y="10139"/>
                        <a:pt x="0" y="22702"/>
                      </a:cubicBezTo>
                      <a:cubicBezTo>
                        <a:pt x="0" y="35265"/>
                        <a:pt x="10175" y="45403"/>
                        <a:pt x="22702" y="45403"/>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52" name="Freeform: Shape 2651">
                  <a:extLst>
                    <a:ext uri="{FF2B5EF4-FFF2-40B4-BE49-F238E27FC236}">
                      <a16:creationId xmlns:a16="http://schemas.microsoft.com/office/drawing/2014/main" id="{86E180D6-E166-5ED9-EC07-96CA05F1B9F4}"/>
                    </a:ext>
                  </a:extLst>
                </p:cNvPr>
                <p:cNvSpPr/>
                <p:nvPr/>
              </p:nvSpPr>
              <p:spPr>
                <a:xfrm>
                  <a:off x="9783317" y="3904374"/>
                  <a:ext cx="51501" cy="51537"/>
                </a:xfrm>
                <a:custGeom>
                  <a:avLst/>
                  <a:gdLst>
                    <a:gd name="connsiteX0" fmla="*/ 25751 w 51501"/>
                    <a:gd name="connsiteY0" fmla="*/ 51538 h 51537"/>
                    <a:gd name="connsiteX1" fmla="*/ 51501 w 51501"/>
                    <a:gd name="connsiteY1" fmla="*/ 25787 h 51537"/>
                    <a:gd name="connsiteX2" fmla="*/ 25751 w 51501"/>
                    <a:gd name="connsiteY2" fmla="*/ 0 h 51537"/>
                    <a:gd name="connsiteX3" fmla="*/ 0 w 51501"/>
                    <a:gd name="connsiteY3" fmla="*/ 25787 h 51537"/>
                    <a:gd name="connsiteX4" fmla="*/ 25751 w 51501"/>
                    <a:gd name="connsiteY4" fmla="*/ 51538 h 51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01" h="51537">
                      <a:moveTo>
                        <a:pt x="25751" y="51538"/>
                      </a:moveTo>
                      <a:cubicBezTo>
                        <a:pt x="39966" y="51538"/>
                        <a:pt x="51501" y="40003"/>
                        <a:pt x="51501" y="25787"/>
                      </a:cubicBezTo>
                      <a:cubicBezTo>
                        <a:pt x="51501" y="11571"/>
                        <a:pt x="39966" y="0"/>
                        <a:pt x="25751" y="0"/>
                      </a:cubicBezTo>
                      <a:cubicBezTo>
                        <a:pt x="11534" y="0"/>
                        <a:pt x="0" y="11535"/>
                        <a:pt x="0" y="25787"/>
                      </a:cubicBezTo>
                      <a:cubicBezTo>
                        <a:pt x="0" y="40040"/>
                        <a:pt x="11534" y="51538"/>
                        <a:pt x="25751" y="5153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53" name="Freeform: Shape 2652">
                  <a:extLst>
                    <a:ext uri="{FF2B5EF4-FFF2-40B4-BE49-F238E27FC236}">
                      <a16:creationId xmlns:a16="http://schemas.microsoft.com/office/drawing/2014/main" id="{A5B173C3-DCC6-934F-4523-D5FCAE786C7E}"/>
                    </a:ext>
                  </a:extLst>
                </p:cNvPr>
                <p:cNvSpPr/>
                <p:nvPr/>
              </p:nvSpPr>
              <p:spPr>
                <a:xfrm>
                  <a:off x="12102222" y="3226889"/>
                  <a:ext cx="51501" cy="51537"/>
                </a:xfrm>
                <a:custGeom>
                  <a:avLst/>
                  <a:gdLst>
                    <a:gd name="connsiteX0" fmla="*/ 25751 w 51501"/>
                    <a:gd name="connsiteY0" fmla="*/ 51538 h 51537"/>
                    <a:gd name="connsiteX1" fmla="*/ 51501 w 51501"/>
                    <a:gd name="connsiteY1" fmla="*/ 25787 h 51537"/>
                    <a:gd name="connsiteX2" fmla="*/ 25751 w 51501"/>
                    <a:gd name="connsiteY2" fmla="*/ 0 h 51537"/>
                    <a:gd name="connsiteX3" fmla="*/ 0 w 51501"/>
                    <a:gd name="connsiteY3" fmla="*/ 25787 h 51537"/>
                    <a:gd name="connsiteX4" fmla="*/ 25751 w 51501"/>
                    <a:gd name="connsiteY4" fmla="*/ 51538 h 51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01" h="51537">
                      <a:moveTo>
                        <a:pt x="25751" y="51538"/>
                      </a:moveTo>
                      <a:cubicBezTo>
                        <a:pt x="39966" y="51538"/>
                        <a:pt x="51501" y="40003"/>
                        <a:pt x="51501" y="25787"/>
                      </a:cubicBezTo>
                      <a:cubicBezTo>
                        <a:pt x="51501" y="11571"/>
                        <a:pt x="39966" y="0"/>
                        <a:pt x="25751" y="0"/>
                      </a:cubicBezTo>
                      <a:cubicBezTo>
                        <a:pt x="11534" y="0"/>
                        <a:pt x="0" y="11535"/>
                        <a:pt x="0" y="25787"/>
                      </a:cubicBezTo>
                      <a:cubicBezTo>
                        <a:pt x="0" y="40040"/>
                        <a:pt x="11534" y="51538"/>
                        <a:pt x="25751" y="5153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54" name="Freeform: Shape 2653">
                  <a:extLst>
                    <a:ext uri="{FF2B5EF4-FFF2-40B4-BE49-F238E27FC236}">
                      <a16:creationId xmlns:a16="http://schemas.microsoft.com/office/drawing/2014/main" id="{0B5DFE24-A571-A1C4-51DD-99A868BD3170}"/>
                    </a:ext>
                  </a:extLst>
                </p:cNvPr>
                <p:cNvSpPr/>
                <p:nvPr/>
              </p:nvSpPr>
              <p:spPr>
                <a:xfrm>
                  <a:off x="11946947" y="4350948"/>
                  <a:ext cx="27771" cy="27771"/>
                </a:xfrm>
                <a:custGeom>
                  <a:avLst/>
                  <a:gdLst>
                    <a:gd name="connsiteX0" fmla="*/ 13886 w 27771"/>
                    <a:gd name="connsiteY0" fmla="*/ 27771 h 27771"/>
                    <a:gd name="connsiteX1" fmla="*/ 27771 w 27771"/>
                    <a:gd name="connsiteY1" fmla="*/ 13886 h 27771"/>
                    <a:gd name="connsiteX2" fmla="*/ 13886 w 27771"/>
                    <a:gd name="connsiteY2" fmla="*/ 0 h 27771"/>
                    <a:gd name="connsiteX3" fmla="*/ 0 w 27771"/>
                    <a:gd name="connsiteY3" fmla="*/ 13886 h 27771"/>
                    <a:gd name="connsiteX4" fmla="*/ 13886 w 27771"/>
                    <a:gd name="connsiteY4" fmla="*/ 27771 h 2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1" h="27771">
                      <a:moveTo>
                        <a:pt x="13886" y="27771"/>
                      </a:moveTo>
                      <a:cubicBezTo>
                        <a:pt x="21562" y="27771"/>
                        <a:pt x="27771" y="21563"/>
                        <a:pt x="27771" y="13886"/>
                      </a:cubicBezTo>
                      <a:cubicBezTo>
                        <a:pt x="27771" y="6208"/>
                        <a:pt x="21562" y="0"/>
                        <a:pt x="13886" y="0"/>
                      </a:cubicBezTo>
                      <a:cubicBezTo>
                        <a:pt x="6208" y="0"/>
                        <a:pt x="0" y="6208"/>
                        <a:pt x="0" y="13886"/>
                      </a:cubicBezTo>
                      <a:cubicBezTo>
                        <a:pt x="0" y="21563"/>
                        <a:pt x="6208" y="27771"/>
                        <a:pt x="13886" y="27771"/>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55" name="Freeform: Shape 2654">
                  <a:extLst>
                    <a:ext uri="{FF2B5EF4-FFF2-40B4-BE49-F238E27FC236}">
                      <a16:creationId xmlns:a16="http://schemas.microsoft.com/office/drawing/2014/main" id="{EAD23290-7C6C-91F6-2146-BAF96698C7CC}"/>
                    </a:ext>
                  </a:extLst>
                </p:cNvPr>
                <p:cNvSpPr/>
                <p:nvPr/>
              </p:nvSpPr>
              <p:spPr>
                <a:xfrm>
                  <a:off x="11977106" y="4401237"/>
                  <a:ext cx="56423" cy="56460"/>
                </a:xfrm>
                <a:custGeom>
                  <a:avLst/>
                  <a:gdLst>
                    <a:gd name="connsiteX0" fmla="*/ 28211 w 56423"/>
                    <a:gd name="connsiteY0" fmla="*/ 56460 h 56460"/>
                    <a:gd name="connsiteX1" fmla="*/ 56424 w 56423"/>
                    <a:gd name="connsiteY1" fmla="*/ 28248 h 56460"/>
                    <a:gd name="connsiteX2" fmla="*/ 28211 w 56423"/>
                    <a:gd name="connsiteY2" fmla="*/ 0 h 56460"/>
                    <a:gd name="connsiteX3" fmla="*/ 0 w 56423"/>
                    <a:gd name="connsiteY3" fmla="*/ 28248 h 56460"/>
                    <a:gd name="connsiteX4" fmla="*/ 28211 w 56423"/>
                    <a:gd name="connsiteY4" fmla="*/ 56460 h 56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23" h="56460">
                      <a:moveTo>
                        <a:pt x="28211" y="56460"/>
                      </a:moveTo>
                      <a:cubicBezTo>
                        <a:pt x="43787" y="56460"/>
                        <a:pt x="56424" y="43823"/>
                        <a:pt x="56424" y="28248"/>
                      </a:cubicBezTo>
                      <a:cubicBezTo>
                        <a:pt x="56424" y="12673"/>
                        <a:pt x="43787" y="0"/>
                        <a:pt x="28211" y="0"/>
                      </a:cubicBezTo>
                      <a:cubicBezTo>
                        <a:pt x="12636" y="0"/>
                        <a:pt x="0" y="12636"/>
                        <a:pt x="0" y="28248"/>
                      </a:cubicBezTo>
                      <a:cubicBezTo>
                        <a:pt x="0" y="43860"/>
                        <a:pt x="12636" y="56460"/>
                        <a:pt x="28211" y="5646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56" name="Freeform: Shape 2655">
                  <a:extLst>
                    <a:ext uri="{FF2B5EF4-FFF2-40B4-BE49-F238E27FC236}">
                      <a16:creationId xmlns:a16="http://schemas.microsoft.com/office/drawing/2014/main" id="{98FACCD9-15AA-D5FA-A7DC-06B1B731D683}"/>
                    </a:ext>
                  </a:extLst>
                </p:cNvPr>
                <p:cNvSpPr/>
                <p:nvPr/>
              </p:nvSpPr>
              <p:spPr>
                <a:xfrm>
                  <a:off x="11774482" y="4097117"/>
                  <a:ext cx="54439" cy="54439"/>
                </a:xfrm>
                <a:custGeom>
                  <a:avLst/>
                  <a:gdLst>
                    <a:gd name="connsiteX0" fmla="*/ 27220 w 54439"/>
                    <a:gd name="connsiteY0" fmla="*/ 54440 h 54439"/>
                    <a:gd name="connsiteX1" fmla="*/ 54439 w 54439"/>
                    <a:gd name="connsiteY1" fmla="*/ 27220 h 54439"/>
                    <a:gd name="connsiteX2" fmla="*/ 27220 w 54439"/>
                    <a:gd name="connsiteY2" fmla="*/ 0 h 54439"/>
                    <a:gd name="connsiteX3" fmla="*/ 0 w 54439"/>
                    <a:gd name="connsiteY3" fmla="*/ 27220 h 54439"/>
                    <a:gd name="connsiteX4" fmla="*/ 27220 w 54439"/>
                    <a:gd name="connsiteY4" fmla="*/ 54440 h 54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39" h="54439">
                      <a:moveTo>
                        <a:pt x="27220" y="54440"/>
                      </a:moveTo>
                      <a:cubicBezTo>
                        <a:pt x="42244" y="54440"/>
                        <a:pt x="54439" y="42244"/>
                        <a:pt x="54439" y="27220"/>
                      </a:cubicBezTo>
                      <a:cubicBezTo>
                        <a:pt x="54439" y="12196"/>
                        <a:pt x="42244" y="0"/>
                        <a:pt x="27220" y="0"/>
                      </a:cubicBezTo>
                      <a:cubicBezTo>
                        <a:pt x="12195" y="0"/>
                        <a:pt x="0" y="12196"/>
                        <a:pt x="0" y="27220"/>
                      </a:cubicBezTo>
                      <a:cubicBezTo>
                        <a:pt x="0" y="42244"/>
                        <a:pt x="12195" y="54440"/>
                        <a:pt x="27220" y="5444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57" name="Freeform: Shape 2656">
                  <a:extLst>
                    <a:ext uri="{FF2B5EF4-FFF2-40B4-BE49-F238E27FC236}">
                      <a16:creationId xmlns:a16="http://schemas.microsoft.com/office/drawing/2014/main" id="{D4A12DF4-75C4-7B01-9F6D-E2F933C20465}"/>
                    </a:ext>
                  </a:extLst>
                </p:cNvPr>
                <p:cNvSpPr/>
                <p:nvPr/>
              </p:nvSpPr>
              <p:spPr>
                <a:xfrm>
                  <a:off x="12063320" y="3407290"/>
                  <a:ext cx="45843" cy="45843"/>
                </a:xfrm>
                <a:custGeom>
                  <a:avLst/>
                  <a:gdLst>
                    <a:gd name="connsiteX0" fmla="*/ 22922 w 45843"/>
                    <a:gd name="connsiteY0" fmla="*/ 45844 h 45843"/>
                    <a:gd name="connsiteX1" fmla="*/ 45844 w 45843"/>
                    <a:gd name="connsiteY1" fmla="*/ 22922 h 45843"/>
                    <a:gd name="connsiteX2" fmla="*/ 22922 w 45843"/>
                    <a:gd name="connsiteY2" fmla="*/ 0 h 45843"/>
                    <a:gd name="connsiteX3" fmla="*/ 0 w 45843"/>
                    <a:gd name="connsiteY3" fmla="*/ 22922 h 45843"/>
                    <a:gd name="connsiteX4" fmla="*/ 22922 w 45843"/>
                    <a:gd name="connsiteY4" fmla="*/ 45844 h 45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43" h="45843">
                      <a:moveTo>
                        <a:pt x="22922" y="45844"/>
                      </a:moveTo>
                      <a:cubicBezTo>
                        <a:pt x="35595" y="45844"/>
                        <a:pt x="45844" y="35595"/>
                        <a:pt x="45844" y="22922"/>
                      </a:cubicBezTo>
                      <a:cubicBezTo>
                        <a:pt x="45844" y="10249"/>
                        <a:pt x="35595" y="0"/>
                        <a:pt x="22922" y="0"/>
                      </a:cubicBezTo>
                      <a:cubicBezTo>
                        <a:pt x="10249" y="0"/>
                        <a:pt x="0" y="10249"/>
                        <a:pt x="0" y="22922"/>
                      </a:cubicBezTo>
                      <a:cubicBezTo>
                        <a:pt x="0" y="35595"/>
                        <a:pt x="10249" y="45844"/>
                        <a:pt x="22922" y="45844"/>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58" name="Freeform: Shape 2657">
                  <a:extLst>
                    <a:ext uri="{FF2B5EF4-FFF2-40B4-BE49-F238E27FC236}">
                      <a16:creationId xmlns:a16="http://schemas.microsoft.com/office/drawing/2014/main" id="{AF5EA997-C317-A87B-C865-4D6C4ADC8011}"/>
                    </a:ext>
                  </a:extLst>
                </p:cNvPr>
                <p:cNvSpPr/>
                <p:nvPr/>
              </p:nvSpPr>
              <p:spPr>
                <a:xfrm>
                  <a:off x="11108164" y="3665970"/>
                  <a:ext cx="27771" cy="27770"/>
                </a:xfrm>
                <a:custGeom>
                  <a:avLst/>
                  <a:gdLst>
                    <a:gd name="connsiteX0" fmla="*/ 13886 w 27771"/>
                    <a:gd name="connsiteY0" fmla="*/ 27771 h 27770"/>
                    <a:gd name="connsiteX1" fmla="*/ 27771 w 27771"/>
                    <a:gd name="connsiteY1" fmla="*/ 13885 h 27770"/>
                    <a:gd name="connsiteX2" fmla="*/ 13886 w 27771"/>
                    <a:gd name="connsiteY2" fmla="*/ 0 h 27770"/>
                    <a:gd name="connsiteX3" fmla="*/ 0 w 27771"/>
                    <a:gd name="connsiteY3" fmla="*/ 13885 h 27770"/>
                    <a:gd name="connsiteX4" fmla="*/ 13886 w 27771"/>
                    <a:gd name="connsiteY4" fmla="*/ 27771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1" h="27770">
                      <a:moveTo>
                        <a:pt x="13886" y="27771"/>
                      </a:moveTo>
                      <a:cubicBezTo>
                        <a:pt x="21563" y="27771"/>
                        <a:pt x="27771" y="21563"/>
                        <a:pt x="27771" y="13885"/>
                      </a:cubicBezTo>
                      <a:cubicBezTo>
                        <a:pt x="27771" y="6208"/>
                        <a:pt x="21563" y="0"/>
                        <a:pt x="13886" y="0"/>
                      </a:cubicBezTo>
                      <a:cubicBezTo>
                        <a:pt x="6208" y="0"/>
                        <a:pt x="0" y="6208"/>
                        <a:pt x="0" y="13885"/>
                      </a:cubicBezTo>
                      <a:cubicBezTo>
                        <a:pt x="0" y="21563"/>
                        <a:pt x="6208" y="27771"/>
                        <a:pt x="13886" y="27771"/>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59" name="Freeform: Shape 2658">
                  <a:extLst>
                    <a:ext uri="{FF2B5EF4-FFF2-40B4-BE49-F238E27FC236}">
                      <a16:creationId xmlns:a16="http://schemas.microsoft.com/office/drawing/2014/main" id="{304CAA61-CC9F-9A7D-EAE3-A48608232BA8}"/>
                    </a:ext>
                  </a:extLst>
                </p:cNvPr>
                <p:cNvSpPr/>
                <p:nvPr/>
              </p:nvSpPr>
              <p:spPr>
                <a:xfrm>
                  <a:off x="9447459" y="3984858"/>
                  <a:ext cx="53778" cy="53778"/>
                </a:xfrm>
                <a:custGeom>
                  <a:avLst/>
                  <a:gdLst>
                    <a:gd name="connsiteX0" fmla="*/ 26889 w 53778"/>
                    <a:gd name="connsiteY0" fmla="*/ 53779 h 53778"/>
                    <a:gd name="connsiteX1" fmla="*/ 53778 w 53778"/>
                    <a:gd name="connsiteY1" fmla="*/ 26889 h 53778"/>
                    <a:gd name="connsiteX2" fmla="*/ 26889 w 53778"/>
                    <a:gd name="connsiteY2" fmla="*/ 0 h 53778"/>
                    <a:gd name="connsiteX3" fmla="*/ 0 w 53778"/>
                    <a:gd name="connsiteY3" fmla="*/ 26889 h 53778"/>
                    <a:gd name="connsiteX4" fmla="*/ 26889 w 53778"/>
                    <a:gd name="connsiteY4" fmla="*/ 53779 h 537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8" h="53778">
                      <a:moveTo>
                        <a:pt x="26889" y="53779"/>
                      </a:moveTo>
                      <a:cubicBezTo>
                        <a:pt x="41729" y="53779"/>
                        <a:pt x="53778" y="41766"/>
                        <a:pt x="53778" y="26889"/>
                      </a:cubicBezTo>
                      <a:cubicBezTo>
                        <a:pt x="53778" y="12012"/>
                        <a:pt x="41729" y="0"/>
                        <a:pt x="26889" y="0"/>
                      </a:cubicBezTo>
                      <a:cubicBezTo>
                        <a:pt x="12048" y="0"/>
                        <a:pt x="0" y="12049"/>
                        <a:pt x="0" y="26889"/>
                      </a:cubicBezTo>
                      <a:cubicBezTo>
                        <a:pt x="0" y="41730"/>
                        <a:pt x="12048" y="53779"/>
                        <a:pt x="26889" y="5377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60" name="Freeform: Shape 2659">
                  <a:extLst>
                    <a:ext uri="{FF2B5EF4-FFF2-40B4-BE49-F238E27FC236}">
                      <a16:creationId xmlns:a16="http://schemas.microsoft.com/office/drawing/2014/main" id="{0DF908BB-F606-1F92-8248-55D537B92543}"/>
                    </a:ext>
                  </a:extLst>
                </p:cNvPr>
                <p:cNvSpPr/>
                <p:nvPr/>
              </p:nvSpPr>
              <p:spPr>
                <a:xfrm>
                  <a:off x="10426088" y="4221975"/>
                  <a:ext cx="53778" cy="53778"/>
                </a:xfrm>
                <a:custGeom>
                  <a:avLst/>
                  <a:gdLst>
                    <a:gd name="connsiteX0" fmla="*/ 26890 w 53778"/>
                    <a:gd name="connsiteY0" fmla="*/ 53779 h 53778"/>
                    <a:gd name="connsiteX1" fmla="*/ 53778 w 53778"/>
                    <a:gd name="connsiteY1" fmla="*/ 26889 h 53778"/>
                    <a:gd name="connsiteX2" fmla="*/ 26890 w 53778"/>
                    <a:gd name="connsiteY2" fmla="*/ 0 h 53778"/>
                    <a:gd name="connsiteX3" fmla="*/ 0 w 53778"/>
                    <a:gd name="connsiteY3" fmla="*/ 26889 h 53778"/>
                    <a:gd name="connsiteX4" fmla="*/ 26890 w 53778"/>
                    <a:gd name="connsiteY4" fmla="*/ 53779 h 537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8" h="53778">
                      <a:moveTo>
                        <a:pt x="26890" y="53779"/>
                      </a:moveTo>
                      <a:cubicBezTo>
                        <a:pt x="41729" y="53779"/>
                        <a:pt x="53778" y="41766"/>
                        <a:pt x="53778" y="26889"/>
                      </a:cubicBezTo>
                      <a:cubicBezTo>
                        <a:pt x="53778" y="12012"/>
                        <a:pt x="41729" y="0"/>
                        <a:pt x="26890" y="0"/>
                      </a:cubicBezTo>
                      <a:cubicBezTo>
                        <a:pt x="12049" y="0"/>
                        <a:pt x="0" y="12049"/>
                        <a:pt x="0" y="26889"/>
                      </a:cubicBezTo>
                      <a:cubicBezTo>
                        <a:pt x="0" y="41730"/>
                        <a:pt x="12049" y="53779"/>
                        <a:pt x="26890" y="5377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61" name="Freeform: Shape 2660">
                  <a:extLst>
                    <a:ext uri="{FF2B5EF4-FFF2-40B4-BE49-F238E27FC236}">
                      <a16:creationId xmlns:a16="http://schemas.microsoft.com/office/drawing/2014/main" id="{DC028B4F-F5EA-3B20-07C6-F668F9DBA370}"/>
                    </a:ext>
                  </a:extLst>
                </p:cNvPr>
                <p:cNvSpPr/>
                <p:nvPr/>
              </p:nvSpPr>
              <p:spPr>
                <a:xfrm>
                  <a:off x="9741881" y="4270868"/>
                  <a:ext cx="27771" cy="27770"/>
                </a:xfrm>
                <a:custGeom>
                  <a:avLst/>
                  <a:gdLst>
                    <a:gd name="connsiteX0" fmla="*/ 13886 w 27771"/>
                    <a:gd name="connsiteY0" fmla="*/ 27771 h 27770"/>
                    <a:gd name="connsiteX1" fmla="*/ 27771 w 27771"/>
                    <a:gd name="connsiteY1" fmla="*/ 13885 h 27770"/>
                    <a:gd name="connsiteX2" fmla="*/ 13886 w 27771"/>
                    <a:gd name="connsiteY2" fmla="*/ 0 h 27770"/>
                    <a:gd name="connsiteX3" fmla="*/ 0 w 27771"/>
                    <a:gd name="connsiteY3" fmla="*/ 13885 h 27770"/>
                    <a:gd name="connsiteX4" fmla="*/ 13886 w 27771"/>
                    <a:gd name="connsiteY4" fmla="*/ 27771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1" h="27770">
                      <a:moveTo>
                        <a:pt x="13886" y="27771"/>
                      </a:moveTo>
                      <a:cubicBezTo>
                        <a:pt x="21562" y="27771"/>
                        <a:pt x="27771" y="21563"/>
                        <a:pt x="27771" y="13885"/>
                      </a:cubicBezTo>
                      <a:cubicBezTo>
                        <a:pt x="27771" y="6208"/>
                        <a:pt x="21562" y="0"/>
                        <a:pt x="13886" y="0"/>
                      </a:cubicBezTo>
                      <a:cubicBezTo>
                        <a:pt x="6208" y="0"/>
                        <a:pt x="0" y="6208"/>
                        <a:pt x="0" y="13885"/>
                      </a:cubicBezTo>
                      <a:cubicBezTo>
                        <a:pt x="0" y="21563"/>
                        <a:pt x="6208" y="27771"/>
                        <a:pt x="13886" y="27771"/>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62" name="Freeform: Shape 2661">
                  <a:extLst>
                    <a:ext uri="{FF2B5EF4-FFF2-40B4-BE49-F238E27FC236}">
                      <a16:creationId xmlns:a16="http://schemas.microsoft.com/office/drawing/2014/main" id="{3479AB4A-1C60-5559-5D74-750951B35E9D}"/>
                    </a:ext>
                  </a:extLst>
                </p:cNvPr>
                <p:cNvSpPr/>
                <p:nvPr/>
              </p:nvSpPr>
              <p:spPr>
                <a:xfrm>
                  <a:off x="9218606" y="4977225"/>
                  <a:ext cx="27771" cy="27771"/>
                </a:xfrm>
                <a:custGeom>
                  <a:avLst/>
                  <a:gdLst>
                    <a:gd name="connsiteX0" fmla="*/ 13886 w 27771"/>
                    <a:gd name="connsiteY0" fmla="*/ 27771 h 27771"/>
                    <a:gd name="connsiteX1" fmla="*/ 27771 w 27771"/>
                    <a:gd name="connsiteY1" fmla="*/ 13886 h 27771"/>
                    <a:gd name="connsiteX2" fmla="*/ 13886 w 27771"/>
                    <a:gd name="connsiteY2" fmla="*/ 0 h 27771"/>
                    <a:gd name="connsiteX3" fmla="*/ 0 w 27771"/>
                    <a:gd name="connsiteY3" fmla="*/ 13886 h 27771"/>
                    <a:gd name="connsiteX4" fmla="*/ 13886 w 27771"/>
                    <a:gd name="connsiteY4" fmla="*/ 27771 h 2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1" h="27771">
                      <a:moveTo>
                        <a:pt x="13886" y="27771"/>
                      </a:moveTo>
                      <a:cubicBezTo>
                        <a:pt x="21562" y="27771"/>
                        <a:pt x="27771" y="21563"/>
                        <a:pt x="27771" y="13886"/>
                      </a:cubicBezTo>
                      <a:cubicBezTo>
                        <a:pt x="27771" y="6208"/>
                        <a:pt x="21526" y="0"/>
                        <a:pt x="13886" y="0"/>
                      </a:cubicBezTo>
                      <a:cubicBezTo>
                        <a:pt x="6245" y="0"/>
                        <a:pt x="0" y="6208"/>
                        <a:pt x="0" y="13886"/>
                      </a:cubicBezTo>
                      <a:cubicBezTo>
                        <a:pt x="0" y="21563"/>
                        <a:pt x="6208" y="27771"/>
                        <a:pt x="13886" y="27771"/>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63" name="Freeform: Shape 2662">
                  <a:extLst>
                    <a:ext uri="{FF2B5EF4-FFF2-40B4-BE49-F238E27FC236}">
                      <a16:creationId xmlns:a16="http://schemas.microsoft.com/office/drawing/2014/main" id="{D2D8BFDA-3A05-656B-F8E4-3A852DC75341}"/>
                    </a:ext>
                  </a:extLst>
                </p:cNvPr>
                <p:cNvSpPr/>
                <p:nvPr/>
              </p:nvSpPr>
              <p:spPr>
                <a:xfrm>
                  <a:off x="7824295" y="5040995"/>
                  <a:ext cx="74717" cy="74680"/>
                </a:xfrm>
                <a:custGeom>
                  <a:avLst/>
                  <a:gdLst>
                    <a:gd name="connsiteX0" fmla="*/ 37358 w 74717"/>
                    <a:gd name="connsiteY0" fmla="*/ 74680 h 74680"/>
                    <a:gd name="connsiteX1" fmla="*/ 74717 w 74717"/>
                    <a:gd name="connsiteY1" fmla="*/ 37359 h 74680"/>
                    <a:gd name="connsiteX2" fmla="*/ 37358 w 74717"/>
                    <a:gd name="connsiteY2" fmla="*/ 0 h 74680"/>
                    <a:gd name="connsiteX3" fmla="*/ 0 w 74717"/>
                    <a:gd name="connsiteY3" fmla="*/ 37359 h 74680"/>
                    <a:gd name="connsiteX4" fmla="*/ 37358 w 74717"/>
                    <a:gd name="connsiteY4" fmla="*/ 74680 h 74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717" h="74680">
                      <a:moveTo>
                        <a:pt x="37358" y="74680"/>
                      </a:moveTo>
                      <a:cubicBezTo>
                        <a:pt x="57966" y="74680"/>
                        <a:pt x="74717" y="57966"/>
                        <a:pt x="74717" y="37359"/>
                      </a:cubicBezTo>
                      <a:cubicBezTo>
                        <a:pt x="74717" y="16751"/>
                        <a:pt x="57966" y="0"/>
                        <a:pt x="37358" y="0"/>
                      </a:cubicBezTo>
                      <a:cubicBezTo>
                        <a:pt x="16751" y="0"/>
                        <a:pt x="0" y="16714"/>
                        <a:pt x="0" y="37359"/>
                      </a:cubicBezTo>
                      <a:cubicBezTo>
                        <a:pt x="0" y="58003"/>
                        <a:pt x="16714" y="74680"/>
                        <a:pt x="37358" y="7468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64" name="Freeform: Shape 2663">
                  <a:extLst>
                    <a:ext uri="{FF2B5EF4-FFF2-40B4-BE49-F238E27FC236}">
                      <a16:creationId xmlns:a16="http://schemas.microsoft.com/office/drawing/2014/main" id="{90004032-55A9-D437-D0A9-126858A02C9B}"/>
                    </a:ext>
                  </a:extLst>
                </p:cNvPr>
                <p:cNvSpPr/>
                <p:nvPr/>
              </p:nvSpPr>
              <p:spPr>
                <a:xfrm>
                  <a:off x="7755493" y="4461958"/>
                  <a:ext cx="45182" cy="45182"/>
                </a:xfrm>
                <a:custGeom>
                  <a:avLst/>
                  <a:gdLst>
                    <a:gd name="connsiteX0" fmla="*/ 22591 w 45182"/>
                    <a:gd name="connsiteY0" fmla="*/ 45183 h 45182"/>
                    <a:gd name="connsiteX1" fmla="*/ 45183 w 45182"/>
                    <a:gd name="connsiteY1" fmla="*/ 22591 h 45182"/>
                    <a:gd name="connsiteX2" fmla="*/ 22591 w 45182"/>
                    <a:gd name="connsiteY2" fmla="*/ 0 h 45182"/>
                    <a:gd name="connsiteX3" fmla="*/ 0 w 45182"/>
                    <a:gd name="connsiteY3" fmla="*/ 22591 h 45182"/>
                    <a:gd name="connsiteX4" fmla="*/ 22591 w 45182"/>
                    <a:gd name="connsiteY4" fmla="*/ 45183 h 45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82" h="45182">
                      <a:moveTo>
                        <a:pt x="22591" y="45183"/>
                      </a:moveTo>
                      <a:cubicBezTo>
                        <a:pt x="35081" y="45183"/>
                        <a:pt x="45183" y="35081"/>
                        <a:pt x="45183" y="22591"/>
                      </a:cubicBezTo>
                      <a:cubicBezTo>
                        <a:pt x="45183" y="10102"/>
                        <a:pt x="35081" y="0"/>
                        <a:pt x="22591" y="0"/>
                      </a:cubicBezTo>
                      <a:cubicBezTo>
                        <a:pt x="10102" y="0"/>
                        <a:pt x="0" y="10102"/>
                        <a:pt x="0" y="22591"/>
                      </a:cubicBezTo>
                      <a:cubicBezTo>
                        <a:pt x="0" y="35081"/>
                        <a:pt x="10102" y="45183"/>
                        <a:pt x="22591" y="45183"/>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65" name="Freeform: Shape 2664">
                  <a:extLst>
                    <a:ext uri="{FF2B5EF4-FFF2-40B4-BE49-F238E27FC236}">
                      <a16:creationId xmlns:a16="http://schemas.microsoft.com/office/drawing/2014/main" id="{13C5CC64-259E-A7E9-FFC2-E8B69138CD90}"/>
                    </a:ext>
                  </a:extLst>
                </p:cNvPr>
                <p:cNvSpPr/>
                <p:nvPr/>
              </p:nvSpPr>
              <p:spPr>
                <a:xfrm>
                  <a:off x="9837243" y="4143879"/>
                  <a:ext cx="67810" cy="67810"/>
                </a:xfrm>
                <a:custGeom>
                  <a:avLst/>
                  <a:gdLst>
                    <a:gd name="connsiteX0" fmla="*/ 33905 w 67810"/>
                    <a:gd name="connsiteY0" fmla="*/ 67811 h 67810"/>
                    <a:gd name="connsiteX1" fmla="*/ 67811 w 67810"/>
                    <a:gd name="connsiteY1" fmla="*/ 33905 h 67810"/>
                    <a:gd name="connsiteX2" fmla="*/ 33905 w 67810"/>
                    <a:gd name="connsiteY2" fmla="*/ 0 h 67810"/>
                    <a:gd name="connsiteX3" fmla="*/ 0 w 67810"/>
                    <a:gd name="connsiteY3" fmla="*/ 33905 h 67810"/>
                    <a:gd name="connsiteX4" fmla="*/ 33905 w 67810"/>
                    <a:gd name="connsiteY4" fmla="*/ 67811 h 67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10" h="67810">
                      <a:moveTo>
                        <a:pt x="33905" y="67811"/>
                      </a:moveTo>
                      <a:cubicBezTo>
                        <a:pt x="52640" y="67811"/>
                        <a:pt x="67811" y="52640"/>
                        <a:pt x="67811" y="33905"/>
                      </a:cubicBezTo>
                      <a:cubicBezTo>
                        <a:pt x="67811" y="15171"/>
                        <a:pt x="52640" y="0"/>
                        <a:pt x="33905" y="0"/>
                      </a:cubicBezTo>
                      <a:cubicBezTo>
                        <a:pt x="15172" y="0"/>
                        <a:pt x="0" y="15171"/>
                        <a:pt x="0" y="33905"/>
                      </a:cubicBezTo>
                      <a:cubicBezTo>
                        <a:pt x="0" y="52640"/>
                        <a:pt x="15172" y="67811"/>
                        <a:pt x="33905" y="67811"/>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66" name="Freeform: Shape 2665">
                  <a:extLst>
                    <a:ext uri="{FF2B5EF4-FFF2-40B4-BE49-F238E27FC236}">
                      <a16:creationId xmlns:a16="http://schemas.microsoft.com/office/drawing/2014/main" id="{83E93136-3E78-136A-5173-698B0DD551BE}"/>
                    </a:ext>
                  </a:extLst>
                </p:cNvPr>
                <p:cNvSpPr/>
                <p:nvPr/>
              </p:nvSpPr>
              <p:spPr>
                <a:xfrm>
                  <a:off x="7469556" y="4005098"/>
                  <a:ext cx="155788" cy="155751"/>
                </a:xfrm>
                <a:custGeom>
                  <a:avLst/>
                  <a:gdLst>
                    <a:gd name="connsiteX0" fmla="*/ 77912 w 155788"/>
                    <a:gd name="connsiteY0" fmla="*/ 155752 h 155751"/>
                    <a:gd name="connsiteX1" fmla="*/ 155789 w 155788"/>
                    <a:gd name="connsiteY1" fmla="*/ 77876 h 155751"/>
                    <a:gd name="connsiteX2" fmla="*/ 77912 w 155788"/>
                    <a:gd name="connsiteY2" fmla="*/ 0 h 155751"/>
                    <a:gd name="connsiteX3" fmla="*/ 0 w 155788"/>
                    <a:gd name="connsiteY3" fmla="*/ 77876 h 155751"/>
                    <a:gd name="connsiteX4" fmla="*/ 77912 w 155788"/>
                    <a:gd name="connsiteY4" fmla="*/ 155752 h 155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788" h="155751">
                      <a:moveTo>
                        <a:pt x="77912" y="155752"/>
                      </a:moveTo>
                      <a:cubicBezTo>
                        <a:pt x="120928" y="155752"/>
                        <a:pt x="155789" y="120891"/>
                        <a:pt x="155789" y="77876"/>
                      </a:cubicBezTo>
                      <a:cubicBezTo>
                        <a:pt x="155789" y="34860"/>
                        <a:pt x="120928" y="0"/>
                        <a:pt x="77912" y="0"/>
                      </a:cubicBezTo>
                      <a:cubicBezTo>
                        <a:pt x="34897" y="0"/>
                        <a:pt x="0" y="34860"/>
                        <a:pt x="0" y="77876"/>
                      </a:cubicBezTo>
                      <a:cubicBezTo>
                        <a:pt x="0" y="120891"/>
                        <a:pt x="34860" y="155752"/>
                        <a:pt x="77912" y="155752"/>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67" name="Freeform: Shape 2666">
                  <a:extLst>
                    <a:ext uri="{FF2B5EF4-FFF2-40B4-BE49-F238E27FC236}">
                      <a16:creationId xmlns:a16="http://schemas.microsoft.com/office/drawing/2014/main" id="{F12E6F07-65DE-3CC5-42BA-06E4592C35A5}"/>
                    </a:ext>
                  </a:extLst>
                </p:cNvPr>
                <p:cNvSpPr/>
                <p:nvPr/>
              </p:nvSpPr>
              <p:spPr>
                <a:xfrm>
                  <a:off x="11360600" y="3528218"/>
                  <a:ext cx="155789" cy="155751"/>
                </a:xfrm>
                <a:custGeom>
                  <a:avLst/>
                  <a:gdLst>
                    <a:gd name="connsiteX0" fmla="*/ 77913 w 155789"/>
                    <a:gd name="connsiteY0" fmla="*/ 155752 h 155751"/>
                    <a:gd name="connsiteX1" fmla="*/ 155789 w 155789"/>
                    <a:gd name="connsiteY1" fmla="*/ 77876 h 155751"/>
                    <a:gd name="connsiteX2" fmla="*/ 77913 w 155789"/>
                    <a:gd name="connsiteY2" fmla="*/ 0 h 155751"/>
                    <a:gd name="connsiteX3" fmla="*/ 0 w 155789"/>
                    <a:gd name="connsiteY3" fmla="*/ 77876 h 155751"/>
                    <a:gd name="connsiteX4" fmla="*/ 77913 w 155789"/>
                    <a:gd name="connsiteY4" fmla="*/ 155752 h 155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789" h="155751">
                      <a:moveTo>
                        <a:pt x="77913" y="155752"/>
                      </a:moveTo>
                      <a:cubicBezTo>
                        <a:pt x="120929" y="155752"/>
                        <a:pt x="155789" y="120891"/>
                        <a:pt x="155789" y="77876"/>
                      </a:cubicBezTo>
                      <a:cubicBezTo>
                        <a:pt x="155789" y="34860"/>
                        <a:pt x="120929" y="0"/>
                        <a:pt x="77913" y="0"/>
                      </a:cubicBezTo>
                      <a:cubicBezTo>
                        <a:pt x="34897" y="0"/>
                        <a:pt x="0" y="34860"/>
                        <a:pt x="0" y="77876"/>
                      </a:cubicBezTo>
                      <a:cubicBezTo>
                        <a:pt x="0" y="120891"/>
                        <a:pt x="34860" y="155752"/>
                        <a:pt x="77913" y="155752"/>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68" name="Freeform: Shape 2667">
                  <a:extLst>
                    <a:ext uri="{FF2B5EF4-FFF2-40B4-BE49-F238E27FC236}">
                      <a16:creationId xmlns:a16="http://schemas.microsoft.com/office/drawing/2014/main" id="{D3E96C77-AA07-D8A9-1D32-C08F9E859549}"/>
                    </a:ext>
                  </a:extLst>
                </p:cNvPr>
                <p:cNvSpPr/>
                <p:nvPr/>
              </p:nvSpPr>
              <p:spPr>
                <a:xfrm>
                  <a:off x="10356514" y="3320965"/>
                  <a:ext cx="52896" cy="52896"/>
                </a:xfrm>
                <a:custGeom>
                  <a:avLst/>
                  <a:gdLst>
                    <a:gd name="connsiteX0" fmla="*/ 26448 w 52896"/>
                    <a:gd name="connsiteY0" fmla="*/ 52897 h 52896"/>
                    <a:gd name="connsiteX1" fmla="*/ 52897 w 52896"/>
                    <a:gd name="connsiteY1" fmla="*/ 26448 h 52896"/>
                    <a:gd name="connsiteX2" fmla="*/ 26448 w 52896"/>
                    <a:gd name="connsiteY2" fmla="*/ 0 h 52896"/>
                    <a:gd name="connsiteX3" fmla="*/ 0 w 52896"/>
                    <a:gd name="connsiteY3" fmla="*/ 26448 h 52896"/>
                    <a:gd name="connsiteX4" fmla="*/ 26448 w 52896"/>
                    <a:gd name="connsiteY4" fmla="*/ 52897 h 528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96" h="52896">
                      <a:moveTo>
                        <a:pt x="26448" y="52897"/>
                      </a:moveTo>
                      <a:cubicBezTo>
                        <a:pt x="41068" y="52897"/>
                        <a:pt x="52897" y="41069"/>
                        <a:pt x="52897" y="26448"/>
                      </a:cubicBezTo>
                      <a:cubicBezTo>
                        <a:pt x="52897" y="11828"/>
                        <a:pt x="41068" y="0"/>
                        <a:pt x="26448" y="0"/>
                      </a:cubicBezTo>
                      <a:cubicBezTo>
                        <a:pt x="11828" y="0"/>
                        <a:pt x="0" y="11828"/>
                        <a:pt x="0" y="26448"/>
                      </a:cubicBezTo>
                      <a:cubicBezTo>
                        <a:pt x="0" y="41069"/>
                        <a:pt x="11828" y="52897"/>
                        <a:pt x="26448" y="52897"/>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69" name="Freeform: Shape 2668">
                  <a:extLst>
                    <a:ext uri="{FF2B5EF4-FFF2-40B4-BE49-F238E27FC236}">
                      <a16:creationId xmlns:a16="http://schemas.microsoft.com/office/drawing/2014/main" id="{65EDAC4E-3312-6D73-417F-68644FC42A63}"/>
                    </a:ext>
                  </a:extLst>
                </p:cNvPr>
                <p:cNvSpPr/>
                <p:nvPr/>
              </p:nvSpPr>
              <p:spPr>
                <a:xfrm>
                  <a:off x="11663325" y="1929005"/>
                  <a:ext cx="198363" cy="198400"/>
                </a:xfrm>
                <a:custGeom>
                  <a:avLst/>
                  <a:gdLst>
                    <a:gd name="connsiteX0" fmla="*/ 99182 w 198363"/>
                    <a:gd name="connsiteY0" fmla="*/ 198400 h 198400"/>
                    <a:gd name="connsiteX1" fmla="*/ 198363 w 198363"/>
                    <a:gd name="connsiteY1" fmla="*/ 99182 h 198400"/>
                    <a:gd name="connsiteX2" fmla="*/ 99182 w 198363"/>
                    <a:gd name="connsiteY2" fmla="*/ 0 h 198400"/>
                    <a:gd name="connsiteX3" fmla="*/ 0 w 198363"/>
                    <a:gd name="connsiteY3" fmla="*/ 99182 h 198400"/>
                    <a:gd name="connsiteX4" fmla="*/ 99182 w 198363"/>
                    <a:gd name="connsiteY4" fmla="*/ 198400 h 19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363" h="198400">
                      <a:moveTo>
                        <a:pt x="99182" y="198400"/>
                      </a:moveTo>
                      <a:cubicBezTo>
                        <a:pt x="153988" y="198400"/>
                        <a:pt x="198363" y="153989"/>
                        <a:pt x="198363" y="99182"/>
                      </a:cubicBezTo>
                      <a:cubicBezTo>
                        <a:pt x="198363" y="44375"/>
                        <a:pt x="153988" y="0"/>
                        <a:pt x="99182" y="0"/>
                      </a:cubicBezTo>
                      <a:cubicBezTo>
                        <a:pt x="44374" y="0"/>
                        <a:pt x="0" y="44411"/>
                        <a:pt x="0" y="99182"/>
                      </a:cubicBezTo>
                      <a:cubicBezTo>
                        <a:pt x="0" y="153952"/>
                        <a:pt x="44411" y="198400"/>
                        <a:pt x="99182" y="19840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70" name="Freeform: Shape 2669">
                  <a:extLst>
                    <a:ext uri="{FF2B5EF4-FFF2-40B4-BE49-F238E27FC236}">
                      <a16:creationId xmlns:a16="http://schemas.microsoft.com/office/drawing/2014/main" id="{D93D9DD1-506A-EA76-217C-95B65B12E0F0}"/>
                    </a:ext>
                  </a:extLst>
                </p:cNvPr>
                <p:cNvSpPr/>
                <p:nvPr/>
              </p:nvSpPr>
              <p:spPr>
                <a:xfrm>
                  <a:off x="8664034" y="2853746"/>
                  <a:ext cx="27770" cy="27770"/>
                </a:xfrm>
                <a:custGeom>
                  <a:avLst/>
                  <a:gdLst>
                    <a:gd name="connsiteX0" fmla="*/ 13886 w 27770"/>
                    <a:gd name="connsiteY0" fmla="*/ 27771 h 27770"/>
                    <a:gd name="connsiteX1" fmla="*/ 27770 w 27770"/>
                    <a:gd name="connsiteY1" fmla="*/ 13885 h 27770"/>
                    <a:gd name="connsiteX2" fmla="*/ 13886 w 27770"/>
                    <a:gd name="connsiteY2" fmla="*/ 0 h 27770"/>
                    <a:gd name="connsiteX3" fmla="*/ 0 w 27770"/>
                    <a:gd name="connsiteY3" fmla="*/ 13885 h 27770"/>
                    <a:gd name="connsiteX4" fmla="*/ 13886 w 27770"/>
                    <a:gd name="connsiteY4" fmla="*/ 27771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0" h="27770">
                      <a:moveTo>
                        <a:pt x="13886" y="27771"/>
                      </a:moveTo>
                      <a:cubicBezTo>
                        <a:pt x="21562" y="27771"/>
                        <a:pt x="27770" y="21563"/>
                        <a:pt x="27770" y="13885"/>
                      </a:cubicBezTo>
                      <a:cubicBezTo>
                        <a:pt x="27770" y="6208"/>
                        <a:pt x="21562" y="0"/>
                        <a:pt x="13886" y="0"/>
                      </a:cubicBezTo>
                      <a:cubicBezTo>
                        <a:pt x="6208" y="0"/>
                        <a:pt x="0" y="6208"/>
                        <a:pt x="0" y="13885"/>
                      </a:cubicBezTo>
                      <a:cubicBezTo>
                        <a:pt x="0" y="21563"/>
                        <a:pt x="6208" y="27771"/>
                        <a:pt x="13886" y="27771"/>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71" name="Freeform: Shape 2670">
                  <a:extLst>
                    <a:ext uri="{FF2B5EF4-FFF2-40B4-BE49-F238E27FC236}">
                      <a16:creationId xmlns:a16="http://schemas.microsoft.com/office/drawing/2014/main" id="{4866735E-37EC-B426-D0F8-D1F41E8847F4}"/>
                    </a:ext>
                  </a:extLst>
                </p:cNvPr>
                <p:cNvSpPr/>
                <p:nvPr/>
              </p:nvSpPr>
              <p:spPr>
                <a:xfrm>
                  <a:off x="9135587" y="2683667"/>
                  <a:ext cx="27771" cy="27770"/>
                </a:xfrm>
                <a:custGeom>
                  <a:avLst/>
                  <a:gdLst>
                    <a:gd name="connsiteX0" fmla="*/ 13886 w 27771"/>
                    <a:gd name="connsiteY0" fmla="*/ 27771 h 27770"/>
                    <a:gd name="connsiteX1" fmla="*/ 27771 w 27771"/>
                    <a:gd name="connsiteY1" fmla="*/ 13886 h 27770"/>
                    <a:gd name="connsiteX2" fmla="*/ 13886 w 27771"/>
                    <a:gd name="connsiteY2" fmla="*/ 0 h 27770"/>
                    <a:gd name="connsiteX3" fmla="*/ 0 w 27771"/>
                    <a:gd name="connsiteY3" fmla="*/ 13886 h 27770"/>
                    <a:gd name="connsiteX4" fmla="*/ 13886 w 27771"/>
                    <a:gd name="connsiteY4" fmla="*/ 27771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1" h="27770">
                      <a:moveTo>
                        <a:pt x="13886" y="27771"/>
                      </a:moveTo>
                      <a:cubicBezTo>
                        <a:pt x="21563" y="27771"/>
                        <a:pt x="27771" y="21563"/>
                        <a:pt x="27771" y="13886"/>
                      </a:cubicBezTo>
                      <a:cubicBezTo>
                        <a:pt x="27771" y="6208"/>
                        <a:pt x="21563" y="0"/>
                        <a:pt x="13886" y="0"/>
                      </a:cubicBezTo>
                      <a:cubicBezTo>
                        <a:pt x="6208" y="0"/>
                        <a:pt x="0" y="6208"/>
                        <a:pt x="0" y="13886"/>
                      </a:cubicBezTo>
                      <a:cubicBezTo>
                        <a:pt x="0" y="21563"/>
                        <a:pt x="6245" y="27771"/>
                        <a:pt x="13886" y="27771"/>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72" name="Freeform: Shape 2671">
                  <a:extLst>
                    <a:ext uri="{FF2B5EF4-FFF2-40B4-BE49-F238E27FC236}">
                      <a16:creationId xmlns:a16="http://schemas.microsoft.com/office/drawing/2014/main" id="{F0D9D497-C027-47ED-246B-E5B01D7C2C13}"/>
                    </a:ext>
                  </a:extLst>
                </p:cNvPr>
                <p:cNvSpPr/>
                <p:nvPr/>
              </p:nvSpPr>
              <p:spPr>
                <a:xfrm>
                  <a:off x="9440773" y="2730099"/>
                  <a:ext cx="27771" cy="27770"/>
                </a:xfrm>
                <a:custGeom>
                  <a:avLst/>
                  <a:gdLst>
                    <a:gd name="connsiteX0" fmla="*/ 13886 w 27771"/>
                    <a:gd name="connsiteY0" fmla="*/ 27771 h 27770"/>
                    <a:gd name="connsiteX1" fmla="*/ 27771 w 27771"/>
                    <a:gd name="connsiteY1" fmla="*/ 13886 h 27770"/>
                    <a:gd name="connsiteX2" fmla="*/ 13886 w 27771"/>
                    <a:gd name="connsiteY2" fmla="*/ 0 h 27770"/>
                    <a:gd name="connsiteX3" fmla="*/ 0 w 27771"/>
                    <a:gd name="connsiteY3" fmla="*/ 13886 h 27770"/>
                    <a:gd name="connsiteX4" fmla="*/ 13886 w 27771"/>
                    <a:gd name="connsiteY4" fmla="*/ 27771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1" h="27770">
                      <a:moveTo>
                        <a:pt x="13886" y="27771"/>
                      </a:moveTo>
                      <a:cubicBezTo>
                        <a:pt x="21562" y="27771"/>
                        <a:pt x="27771" y="21563"/>
                        <a:pt x="27771" y="13886"/>
                      </a:cubicBezTo>
                      <a:cubicBezTo>
                        <a:pt x="27771" y="6208"/>
                        <a:pt x="21562" y="0"/>
                        <a:pt x="13886" y="0"/>
                      </a:cubicBezTo>
                      <a:cubicBezTo>
                        <a:pt x="6208" y="0"/>
                        <a:pt x="0" y="6208"/>
                        <a:pt x="0" y="13886"/>
                      </a:cubicBezTo>
                      <a:cubicBezTo>
                        <a:pt x="0" y="21563"/>
                        <a:pt x="6208" y="27771"/>
                        <a:pt x="13886" y="27771"/>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73" name="Freeform: Shape 2672">
                  <a:extLst>
                    <a:ext uri="{FF2B5EF4-FFF2-40B4-BE49-F238E27FC236}">
                      <a16:creationId xmlns:a16="http://schemas.microsoft.com/office/drawing/2014/main" id="{9A2D88CE-DD1C-E478-54E7-9E568C06640E}"/>
                    </a:ext>
                  </a:extLst>
                </p:cNvPr>
                <p:cNvSpPr/>
                <p:nvPr/>
              </p:nvSpPr>
              <p:spPr>
                <a:xfrm>
                  <a:off x="8960771" y="2818738"/>
                  <a:ext cx="27770" cy="27770"/>
                </a:xfrm>
                <a:custGeom>
                  <a:avLst/>
                  <a:gdLst>
                    <a:gd name="connsiteX0" fmla="*/ 13885 w 27770"/>
                    <a:gd name="connsiteY0" fmla="*/ 27771 h 27770"/>
                    <a:gd name="connsiteX1" fmla="*/ 27770 w 27770"/>
                    <a:gd name="connsiteY1" fmla="*/ 13886 h 27770"/>
                    <a:gd name="connsiteX2" fmla="*/ 13885 w 27770"/>
                    <a:gd name="connsiteY2" fmla="*/ 0 h 27770"/>
                    <a:gd name="connsiteX3" fmla="*/ 0 w 27770"/>
                    <a:gd name="connsiteY3" fmla="*/ 13886 h 27770"/>
                    <a:gd name="connsiteX4" fmla="*/ 13885 w 27770"/>
                    <a:gd name="connsiteY4" fmla="*/ 27771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0" h="27770">
                      <a:moveTo>
                        <a:pt x="13885" y="27771"/>
                      </a:moveTo>
                      <a:cubicBezTo>
                        <a:pt x="21562" y="27771"/>
                        <a:pt x="27770" y="21563"/>
                        <a:pt x="27770" y="13886"/>
                      </a:cubicBezTo>
                      <a:cubicBezTo>
                        <a:pt x="27770" y="6208"/>
                        <a:pt x="21562" y="0"/>
                        <a:pt x="13885" y="0"/>
                      </a:cubicBezTo>
                      <a:cubicBezTo>
                        <a:pt x="6208" y="0"/>
                        <a:pt x="0" y="6208"/>
                        <a:pt x="0" y="13886"/>
                      </a:cubicBezTo>
                      <a:cubicBezTo>
                        <a:pt x="0" y="21563"/>
                        <a:pt x="6208" y="27771"/>
                        <a:pt x="13885" y="27771"/>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74" name="Freeform: Shape 2673">
                  <a:extLst>
                    <a:ext uri="{FF2B5EF4-FFF2-40B4-BE49-F238E27FC236}">
                      <a16:creationId xmlns:a16="http://schemas.microsoft.com/office/drawing/2014/main" id="{57AF7D71-56B6-6233-E590-4081AFEBEEDB}"/>
                    </a:ext>
                  </a:extLst>
                </p:cNvPr>
                <p:cNvSpPr/>
                <p:nvPr/>
              </p:nvSpPr>
              <p:spPr>
                <a:xfrm>
                  <a:off x="6649102" y="3420992"/>
                  <a:ext cx="27771" cy="27770"/>
                </a:xfrm>
                <a:custGeom>
                  <a:avLst/>
                  <a:gdLst>
                    <a:gd name="connsiteX0" fmla="*/ 13886 w 27771"/>
                    <a:gd name="connsiteY0" fmla="*/ 27771 h 27770"/>
                    <a:gd name="connsiteX1" fmla="*/ 27771 w 27771"/>
                    <a:gd name="connsiteY1" fmla="*/ 13885 h 27770"/>
                    <a:gd name="connsiteX2" fmla="*/ 13886 w 27771"/>
                    <a:gd name="connsiteY2" fmla="*/ 0 h 27770"/>
                    <a:gd name="connsiteX3" fmla="*/ 0 w 27771"/>
                    <a:gd name="connsiteY3" fmla="*/ 13885 h 27770"/>
                    <a:gd name="connsiteX4" fmla="*/ 13886 w 27771"/>
                    <a:gd name="connsiteY4" fmla="*/ 27771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1" h="27770">
                      <a:moveTo>
                        <a:pt x="13886" y="27771"/>
                      </a:moveTo>
                      <a:cubicBezTo>
                        <a:pt x="21563" y="27771"/>
                        <a:pt x="27771" y="21563"/>
                        <a:pt x="27771" y="13885"/>
                      </a:cubicBezTo>
                      <a:cubicBezTo>
                        <a:pt x="27771" y="6208"/>
                        <a:pt x="21563" y="0"/>
                        <a:pt x="13886" y="0"/>
                      </a:cubicBezTo>
                      <a:cubicBezTo>
                        <a:pt x="6208" y="0"/>
                        <a:pt x="0" y="6208"/>
                        <a:pt x="0" y="13885"/>
                      </a:cubicBezTo>
                      <a:cubicBezTo>
                        <a:pt x="0" y="21563"/>
                        <a:pt x="6208" y="27771"/>
                        <a:pt x="13886" y="27771"/>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75" name="Freeform: Shape 2674">
                  <a:extLst>
                    <a:ext uri="{FF2B5EF4-FFF2-40B4-BE49-F238E27FC236}">
                      <a16:creationId xmlns:a16="http://schemas.microsoft.com/office/drawing/2014/main" id="{E4C9CEE6-673D-8B14-84F4-D4FAA884308E}"/>
                    </a:ext>
                  </a:extLst>
                </p:cNvPr>
                <p:cNvSpPr/>
                <p:nvPr/>
              </p:nvSpPr>
              <p:spPr>
                <a:xfrm>
                  <a:off x="5981316" y="3076831"/>
                  <a:ext cx="68765" cy="68765"/>
                </a:xfrm>
                <a:custGeom>
                  <a:avLst/>
                  <a:gdLst>
                    <a:gd name="connsiteX0" fmla="*/ 34383 w 68765"/>
                    <a:gd name="connsiteY0" fmla="*/ 68766 h 68765"/>
                    <a:gd name="connsiteX1" fmla="*/ 68766 w 68765"/>
                    <a:gd name="connsiteY1" fmla="*/ 34383 h 68765"/>
                    <a:gd name="connsiteX2" fmla="*/ 34383 w 68765"/>
                    <a:gd name="connsiteY2" fmla="*/ 0 h 68765"/>
                    <a:gd name="connsiteX3" fmla="*/ 0 w 68765"/>
                    <a:gd name="connsiteY3" fmla="*/ 34383 h 68765"/>
                    <a:gd name="connsiteX4" fmla="*/ 34383 w 68765"/>
                    <a:gd name="connsiteY4" fmla="*/ 68766 h 68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65" h="68765">
                      <a:moveTo>
                        <a:pt x="34383" y="68766"/>
                      </a:moveTo>
                      <a:cubicBezTo>
                        <a:pt x="53375" y="68766"/>
                        <a:pt x="68766" y="53374"/>
                        <a:pt x="68766" y="34383"/>
                      </a:cubicBezTo>
                      <a:cubicBezTo>
                        <a:pt x="68766" y="15392"/>
                        <a:pt x="53375" y="0"/>
                        <a:pt x="34383" y="0"/>
                      </a:cubicBezTo>
                      <a:cubicBezTo>
                        <a:pt x="15391" y="0"/>
                        <a:pt x="0" y="15392"/>
                        <a:pt x="0" y="34383"/>
                      </a:cubicBezTo>
                      <a:cubicBezTo>
                        <a:pt x="0" y="53374"/>
                        <a:pt x="15391" y="68766"/>
                        <a:pt x="34383" y="68766"/>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76" name="Freeform: Shape 2675">
                  <a:extLst>
                    <a:ext uri="{FF2B5EF4-FFF2-40B4-BE49-F238E27FC236}">
                      <a16:creationId xmlns:a16="http://schemas.microsoft.com/office/drawing/2014/main" id="{A003E5C8-F942-6925-3DC9-2196C5DAE878}"/>
                    </a:ext>
                  </a:extLst>
                </p:cNvPr>
                <p:cNvSpPr/>
                <p:nvPr/>
              </p:nvSpPr>
              <p:spPr>
                <a:xfrm>
                  <a:off x="11168518" y="3177556"/>
                  <a:ext cx="27771" cy="27770"/>
                </a:xfrm>
                <a:custGeom>
                  <a:avLst/>
                  <a:gdLst>
                    <a:gd name="connsiteX0" fmla="*/ 13886 w 27771"/>
                    <a:gd name="connsiteY0" fmla="*/ 27771 h 27770"/>
                    <a:gd name="connsiteX1" fmla="*/ 27771 w 27771"/>
                    <a:gd name="connsiteY1" fmla="*/ 13886 h 27770"/>
                    <a:gd name="connsiteX2" fmla="*/ 13886 w 27771"/>
                    <a:gd name="connsiteY2" fmla="*/ 0 h 27770"/>
                    <a:gd name="connsiteX3" fmla="*/ 0 w 27771"/>
                    <a:gd name="connsiteY3" fmla="*/ 13886 h 27770"/>
                    <a:gd name="connsiteX4" fmla="*/ 13886 w 27771"/>
                    <a:gd name="connsiteY4" fmla="*/ 27771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1" h="27770">
                      <a:moveTo>
                        <a:pt x="13886" y="27771"/>
                      </a:moveTo>
                      <a:cubicBezTo>
                        <a:pt x="21563" y="27771"/>
                        <a:pt x="27771" y="21563"/>
                        <a:pt x="27771" y="13886"/>
                      </a:cubicBezTo>
                      <a:cubicBezTo>
                        <a:pt x="27771" y="6208"/>
                        <a:pt x="21563" y="0"/>
                        <a:pt x="13886" y="0"/>
                      </a:cubicBezTo>
                      <a:cubicBezTo>
                        <a:pt x="6209" y="0"/>
                        <a:pt x="0" y="6208"/>
                        <a:pt x="0" y="13886"/>
                      </a:cubicBezTo>
                      <a:cubicBezTo>
                        <a:pt x="0" y="21563"/>
                        <a:pt x="6209" y="27771"/>
                        <a:pt x="13886" y="27771"/>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77" name="Freeform: Shape 2676">
                  <a:extLst>
                    <a:ext uri="{FF2B5EF4-FFF2-40B4-BE49-F238E27FC236}">
                      <a16:creationId xmlns:a16="http://schemas.microsoft.com/office/drawing/2014/main" id="{8F4660D5-1D39-9CAC-3042-6C1F1180DA10}"/>
                    </a:ext>
                  </a:extLst>
                </p:cNvPr>
                <p:cNvSpPr/>
                <p:nvPr/>
              </p:nvSpPr>
              <p:spPr>
                <a:xfrm>
                  <a:off x="11702152" y="3278868"/>
                  <a:ext cx="27771" cy="27770"/>
                </a:xfrm>
                <a:custGeom>
                  <a:avLst/>
                  <a:gdLst>
                    <a:gd name="connsiteX0" fmla="*/ 13886 w 27771"/>
                    <a:gd name="connsiteY0" fmla="*/ 27771 h 27770"/>
                    <a:gd name="connsiteX1" fmla="*/ 27771 w 27771"/>
                    <a:gd name="connsiteY1" fmla="*/ 13885 h 27770"/>
                    <a:gd name="connsiteX2" fmla="*/ 13886 w 27771"/>
                    <a:gd name="connsiteY2" fmla="*/ 0 h 27770"/>
                    <a:gd name="connsiteX3" fmla="*/ 0 w 27771"/>
                    <a:gd name="connsiteY3" fmla="*/ 13885 h 27770"/>
                    <a:gd name="connsiteX4" fmla="*/ 13886 w 27771"/>
                    <a:gd name="connsiteY4" fmla="*/ 27771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1" h="27770">
                      <a:moveTo>
                        <a:pt x="13886" y="27771"/>
                      </a:moveTo>
                      <a:cubicBezTo>
                        <a:pt x="21563" y="27771"/>
                        <a:pt x="27771" y="21563"/>
                        <a:pt x="27771" y="13885"/>
                      </a:cubicBezTo>
                      <a:cubicBezTo>
                        <a:pt x="27771" y="6208"/>
                        <a:pt x="21563" y="0"/>
                        <a:pt x="13886" y="0"/>
                      </a:cubicBezTo>
                      <a:cubicBezTo>
                        <a:pt x="6209" y="0"/>
                        <a:pt x="0" y="6208"/>
                        <a:pt x="0" y="13885"/>
                      </a:cubicBezTo>
                      <a:cubicBezTo>
                        <a:pt x="0" y="21563"/>
                        <a:pt x="6245" y="27771"/>
                        <a:pt x="13886" y="27771"/>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78" name="Freeform: Shape 2677">
                  <a:extLst>
                    <a:ext uri="{FF2B5EF4-FFF2-40B4-BE49-F238E27FC236}">
                      <a16:creationId xmlns:a16="http://schemas.microsoft.com/office/drawing/2014/main" id="{0F0C399D-E55E-1DDA-288A-F3FBDF55B318}"/>
                    </a:ext>
                  </a:extLst>
                </p:cNvPr>
                <p:cNvSpPr/>
                <p:nvPr/>
              </p:nvSpPr>
              <p:spPr>
                <a:xfrm>
                  <a:off x="9274552" y="3876860"/>
                  <a:ext cx="27771" cy="27770"/>
                </a:xfrm>
                <a:custGeom>
                  <a:avLst/>
                  <a:gdLst>
                    <a:gd name="connsiteX0" fmla="*/ 13886 w 27771"/>
                    <a:gd name="connsiteY0" fmla="*/ 27771 h 27770"/>
                    <a:gd name="connsiteX1" fmla="*/ 27771 w 27771"/>
                    <a:gd name="connsiteY1" fmla="*/ 13886 h 27770"/>
                    <a:gd name="connsiteX2" fmla="*/ 13886 w 27771"/>
                    <a:gd name="connsiteY2" fmla="*/ 0 h 27770"/>
                    <a:gd name="connsiteX3" fmla="*/ 0 w 27771"/>
                    <a:gd name="connsiteY3" fmla="*/ 13886 h 27770"/>
                    <a:gd name="connsiteX4" fmla="*/ 13886 w 27771"/>
                    <a:gd name="connsiteY4" fmla="*/ 27771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1" h="27770">
                      <a:moveTo>
                        <a:pt x="13886" y="27771"/>
                      </a:moveTo>
                      <a:cubicBezTo>
                        <a:pt x="21562" y="27771"/>
                        <a:pt x="27771" y="21563"/>
                        <a:pt x="27771" y="13886"/>
                      </a:cubicBezTo>
                      <a:cubicBezTo>
                        <a:pt x="27771" y="6208"/>
                        <a:pt x="21526" y="0"/>
                        <a:pt x="13886" y="0"/>
                      </a:cubicBezTo>
                      <a:cubicBezTo>
                        <a:pt x="6245" y="0"/>
                        <a:pt x="0" y="6208"/>
                        <a:pt x="0" y="13886"/>
                      </a:cubicBezTo>
                      <a:cubicBezTo>
                        <a:pt x="0" y="21563"/>
                        <a:pt x="6208" y="27771"/>
                        <a:pt x="13886" y="27771"/>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79" name="Freeform: Shape 2678">
                  <a:extLst>
                    <a:ext uri="{FF2B5EF4-FFF2-40B4-BE49-F238E27FC236}">
                      <a16:creationId xmlns:a16="http://schemas.microsoft.com/office/drawing/2014/main" id="{B073D5FE-6877-B4A0-93B5-FD62081FB80F}"/>
                    </a:ext>
                  </a:extLst>
                </p:cNvPr>
                <p:cNvSpPr/>
                <p:nvPr/>
              </p:nvSpPr>
              <p:spPr>
                <a:xfrm>
                  <a:off x="11002738" y="3654619"/>
                  <a:ext cx="69794" cy="69794"/>
                </a:xfrm>
                <a:custGeom>
                  <a:avLst/>
                  <a:gdLst>
                    <a:gd name="connsiteX0" fmla="*/ 34897 w 69794"/>
                    <a:gd name="connsiteY0" fmla="*/ 69795 h 69794"/>
                    <a:gd name="connsiteX1" fmla="*/ 69795 w 69794"/>
                    <a:gd name="connsiteY1" fmla="*/ 34897 h 69794"/>
                    <a:gd name="connsiteX2" fmla="*/ 34897 w 69794"/>
                    <a:gd name="connsiteY2" fmla="*/ 0 h 69794"/>
                    <a:gd name="connsiteX3" fmla="*/ 0 w 69794"/>
                    <a:gd name="connsiteY3" fmla="*/ 34897 h 69794"/>
                    <a:gd name="connsiteX4" fmla="*/ 34897 w 69794"/>
                    <a:gd name="connsiteY4" fmla="*/ 69795 h 69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794" h="69794">
                      <a:moveTo>
                        <a:pt x="34897" y="69795"/>
                      </a:moveTo>
                      <a:cubicBezTo>
                        <a:pt x="54183" y="69795"/>
                        <a:pt x="69795" y="54183"/>
                        <a:pt x="69795" y="34897"/>
                      </a:cubicBezTo>
                      <a:cubicBezTo>
                        <a:pt x="69795" y="15612"/>
                        <a:pt x="54183" y="0"/>
                        <a:pt x="34897" y="0"/>
                      </a:cubicBezTo>
                      <a:cubicBezTo>
                        <a:pt x="15612" y="0"/>
                        <a:pt x="0" y="15612"/>
                        <a:pt x="0" y="34897"/>
                      </a:cubicBezTo>
                      <a:cubicBezTo>
                        <a:pt x="0" y="54183"/>
                        <a:pt x="15612" y="69795"/>
                        <a:pt x="34897" y="69795"/>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80" name="Freeform: Shape 2679">
                  <a:extLst>
                    <a:ext uri="{FF2B5EF4-FFF2-40B4-BE49-F238E27FC236}">
                      <a16:creationId xmlns:a16="http://schemas.microsoft.com/office/drawing/2014/main" id="{3FB2AF35-997F-DE99-6CDC-D0079B141E1E}"/>
                    </a:ext>
                  </a:extLst>
                </p:cNvPr>
                <p:cNvSpPr/>
                <p:nvPr/>
              </p:nvSpPr>
              <p:spPr>
                <a:xfrm>
                  <a:off x="10006439" y="4020416"/>
                  <a:ext cx="27771" cy="27770"/>
                </a:xfrm>
                <a:custGeom>
                  <a:avLst/>
                  <a:gdLst>
                    <a:gd name="connsiteX0" fmla="*/ 13886 w 27771"/>
                    <a:gd name="connsiteY0" fmla="*/ 27771 h 27770"/>
                    <a:gd name="connsiteX1" fmla="*/ 27771 w 27771"/>
                    <a:gd name="connsiteY1" fmla="*/ 13886 h 27770"/>
                    <a:gd name="connsiteX2" fmla="*/ 13886 w 27771"/>
                    <a:gd name="connsiteY2" fmla="*/ 0 h 27770"/>
                    <a:gd name="connsiteX3" fmla="*/ 0 w 27771"/>
                    <a:gd name="connsiteY3" fmla="*/ 13886 h 27770"/>
                    <a:gd name="connsiteX4" fmla="*/ 13886 w 27771"/>
                    <a:gd name="connsiteY4" fmla="*/ 27771 h 27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1" h="27770">
                      <a:moveTo>
                        <a:pt x="13886" y="27771"/>
                      </a:moveTo>
                      <a:cubicBezTo>
                        <a:pt x="21562" y="27771"/>
                        <a:pt x="27771" y="21563"/>
                        <a:pt x="27771" y="13886"/>
                      </a:cubicBezTo>
                      <a:cubicBezTo>
                        <a:pt x="27771" y="6208"/>
                        <a:pt x="21562" y="0"/>
                        <a:pt x="13886" y="0"/>
                      </a:cubicBezTo>
                      <a:cubicBezTo>
                        <a:pt x="6208" y="0"/>
                        <a:pt x="0" y="6208"/>
                        <a:pt x="0" y="13886"/>
                      </a:cubicBezTo>
                      <a:cubicBezTo>
                        <a:pt x="0" y="21563"/>
                        <a:pt x="6208" y="27771"/>
                        <a:pt x="13886" y="27771"/>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81" name="Freeform: Shape 2680">
                  <a:extLst>
                    <a:ext uri="{FF2B5EF4-FFF2-40B4-BE49-F238E27FC236}">
                      <a16:creationId xmlns:a16="http://schemas.microsoft.com/office/drawing/2014/main" id="{391927AE-DD3F-B180-0777-931FBB855126}"/>
                    </a:ext>
                  </a:extLst>
                </p:cNvPr>
                <p:cNvSpPr/>
                <p:nvPr/>
              </p:nvSpPr>
              <p:spPr>
                <a:xfrm>
                  <a:off x="9555970" y="4093370"/>
                  <a:ext cx="16897" cy="16897"/>
                </a:xfrm>
                <a:custGeom>
                  <a:avLst/>
                  <a:gdLst>
                    <a:gd name="connsiteX0" fmla="*/ 8449 w 16897"/>
                    <a:gd name="connsiteY0" fmla="*/ 16898 h 16897"/>
                    <a:gd name="connsiteX1" fmla="*/ 16898 w 16897"/>
                    <a:gd name="connsiteY1" fmla="*/ 8449 h 16897"/>
                    <a:gd name="connsiteX2" fmla="*/ 8449 w 16897"/>
                    <a:gd name="connsiteY2" fmla="*/ 0 h 16897"/>
                    <a:gd name="connsiteX3" fmla="*/ 0 w 16897"/>
                    <a:gd name="connsiteY3" fmla="*/ 8449 h 16897"/>
                    <a:gd name="connsiteX4" fmla="*/ 8449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16898"/>
                      </a:moveTo>
                      <a:cubicBezTo>
                        <a:pt x="13114" y="16898"/>
                        <a:pt x="16898" y="13114"/>
                        <a:pt x="16898" y="8449"/>
                      </a:cubicBezTo>
                      <a:cubicBezTo>
                        <a:pt x="16898" y="3784"/>
                        <a:pt x="13114" y="0"/>
                        <a:pt x="8449" y="0"/>
                      </a:cubicBezTo>
                      <a:cubicBezTo>
                        <a:pt x="3784" y="0"/>
                        <a:pt x="0" y="3784"/>
                        <a:pt x="0" y="8449"/>
                      </a:cubicBezTo>
                      <a:cubicBezTo>
                        <a:pt x="0" y="13114"/>
                        <a:pt x="3784" y="16898"/>
                        <a:pt x="8449"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82" name="Freeform: Shape 2681">
                  <a:extLst>
                    <a:ext uri="{FF2B5EF4-FFF2-40B4-BE49-F238E27FC236}">
                      <a16:creationId xmlns:a16="http://schemas.microsoft.com/office/drawing/2014/main" id="{0046275B-65A3-D623-1146-CCF0869E4771}"/>
                    </a:ext>
                  </a:extLst>
                </p:cNvPr>
                <p:cNvSpPr/>
                <p:nvPr/>
              </p:nvSpPr>
              <p:spPr>
                <a:xfrm>
                  <a:off x="9291412" y="4706864"/>
                  <a:ext cx="16897" cy="16897"/>
                </a:xfrm>
                <a:custGeom>
                  <a:avLst/>
                  <a:gdLst>
                    <a:gd name="connsiteX0" fmla="*/ 8449 w 16897"/>
                    <a:gd name="connsiteY0" fmla="*/ 16898 h 16897"/>
                    <a:gd name="connsiteX1" fmla="*/ 16898 w 16897"/>
                    <a:gd name="connsiteY1" fmla="*/ 8449 h 16897"/>
                    <a:gd name="connsiteX2" fmla="*/ 8449 w 16897"/>
                    <a:gd name="connsiteY2" fmla="*/ 0 h 16897"/>
                    <a:gd name="connsiteX3" fmla="*/ 0 w 16897"/>
                    <a:gd name="connsiteY3" fmla="*/ 8449 h 16897"/>
                    <a:gd name="connsiteX4" fmla="*/ 8449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16898"/>
                      </a:moveTo>
                      <a:cubicBezTo>
                        <a:pt x="13114" y="16898"/>
                        <a:pt x="16898" y="13114"/>
                        <a:pt x="16898" y="8449"/>
                      </a:cubicBezTo>
                      <a:cubicBezTo>
                        <a:pt x="16898" y="3784"/>
                        <a:pt x="13114" y="0"/>
                        <a:pt x="8449" y="0"/>
                      </a:cubicBezTo>
                      <a:cubicBezTo>
                        <a:pt x="3784" y="0"/>
                        <a:pt x="0" y="3784"/>
                        <a:pt x="0" y="8449"/>
                      </a:cubicBezTo>
                      <a:cubicBezTo>
                        <a:pt x="0" y="13114"/>
                        <a:pt x="3784" y="16898"/>
                        <a:pt x="8449"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83" name="Freeform: Shape 2682">
                  <a:extLst>
                    <a:ext uri="{FF2B5EF4-FFF2-40B4-BE49-F238E27FC236}">
                      <a16:creationId xmlns:a16="http://schemas.microsoft.com/office/drawing/2014/main" id="{49CD4E0C-37BC-153C-46ED-8FA294D64D98}"/>
                    </a:ext>
                  </a:extLst>
                </p:cNvPr>
                <p:cNvSpPr/>
                <p:nvPr/>
              </p:nvSpPr>
              <p:spPr>
                <a:xfrm>
                  <a:off x="9161962" y="4833485"/>
                  <a:ext cx="16897" cy="16897"/>
                </a:xfrm>
                <a:custGeom>
                  <a:avLst/>
                  <a:gdLst>
                    <a:gd name="connsiteX0" fmla="*/ 8449 w 16897"/>
                    <a:gd name="connsiteY0" fmla="*/ 16898 h 16897"/>
                    <a:gd name="connsiteX1" fmla="*/ 16898 w 16897"/>
                    <a:gd name="connsiteY1" fmla="*/ 8449 h 16897"/>
                    <a:gd name="connsiteX2" fmla="*/ 8449 w 16897"/>
                    <a:gd name="connsiteY2" fmla="*/ 0 h 16897"/>
                    <a:gd name="connsiteX3" fmla="*/ 0 w 16897"/>
                    <a:gd name="connsiteY3" fmla="*/ 8449 h 16897"/>
                    <a:gd name="connsiteX4" fmla="*/ 8449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16898"/>
                      </a:moveTo>
                      <a:cubicBezTo>
                        <a:pt x="13114" y="16898"/>
                        <a:pt x="16898" y="13114"/>
                        <a:pt x="16898" y="8449"/>
                      </a:cubicBezTo>
                      <a:cubicBezTo>
                        <a:pt x="16898" y="3784"/>
                        <a:pt x="13114" y="0"/>
                        <a:pt x="8449" y="0"/>
                      </a:cubicBezTo>
                      <a:cubicBezTo>
                        <a:pt x="3784" y="0"/>
                        <a:pt x="0" y="3784"/>
                        <a:pt x="0" y="8449"/>
                      </a:cubicBezTo>
                      <a:cubicBezTo>
                        <a:pt x="0" y="13114"/>
                        <a:pt x="3784" y="16898"/>
                        <a:pt x="8449"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84" name="Freeform: Shape 2683">
                  <a:extLst>
                    <a:ext uri="{FF2B5EF4-FFF2-40B4-BE49-F238E27FC236}">
                      <a16:creationId xmlns:a16="http://schemas.microsoft.com/office/drawing/2014/main" id="{8840D2D5-EEF1-6473-9AC5-257B7A84C773}"/>
                    </a:ext>
                  </a:extLst>
                </p:cNvPr>
                <p:cNvSpPr/>
                <p:nvPr/>
              </p:nvSpPr>
              <p:spPr>
                <a:xfrm>
                  <a:off x="9043789" y="4946075"/>
                  <a:ext cx="16897" cy="16897"/>
                </a:xfrm>
                <a:custGeom>
                  <a:avLst/>
                  <a:gdLst>
                    <a:gd name="connsiteX0" fmla="*/ 16898 w 16897"/>
                    <a:gd name="connsiteY0" fmla="*/ 8449 h 16897"/>
                    <a:gd name="connsiteX1" fmla="*/ 8449 w 16897"/>
                    <a:gd name="connsiteY1" fmla="*/ 16898 h 16897"/>
                    <a:gd name="connsiteX2" fmla="*/ 0 w 16897"/>
                    <a:gd name="connsiteY2" fmla="*/ 8449 h 16897"/>
                    <a:gd name="connsiteX3" fmla="*/ 8449 w 16897"/>
                    <a:gd name="connsiteY3" fmla="*/ 0 h 16897"/>
                    <a:gd name="connsiteX4" fmla="*/ 16898 w 16897"/>
                    <a:gd name="connsiteY4" fmla="*/ 8449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16898" y="8449"/>
                      </a:moveTo>
                      <a:cubicBezTo>
                        <a:pt x="16898" y="13115"/>
                        <a:pt x="13115" y="16898"/>
                        <a:pt x="8449" y="16898"/>
                      </a:cubicBezTo>
                      <a:cubicBezTo>
                        <a:pt x="3783" y="16898"/>
                        <a:pt x="0" y="13115"/>
                        <a:pt x="0" y="8449"/>
                      </a:cubicBezTo>
                      <a:cubicBezTo>
                        <a:pt x="0" y="3783"/>
                        <a:pt x="3783" y="0"/>
                        <a:pt x="8449" y="0"/>
                      </a:cubicBezTo>
                      <a:cubicBezTo>
                        <a:pt x="13115" y="0"/>
                        <a:pt x="16898" y="3783"/>
                        <a:pt x="16898" y="844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85" name="Freeform: Shape 2684">
                  <a:extLst>
                    <a:ext uri="{FF2B5EF4-FFF2-40B4-BE49-F238E27FC236}">
                      <a16:creationId xmlns:a16="http://schemas.microsoft.com/office/drawing/2014/main" id="{2F133CC7-F579-F7A6-6E76-5B46BA9C61F5}"/>
                    </a:ext>
                  </a:extLst>
                </p:cNvPr>
                <p:cNvSpPr/>
                <p:nvPr/>
              </p:nvSpPr>
              <p:spPr>
                <a:xfrm>
                  <a:off x="7678020" y="4725378"/>
                  <a:ext cx="30122" cy="30121"/>
                </a:xfrm>
                <a:custGeom>
                  <a:avLst/>
                  <a:gdLst>
                    <a:gd name="connsiteX0" fmla="*/ 15061 w 30122"/>
                    <a:gd name="connsiteY0" fmla="*/ 30122 h 30121"/>
                    <a:gd name="connsiteX1" fmla="*/ 30123 w 30122"/>
                    <a:gd name="connsiteY1" fmla="*/ 15061 h 30121"/>
                    <a:gd name="connsiteX2" fmla="*/ 15061 w 30122"/>
                    <a:gd name="connsiteY2" fmla="*/ 0 h 30121"/>
                    <a:gd name="connsiteX3" fmla="*/ 0 w 30122"/>
                    <a:gd name="connsiteY3" fmla="*/ 15061 h 30121"/>
                    <a:gd name="connsiteX4" fmla="*/ 15061 w 30122"/>
                    <a:gd name="connsiteY4" fmla="*/ 30122 h 301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22" h="30121">
                      <a:moveTo>
                        <a:pt x="15061" y="30122"/>
                      </a:moveTo>
                      <a:cubicBezTo>
                        <a:pt x="23400" y="30122"/>
                        <a:pt x="30123" y="23363"/>
                        <a:pt x="30123" y="15061"/>
                      </a:cubicBezTo>
                      <a:cubicBezTo>
                        <a:pt x="30123" y="6759"/>
                        <a:pt x="23363" y="0"/>
                        <a:pt x="15061" y="0"/>
                      </a:cubicBezTo>
                      <a:cubicBezTo>
                        <a:pt x="6759" y="0"/>
                        <a:pt x="0" y="6759"/>
                        <a:pt x="0" y="15061"/>
                      </a:cubicBezTo>
                      <a:cubicBezTo>
                        <a:pt x="0" y="23363"/>
                        <a:pt x="6759" y="30122"/>
                        <a:pt x="15061" y="30122"/>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86" name="Freeform: Shape 2685">
                  <a:extLst>
                    <a:ext uri="{FF2B5EF4-FFF2-40B4-BE49-F238E27FC236}">
                      <a16:creationId xmlns:a16="http://schemas.microsoft.com/office/drawing/2014/main" id="{199E4B3F-1B7F-53EF-AFEA-F5E447C2ADA0}"/>
                    </a:ext>
                  </a:extLst>
                </p:cNvPr>
                <p:cNvSpPr/>
                <p:nvPr/>
              </p:nvSpPr>
              <p:spPr>
                <a:xfrm>
                  <a:off x="8346285" y="5213829"/>
                  <a:ext cx="38570" cy="38570"/>
                </a:xfrm>
                <a:custGeom>
                  <a:avLst/>
                  <a:gdLst>
                    <a:gd name="connsiteX0" fmla="*/ 19285 w 38570"/>
                    <a:gd name="connsiteY0" fmla="*/ 38571 h 38570"/>
                    <a:gd name="connsiteX1" fmla="*/ 38571 w 38570"/>
                    <a:gd name="connsiteY1" fmla="*/ 19285 h 38570"/>
                    <a:gd name="connsiteX2" fmla="*/ 19285 w 38570"/>
                    <a:gd name="connsiteY2" fmla="*/ 0 h 38570"/>
                    <a:gd name="connsiteX3" fmla="*/ 0 w 38570"/>
                    <a:gd name="connsiteY3" fmla="*/ 19285 h 38570"/>
                    <a:gd name="connsiteX4" fmla="*/ 19285 w 38570"/>
                    <a:gd name="connsiteY4" fmla="*/ 38571 h 385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70" h="38570">
                      <a:moveTo>
                        <a:pt x="19285" y="38571"/>
                      </a:moveTo>
                      <a:cubicBezTo>
                        <a:pt x="29938" y="38571"/>
                        <a:pt x="38571" y="29938"/>
                        <a:pt x="38571" y="19285"/>
                      </a:cubicBezTo>
                      <a:cubicBezTo>
                        <a:pt x="38571" y="8632"/>
                        <a:pt x="29938" y="0"/>
                        <a:pt x="19285" y="0"/>
                      </a:cubicBezTo>
                      <a:cubicBezTo>
                        <a:pt x="8632" y="0"/>
                        <a:pt x="0" y="8632"/>
                        <a:pt x="0" y="19285"/>
                      </a:cubicBezTo>
                      <a:cubicBezTo>
                        <a:pt x="0" y="29938"/>
                        <a:pt x="8632" y="38571"/>
                        <a:pt x="19285" y="38571"/>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87" name="Freeform: Shape 2686">
                  <a:extLst>
                    <a:ext uri="{FF2B5EF4-FFF2-40B4-BE49-F238E27FC236}">
                      <a16:creationId xmlns:a16="http://schemas.microsoft.com/office/drawing/2014/main" id="{4E63C0FD-BAF6-E064-A47E-12A360D1259A}"/>
                    </a:ext>
                  </a:extLst>
                </p:cNvPr>
                <p:cNvSpPr/>
                <p:nvPr/>
              </p:nvSpPr>
              <p:spPr>
                <a:xfrm>
                  <a:off x="8424748" y="4733532"/>
                  <a:ext cx="38570" cy="38570"/>
                </a:xfrm>
                <a:custGeom>
                  <a:avLst/>
                  <a:gdLst>
                    <a:gd name="connsiteX0" fmla="*/ 19285 w 38570"/>
                    <a:gd name="connsiteY0" fmla="*/ 38571 h 38570"/>
                    <a:gd name="connsiteX1" fmla="*/ 38571 w 38570"/>
                    <a:gd name="connsiteY1" fmla="*/ 19285 h 38570"/>
                    <a:gd name="connsiteX2" fmla="*/ 19285 w 38570"/>
                    <a:gd name="connsiteY2" fmla="*/ 0 h 38570"/>
                    <a:gd name="connsiteX3" fmla="*/ 0 w 38570"/>
                    <a:gd name="connsiteY3" fmla="*/ 19285 h 38570"/>
                    <a:gd name="connsiteX4" fmla="*/ 19285 w 38570"/>
                    <a:gd name="connsiteY4" fmla="*/ 38571 h 385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70" h="38570">
                      <a:moveTo>
                        <a:pt x="19285" y="38571"/>
                      </a:moveTo>
                      <a:cubicBezTo>
                        <a:pt x="29939" y="38571"/>
                        <a:pt x="38571" y="29938"/>
                        <a:pt x="38571" y="19285"/>
                      </a:cubicBezTo>
                      <a:cubicBezTo>
                        <a:pt x="38571" y="8632"/>
                        <a:pt x="29939" y="0"/>
                        <a:pt x="19285" y="0"/>
                      </a:cubicBezTo>
                      <a:cubicBezTo>
                        <a:pt x="8633" y="0"/>
                        <a:pt x="0" y="8632"/>
                        <a:pt x="0" y="19285"/>
                      </a:cubicBezTo>
                      <a:cubicBezTo>
                        <a:pt x="0" y="29938"/>
                        <a:pt x="8633" y="38571"/>
                        <a:pt x="19285" y="38571"/>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88" name="Freeform: Shape 2687">
                  <a:extLst>
                    <a:ext uri="{FF2B5EF4-FFF2-40B4-BE49-F238E27FC236}">
                      <a16:creationId xmlns:a16="http://schemas.microsoft.com/office/drawing/2014/main" id="{213AFD43-28F9-D458-6C43-5D039674B149}"/>
                    </a:ext>
                  </a:extLst>
                </p:cNvPr>
                <p:cNvSpPr/>
                <p:nvPr/>
              </p:nvSpPr>
              <p:spPr>
                <a:xfrm>
                  <a:off x="9859907" y="3699361"/>
                  <a:ext cx="16897" cy="16897"/>
                </a:xfrm>
                <a:custGeom>
                  <a:avLst/>
                  <a:gdLst>
                    <a:gd name="connsiteX0" fmla="*/ 8449 w 16897"/>
                    <a:gd name="connsiteY0" fmla="*/ 16898 h 16897"/>
                    <a:gd name="connsiteX1" fmla="*/ 16898 w 16897"/>
                    <a:gd name="connsiteY1" fmla="*/ 8449 h 16897"/>
                    <a:gd name="connsiteX2" fmla="*/ 8449 w 16897"/>
                    <a:gd name="connsiteY2" fmla="*/ 0 h 16897"/>
                    <a:gd name="connsiteX3" fmla="*/ 0 w 16897"/>
                    <a:gd name="connsiteY3" fmla="*/ 8449 h 16897"/>
                    <a:gd name="connsiteX4" fmla="*/ 8449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16898"/>
                      </a:moveTo>
                      <a:cubicBezTo>
                        <a:pt x="13114" y="16898"/>
                        <a:pt x="16898" y="13114"/>
                        <a:pt x="16898" y="8449"/>
                      </a:cubicBezTo>
                      <a:cubicBezTo>
                        <a:pt x="16898" y="3784"/>
                        <a:pt x="13114" y="0"/>
                        <a:pt x="8449" y="0"/>
                      </a:cubicBezTo>
                      <a:cubicBezTo>
                        <a:pt x="3784" y="0"/>
                        <a:pt x="0" y="3784"/>
                        <a:pt x="0" y="8449"/>
                      </a:cubicBezTo>
                      <a:cubicBezTo>
                        <a:pt x="0" y="13114"/>
                        <a:pt x="3784" y="16898"/>
                        <a:pt x="8449"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89" name="Freeform: Shape 2688">
                  <a:extLst>
                    <a:ext uri="{FF2B5EF4-FFF2-40B4-BE49-F238E27FC236}">
                      <a16:creationId xmlns:a16="http://schemas.microsoft.com/office/drawing/2014/main" id="{34C7474B-73B6-116F-4E28-6ED69ABC0D30}"/>
                    </a:ext>
                  </a:extLst>
                </p:cNvPr>
                <p:cNvSpPr/>
                <p:nvPr/>
              </p:nvSpPr>
              <p:spPr>
                <a:xfrm>
                  <a:off x="9879597" y="3662774"/>
                  <a:ext cx="16897" cy="16897"/>
                </a:xfrm>
                <a:custGeom>
                  <a:avLst/>
                  <a:gdLst>
                    <a:gd name="connsiteX0" fmla="*/ 8449 w 16897"/>
                    <a:gd name="connsiteY0" fmla="*/ 16898 h 16897"/>
                    <a:gd name="connsiteX1" fmla="*/ 16898 w 16897"/>
                    <a:gd name="connsiteY1" fmla="*/ 8449 h 16897"/>
                    <a:gd name="connsiteX2" fmla="*/ 8449 w 16897"/>
                    <a:gd name="connsiteY2" fmla="*/ 0 h 16897"/>
                    <a:gd name="connsiteX3" fmla="*/ 0 w 16897"/>
                    <a:gd name="connsiteY3" fmla="*/ 8449 h 16897"/>
                    <a:gd name="connsiteX4" fmla="*/ 8449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16898"/>
                      </a:moveTo>
                      <a:cubicBezTo>
                        <a:pt x="13114" y="16898"/>
                        <a:pt x="16898" y="13114"/>
                        <a:pt x="16898" y="8449"/>
                      </a:cubicBezTo>
                      <a:cubicBezTo>
                        <a:pt x="16898" y="3783"/>
                        <a:pt x="13114" y="0"/>
                        <a:pt x="8449" y="0"/>
                      </a:cubicBezTo>
                      <a:cubicBezTo>
                        <a:pt x="3784" y="0"/>
                        <a:pt x="0" y="3783"/>
                        <a:pt x="0" y="8449"/>
                      </a:cubicBezTo>
                      <a:cubicBezTo>
                        <a:pt x="0" y="13114"/>
                        <a:pt x="3784" y="16898"/>
                        <a:pt x="8449"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90" name="Freeform: Shape 2689">
                  <a:extLst>
                    <a:ext uri="{FF2B5EF4-FFF2-40B4-BE49-F238E27FC236}">
                      <a16:creationId xmlns:a16="http://schemas.microsoft.com/office/drawing/2014/main" id="{EE6E8E9B-A883-F661-FA04-7C02C1C988C9}"/>
                    </a:ext>
                  </a:extLst>
                </p:cNvPr>
                <p:cNvSpPr/>
                <p:nvPr/>
              </p:nvSpPr>
              <p:spPr>
                <a:xfrm>
                  <a:off x="11227586" y="3030987"/>
                  <a:ext cx="16897" cy="16897"/>
                </a:xfrm>
                <a:custGeom>
                  <a:avLst/>
                  <a:gdLst>
                    <a:gd name="connsiteX0" fmla="*/ 8449 w 16897"/>
                    <a:gd name="connsiteY0" fmla="*/ 16898 h 16897"/>
                    <a:gd name="connsiteX1" fmla="*/ 16898 w 16897"/>
                    <a:gd name="connsiteY1" fmla="*/ 8449 h 16897"/>
                    <a:gd name="connsiteX2" fmla="*/ 8449 w 16897"/>
                    <a:gd name="connsiteY2" fmla="*/ 0 h 16897"/>
                    <a:gd name="connsiteX3" fmla="*/ 0 w 16897"/>
                    <a:gd name="connsiteY3" fmla="*/ 8449 h 16897"/>
                    <a:gd name="connsiteX4" fmla="*/ 8449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16898"/>
                      </a:moveTo>
                      <a:cubicBezTo>
                        <a:pt x="13114" y="16898"/>
                        <a:pt x="16898" y="13114"/>
                        <a:pt x="16898" y="8449"/>
                      </a:cubicBezTo>
                      <a:cubicBezTo>
                        <a:pt x="16898" y="3783"/>
                        <a:pt x="13114" y="0"/>
                        <a:pt x="8449" y="0"/>
                      </a:cubicBezTo>
                      <a:cubicBezTo>
                        <a:pt x="3784" y="0"/>
                        <a:pt x="0" y="3783"/>
                        <a:pt x="0" y="8449"/>
                      </a:cubicBezTo>
                      <a:cubicBezTo>
                        <a:pt x="0" y="13114"/>
                        <a:pt x="3784" y="16898"/>
                        <a:pt x="8449"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91" name="Freeform: Shape 2690">
                  <a:extLst>
                    <a:ext uri="{FF2B5EF4-FFF2-40B4-BE49-F238E27FC236}">
                      <a16:creationId xmlns:a16="http://schemas.microsoft.com/office/drawing/2014/main" id="{A0ED25B8-4E31-4B36-C78F-7F8EB8497497}"/>
                    </a:ext>
                  </a:extLst>
                </p:cNvPr>
                <p:cNvSpPr/>
                <p:nvPr/>
              </p:nvSpPr>
              <p:spPr>
                <a:xfrm>
                  <a:off x="11236035" y="2997229"/>
                  <a:ext cx="16897" cy="16897"/>
                </a:xfrm>
                <a:custGeom>
                  <a:avLst/>
                  <a:gdLst>
                    <a:gd name="connsiteX0" fmla="*/ 8449 w 16897"/>
                    <a:gd name="connsiteY0" fmla="*/ 16898 h 16897"/>
                    <a:gd name="connsiteX1" fmla="*/ 16898 w 16897"/>
                    <a:gd name="connsiteY1" fmla="*/ 8449 h 16897"/>
                    <a:gd name="connsiteX2" fmla="*/ 8449 w 16897"/>
                    <a:gd name="connsiteY2" fmla="*/ 0 h 16897"/>
                    <a:gd name="connsiteX3" fmla="*/ 0 w 16897"/>
                    <a:gd name="connsiteY3" fmla="*/ 8449 h 16897"/>
                    <a:gd name="connsiteX4" fmla="*/ 8449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16898"/>
                      </a:moveTo>
                      <a:cubicBezTo>
                        <a:pt x="13114" y="16898"/>
                        <a:pt x="16898" y="13114"/>
                        <a:pt x="16898" y="8449"/>
                      </a:cubicBezTo>
                      <a:cubicBezTo>
                        <a:pt x="16898" y="3783"/>
                        <a:pt x="13114" y="0"/>
                        <a:pt x="8449" y="0"/>
                      </a:cubicBezTo>
                      <a:cubicBezTo>
                        <a:pt x="3784" y="0"/>
                        <a:pt x="0" y="3783"/>
                        <a:pt x="0" y="8449"/>
                      </a:cubicBezTo>
                      <a:cubicBezTo>
                        <a:pt x="0" y="13114"/>
                        <a:pt x="3784" y="16898"/>
                        <a:pt x="8449"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92" name="Freeform: Shape 2691">
                  <a:extLst>
                    <a:ext uri="{FF2B5EF4-FFF2-40B4-BE49-F238E27FC236}">
                      <a16:creationId xmlns:a16="http://schemas.microsoft.com/office/drawing/2014/main" id="{D9580F80-B573-960C-5703-E92DDDCF85B8}"/>
                    </a:ext>
                  </a:extLst>
                </p:cNvPr>
                <p:cNvSpPr/>
                <p:nvPr/>
              </p:nvSpPr>
              <p:spPr>
                <a:xfrm>
                  <a:off x="9496866" y="3795053"/>
                  <a:ext cx="16897" cy="16897"/>
                </a:xfrm>
                <a:custGeom>
                  <a:avLst/>
                  <a:gdLst>
                    <a:gd name="connsiteX0" fmla="*/ 8449 w 16897"/>
                    <a:gd name="connsiteY0" fmla="*/ 16898 h 16897"/>
                    <a:gd name="connsiteX1" fmla="*/ 16897 w 16897"/>
                    <a:gd name="connsiteY1" fmla="*/ 8449 h 16897"/>
                    <a:gd name="connsiteX2" fmla="*/ 8449 w 16897"/>
                    <a:gd name="connsiteY2" fmla="*/ 0 h 16897"/>
                    <a:gd name="connsiteX3" fmla="*/ 0 w 16897"/>
                    <a:gd name="connsiteY3" fmla="*/ 8449 h 16897"/>
                    <a:gd name="connsiteX4" fmla="*/ 8449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16898"/>
                      </a:moveTo>
                      <a:cubicBezTo>
                        <a:pt x="13113" y="16898"/>
                        <a:pt x="16897" y="13114"/>
                        <a:pt x="16897" y="8449"/>
                      </a:cubicBezTo>
                      <a:cubicBezTo>
                        <a:pt x="16897" y="3783"/>
                        <a:pt x="13113" y="0"/>
                        <a:pt x="8449" y="0"/>
                      </a:cubicBezTo>
                      <a:cubicBezTo>
                        <a:pt x="3784" y="0"/>
                        <a:pt x="0" y="3783"/>
                        <a:pt x="0" y="8449"/>
                      </a:cubicBezTo>
                      <a:cubicBezTo>
                        <a:pt x="0" y="13114"/>
                        <a:pt x="3784" y="16898"/>
                        <a:pt x="8449"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93" name="Freeform: Shape 2692">
                  <a:extLst>
                    <a:ext uri="{FF2B5EF4-FFF2-40B4-BE49-F238E27FC236}">
                      <a16:creationId xmlns:a16="http://schemas.microsoft.com/office/drawing/2014/main" id="{95E32875-E188-8EBE-3E42-52207B956E76}"/>
                    </a:ext>
                  </a:extLst>
                </p:cNvPr>
                <p:cNvSpPr/>
                <p:nvPr/>
              </p:nvSpPr>
              <p:spPr>
                <a:xfrm>
                  <a:off x="9724800" y="3814743"/>
                  <a:ext cx="16897" cy="16897"/>
                </a:xfrm>
                <a:custGeom>
                  <a:avLst/>
                  <a:gdLst>
                    <a:gd name="connsiteX0" fmla="*/ 16897 w 16897"/>
                    <a:gd name="connsiteY0" fmla="*/ 8449 h 16897"/>
                    <a:gd name="connsiteX1" fmla="*/ 8448 w 16897"/>
                    <a:gd name="connsiteY1" fmla="*/ 16898 h 16897"/>
                    <a:gd name="connsiteX2" fmla="*/ -1 w 16897"/>
                    <a:gd name="connsiteY2" fmla="*/ 8449 h 16897"/>
                    <a:gd name="connsiteX3" fmla="*/ 8448 w 16897"/>
                    <a:gd name="connsiteY3" fmla="*/ 0 h 16897"/>
                    <a:gd name="connsiteX4" fmla="*/ 16897 w 16897"/>
                    <a:gd name="connsiteY4" fmla="*/ 8449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16897" y="8449"/>
                      </a:moveTo>
                      <a:cubicBezTo>
                        <a:pt x="16897" y="13115"/>
                        <a:pt x="13115" y="16898"/>
                        <a:pt x="8448" y="16898"/>
                      </a:cubicBezTo>
                      <a:cubicBezTo>
                        <a:pt x="3782" y="16898"/>
                        <a:pt x="-1" y="13115"/>
                        <a:pt x="-1" y="8449"/>
                      </a:cubicBezTo>
                      <a:cubicBezTo>
                        <a:pt x="-1" y="3783"/>
                        <a:pt x="3782" y="0"/>
                        <a:pt x="8448" y="0"/>
                      </a:cubicBezTo>
                      <a:cubicBezTo>
                        <a:pt x="13115" y="0"/>
                        <a:pt x="16897" y="3783"/>
                        <a:pt x="16897" y="844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94" name="Freeform: Shape 2693">
                  <a:extLst>
                    <a:ext uri="{FF2B5EF4-FFF2-40B4-BE49-F238E27FC236}">
                      <a16:creationId xmlns:a16="http://schemas.microsoft.com/office/drawing/2014/main" id="{1F6CCBD9-36F5-73F0-060F-9FECB304EE4E}"/>
                    </a:ext>
                  </a:extLst>
                </p:cNvPr>
                <p:cNvSpPr/>
                <p:nvPr/>
              </p:nvSpPr>
              <p:spPr>
                <a:xfrm>
                  <a:off x="9626317" y="3916055"/>
                  <a:ext cx="16897" cy="16897"/>
                </a:xfrm>
                <a:custGeom>
                  <a:avLst/>
                  <a:gdLst>
                    <a:gd name="connsiteX0" fmla="*/ 8449 w 16897"/>
                    <a:gd name="connsiteY0" fmla="*/ 16898 h 16897"/>
                    <a:gd name="connsiteX1" fmla="*/ 16897 w 16897"/>
                    <a:gd name="connsiteY1" fmla="*/ 8449 h 16897"/>
                    <a:gd name="connsiteX2" fmla="*/ 8449 w 16897"/>
                    <a:gd name="connsiteY2" fmla="*/ 0 h 16897"/>
                    <a:gd name="connsiteX3" fmla="*/ 0 w 16897"/>
                    <a:gd name="connsiteY3" fmla="*/ 8449 h 16897"/>
                    <a:gd name="connsiteX4" fmla="*/ 8449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16898"/>
                      </a:moveTo>
                      <a:cubicBezTo>
                        <a:pt x="13114" y="16898"/>
                        <a:pt x="16897" y="13114"/>
                        <a:pt x="16897" y="8449"/>
                      </a:cubicBezTo>
                      <a:cubicBezTo>
                        <a:pt x="16897" y="3783"/>
                        <a:pt x="13114" y="0"/>
                        <a:pt x="8449" y="0"/>
                      </a:cubicBezTo>
                      <a:cubicBezTo>
                        <a:pt x="3784" y="0"/>
                        <a:pt x="0" y="3783"/>
                        <a:pt x="0" y="8449"/>
                      </a:cubicBezTo>
                      <a:cubicBezTo>
                        <a:pt x="0" y="13114"/>
                        <a:pt x="3784" y="16898"/>
                        <a:pt x="8449"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95" name="Freeform: Shape 2694">
                  <a:extLst>
                    <a:ext uri="{FF2B5EF4-FFF2-40B4-BE49-F238E27FC236}">
                      <a16:creationId xmlns:a16="http://schemas.microsoft.com/office/drawing/2014/main" id="{93451C03-A199-0829-8AA7-D30A8D81EF7B}"/>
                    </a:ext>
                  </a:extLst>
                </p:cNvPr>
                <p:cNvSpPr/>
                <p:nvPr/>
              </p:nvSpPr>
              <p:spPr>
                <a:xfrm>
                  <a:off x="11507205" y="2976254"/>
                  <a:ext cx="35264" cy="35264"/>
                </a:xfrm>
                <a:custGeom>
                  <a:avLst/>
                  <a:gdLst>
                    <a:gd name="connsiteX0" fmla="*/ 17632 w 35264"/>
                    <a:gd name="connsiteY0" fmla="*/ 35265 h 35264"/>
                    <a:gd name="connsiteX1" fmla="*/ 35264 w 35264"/>
                    <a:gd name="connsiteY1" fmla="*/ 17632 h 35264"/>
                    <a:gd name="connsiteX2" fmla="*/ 17632 w 35264"/>
                    <a:gd name="connsiteY2" fmla="*/ 0 h 35264"/>
                    <a:gd name="connsiteX3" fmla="*/ 0 w 35264"/>
                    <a:gd name="connsiteY3" fmla="*/ 17632 h 35264"/>
                    <a:gd name="connsiteX4" fmla="*/ 17632 w 35264"/>
                    <a:gd name="connsiteY4" fmla="*/ 35265 h 35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264" h="35264">
                      <a:moveTo>
                        <a:pt x="17632" y="35265"/>
                      </a:moveTo>
                      <a:cubicBezTo>
                        <a:pt x="27367" y="35265"/>
                        <a:pt x="35264" y="27367"/>
                        <a:pt x="35264" y="17632"/>
                      </a:cubicBezTo>
                      <a:cubicBezTo>
                        <a:pt x="35264" y="7898"/>
                        <a:pt x="27367" y="0"/>
                        <a:pt x="17632" y="0"/>
                      </a:cubicBezTo>
                      <a:cubicBezTo>
                        <a:pt x="7897" y="0"/>
                        <a:pt x="0" y="7898"/>
                        <a:pt x="0" y="17632"/>
                      </a:cubicBezTo>
                      <a:cubicBezTo>
                        <a:pt x="0" y="27367"/>
                        <a:pt x="7897" y="35265"/>
                        <a:pt x="17632" y="35265"/>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96" name="Freeform: Shape 2695">
                  <a:extLst>
                    <a:ext uri="{FF2B5EF4-FFF2-40B4-BE49-F238E27FC236}">
                      <a16:creationId xmlns:a16="http://schemas.microsoft.com/office/drawing/2014/main" id="{F985AB3A-94C6-9143-F570-5C5F6FE499E2}"/>
                    </a:ext>
                  </a:extLst>
                </p:cNvPr>
                <p:cNvSpPr/>
                <p:nvPr/>
              </p:nvSpPr>
              <p:spPr>
                <a:xfrm>
                  <a:off x="10974306" y="3643085"/>
                  <a:ext cx="16897" cy="16897"/>
                </a:xfrm>
                <a:custGeom>
                  <a:avLst/>
                  <a:gdLst>
                    <a:gd name="connsiteX0" fmla="*/ 8449 w 16897"/>
                    <a:gd name="connsiteY0" fmla="*/ 16898 h 16897"/>
                    <a:gd name="connsiteX1" fmla="*/ 16898 w 16897"/>
                    <a:gd name="connsiteY1" fmla="*/ 8449 h 16897"/>
                    <a:gd name="connsiteX2" fmla="*/ 8449 w 16897"/>
                    <a:gd name="connsiteY2" fmla="*/ 0 h 16897"/>
                    <a:gd name="connsiteX3" fmla="*/ 0 w 16897"/>
                    <a:gd name="connsiteY3" fmla="*/ 8449 h 16897"/>
                    <a:gd name="connsiteX4" fmla="*/ 8449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16898"/>
                      </a:moveTo>
                      <a:cubicBezTo>
                        <a:pt x="13114" y="16898"/>
                        <a:pt x="16898" y="13114"/>
                        <a:pt x="16898" y="8449"/>
                      </a:cubicBezTo>
                      <a:cubicBezTo>
                        <a:pt x="16898" y="3783"/>
                        <a:pt x="13114" y="0"/>
                        <a:pt x="8449" y="0"/>
                      </a:cubicBezTo>
                      <a:cubicBezTo>
                        <a:pt x="3784" y="0"/>
                        <a:pt x="0" y="3783"/>
                        <a:pt x="0" y="8449"/>
                      </a:cubicBezTo>
                      <a:cubicBezTo>
                        <a:pt x="0" y="13114"/>
                        <a:pt x="3784" y="16898"/>
                        <a:pt x="8449"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97" name="Freeform: Shape 2696">
                  <a:extLst>
                    <a:ext uri="{FF2B5EF4-FFF2-40B4-BE49-F238E27FC236}">
                      <a16:creationId xmlns:a16="http://schemas.microsoft.com/office/drawing/2014/main" id="{FE54EAEA-7B09-8A53-7EDA-BAB7811305B2}"/>
                    </a:ext>
                  </a:extLst>
                </p:cNvPr>
                <p:cNvSpPr/>
                <p:nvPr/>
              </p:nvSpPr>
              <p:spPr>
                <a:xfrm>
                  <a:off x="9986530" y="2832587"/>
                  <a:ext cx="16897" cy="16897"/>
                </a:xfrm>
                <a:custGeom>
                  <a:avLst/>
                  <a:gdLst>
                    <a:gd name="connsiteX0" fmla="*/ 8448 w 16897"/>
                    <a:gd name="connsiteY0" fmla="*/ 16898 h 16897"/>
                    <a:gd name="connsiteX1" fmla="*/ 16897 w 16897"/>
                    <a:gd name="connsiteY1" fmla="*/ 8449 h 16897"/>
                    <a:gd name="connsiteX2" fmla="*/ 8448 w 16897"/>
                    <a:gd name="connsiteY2" fmla="*/ 0 h 16897"/>
                    <a:gd name="connsiteX3" fmla="*/ 0 w 16897"/>
                    <a:gd name="connsiteY3" fmla="*/ 8449 h 16897"/>
                    <a:gd name="connsiteX4" fmla="*/ 8448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8" y="16898"/>
                      </a:moveTo>
                      <a:cubicBezTo>
                        <a:pt x="13113" y="16898"/>
                        <a:pt x="16897" y="13114"/>
                        <a:pt x="16897" y="8449"/>
                      </a:cubicBezTo>
                      <a:cubicBezTo>
                        <a:pt x="16897" y="3783"/>
                        <a:pt x="13113" y="0"/>
                        <a:pt x="8448" y="0"/>
                      </a:cubicBezTo>
                      <a:cubicBezTo>
                        <a:pt x="3783" y="0"/>
                        <a:pt x="0" y="3783"/>
                        <a:pt x="0" y="8449"/>
                      </a:cubicBezTo>
                      <a:cubicBezTo>
                        <a:pt x="0" y="13114"/>
                        <a:pt x="3783" y="16898"/>
                        <a:pt x="8448"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98" name="Freeform: Shape 2697">
                  <a:extLst>
                    <a:ext uri="{FF2B5EF4-FFF2-40B4-BE49-F238E27FC236}">
                      <a16:creationId xmlns:a16="http://schemas.microsoft.com/office/drawing/2014/main" id="{F412C576-B10B-5F52-D052-899364A7A702}"/>
                    </a:ext>
                  </a:extLst>
                </p:cNvPr>
                <p:cNvSpPr/>
                <p:nvPr/>
              </p:nvSpPr>
              <p:spPr>
                <a:xfrm>
                  <a:off x="9662903" y="3918883"/>
                  <a:ext cx="16897" cy="16897"/>
                </a:xfrm>
                <a:custGeom>
                  <a:avLst/>
                  <a:gdLst>
                    <a:gd name="connsiteX0" fmla="*/ 8449 w 16897"/>
                    <a:gd name="connsiteY0" fmla="*/ 16898 h 16897"/>
                    <a:gd name="connsiteX1" fmla="*/ 16898 w 16897"/>
                    <a:gd name="connsiteY1" fmla="*/ 8449 h 16897"/>
                    <a:gd name="connsiteX2" fmla="*/ 8449 w 16897"/>
                    <a:gd name="connsiteY2" fmla="*/ 0 h 16897"/>
                    <a:gd name="connsiteX3" fmla="*/ 0 w 16897"/>
                    <a:gd name="connsiteY3" fmla="*/ 8449 h 16897"/>
                    <a:gd name="connsiteX4" fmla="*/ 8449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16898"/>
                      </a:moveTo>
                      <a:cubicBezTo>
                        <a:pt x="13114" y="16898"/>
                        <a:pt x="16898" y="13114"/>
                        <a:pt x="16898" y="8449"/>
                      </a:cubicBezTo>
                      <a:cubicBezTo>
                        <a:pt x="16898" y="3784"/>
                        <a:pt x="13114" y="0"/>
                        <a:pt x="8449" y="0"/>
                      </a:cubicBezTo>
                      <a:cubicBezTo>
                        <a:pt x="3784" y="0"/>
                        <a:pt x="0" y="3784"/>
                        <a:pt x="0" y="8449"/>
                      </a:cubicBezTo>
                      <a:cubicBezTo>
                        <a:pt x="0" y="13114"/>
                        <a:pt x="3784" y="16898"/>
                        <a:pt x="8449"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699" name="Freeform: Shape 2698">
                  <a:extLst>
                    <a:ext uri="{FF2B5EF4-FFF2-40B4-BE49-F238E27FC236}">
                      <a16:creationId xmlns:a16="http://schemas.microsoft.com/office/drawing/2014/main" id="{FFB999CA-51C9-87C5-D3C0-F4D071FA6B2E}"/>
                    </a:ext>
                  </a:extLst>
                </p:cNvPr>
                <p:cNvSpPr/>
                <p:nvPr/>
              </p:nvSpPr>
              <p:spPr>
                <a:xfrm>
                  <a:off x="9800803" y="4219992"/>
                  <a:ext cx="16897" cy="16897"/>
                </a:xfrm>
                <a:custGeom>
                  <a:avLst/>
                  <a:gdLst>
                    <a:gd name="connsiteX0" fmla="*/ 8449 w 16897"/>
                    <a:gd name="connsiteY0" fmla="*/ 16898 h 16897"/>
                    <a:gd name="connsiteX1" fmla="*/ 16897 w 16897"/>
                    <a:gd name="connsiteY1" fmla="*/ 8449 h 16897"/>
                    <a:gd name="connsiteX2" fmla="*/ 8449 w 16897"/>
                    <a:gd name="connsiteY2" fmla="*/ 0 h 16897"/>
                    <a:gd name="connsiteX3" fmla="*/ 0 w 16897"/>
                    <a:gd name="connsiteY3" fmla="*/ 8449 h 16897"/>
                    <a:gd name="connsiteX4" fmla="*/ 8449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16898"/>
                      </a:moveTo>
                      <a:cubicBezTo>
                        <a:pt x="13114" y="16898"/>
                        <a:pt x="16897" y="13114"/>
                        <a:pt x="16897" y="8449"/>
                      </a:cubicBezTo>
                      <a:cubicBezTo>
                        <a:pt x="16897" y="3784"/>
                        <a:pt x="13114" y="0"/>
                        <a:pt x="8449" y="0"/>
                      </a:cubicBezTo>
                      <a:cubicBezTo>
                        <a:pt x="3784" y="0"/>
                        <a:pt x="0" y="3784"/>
                        <a:pt x="0" y="8449"/>
                      </a:cubicBezTo>
                      <a:cubicBezTo>
                        <a:pt x="0" y="13114"/>
                        <a:pt x="3784" y="16898"/>
                        <a:pt x="8449"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00" name="Freeform: Shape 2699">
                  <a:extLst>
                    <a:ext uri="{FF2B5EF4-FFF2-40B4-BE49-F238E27FC236}">
                      <a16:creationId xmlns:a16="http://schemas.microsoft.com/office/drawing/2014/main" id="{4C2036D2-4CB0-B1AC-2537-B5FB399173B3}"/>
                    </a:ext>
                  </a:extLst>
                </p:cNvPr>
                <p:cNvSpPr/>
                <p:nvPr/>
              </p:nvSpPr>
              <p:spPr>
                <a:xfrm>
                  <a:off x="9817664" y="3603669"/>
                  <a:ext cx="28211" cy="28211"/>
                </a:xfrm>
                <a:custGeom>
                  <a:avLst/>
                  <a:gdLst>
                    <a:gd name="connsiteX0" fmla="*/ 28212 w 28211"/>
                    <a:gd name="connsiteY0" fmla="*/ 14106 h 28211"/>
                    <a:gd name="connsiteX1" fmla="*/ 14106 w 28211"/>
                    <a:gd name="connsiteY1" fmla="*/ 28212 h 28211"/>
                    <a:gd name="connsiteX2" fmla="*/ 0 w 28211"/>
                    <a:gd name="connsiteY2" fmla="*/ 14106 h 28211"/>
                    <a:gd name="connsiteX3" fmla="*/ 14106 w 28211"/>
                    <a:gd name="connsiteY3" fmla="*/ 0 h 28211"/>
                    <a:gd name="connsiteX4" fmla="*/ 28212 w 28211"/>
                    <a:gd name="connsiteY4" fmla="*/ 14106 h 28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11" h="28211">
                      <a:moveTo>
                        <a:pt x="28212" y="14106"/>
                      </a:moveTo>
                      <a:cubicBezTo>
                        <a:pt x="28212" y="21896"/>
                        <a:pt x="21896" y="28212"/>
                        <a:pt x="14106" y="28212"/>
                      </a:cubicBezTo>
                      <a:cubicBezTo>
                        <a:pt x="6315" y="28212"/>
                        <a:pt x="0" y="21896"/>
                        <a:pt x="0" y="14106"/>
                      </a:cubicBezTo>
                      <a:cubicBezTo>
                        <a:pt x="0" y="6315"/>
                        <a:pt x="6315" y="0"/>
                        <a:pt x="14106" y="0"/>
                      </a:cubicBezTo>
                      <a:cubicBezTo>
                        <a:pt x="21896" y="0"/>
                        <a:pt x="28212" y="6315"/>
                        <a:pt x="28212" y="14106"/>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01" name="Freeform: Shape 2700">
                  <a:extLst>
                    <a:ext uri="{FF2B5EF4-FFF2-40B4-BE49-F238E27FC236}">
                      <a16:creationId xmlns:a16="http://schemas.microsoft.com/office/drawing/2014/main" id="{BBCF27DA-C53D-58E7-004D-6CCD7F6B20C2}"/>
                    </a:ext>
                  </a:extLst>
                </p:cNvPr>
                <p:cNvSpPr/>
                <p:nvPr/>
              </p:nvSpPr>
              <p:spPr>
                <a:xfrm>
                  <a:off x="9358967" y="3854158"/>
                  <a:ext cx="16897" cy="16897"/>
                </a:xfrm>
                <a:custGeom>
                  <a:avLst/>
                  <a:gdLst>
                    <a:gd name="connsiteX0" fmla="*/ 8449 w 16897"/>
                    <a:gd name="connsiteY0" fmla="*/ 16898 h 16897"/>
                    <a:gd name="connsiteX1" fmla="*/ 16898 w 16897"/>
                    <a:gd name="connsiteY1" fmla="*/ 8449 h 16897"/>
                    <a:gd name="connsiteX2" fmla="*/ 8449 w 16897"/>
                    <a:gd name="connsiteY2" fmla="*/ 0 h 16897"/>
                    <a:gd name="connsiteX3" fmla="*/ 0 w 16897"/>
                    <a:gd name="connsiteY3" fmla="*/ 8449 h 16897"/>
                    <a:gd name="connsiteX4" fmla="*/ 8449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16898"/>
                      </a:moveTo>
                      <a:cubicBezTo>
                        <a:pt x="13114" y="16898"/>
                        <a:pt x="16898" y="13114"/>
                        <a:pt x="16898" y="8449"/>
                      </a:cubicBezTo>
                      <a:cubicBezTo>
                        <a:pt x="16898" y="3784"/>
                        <a:pt x="13114" y="0"/>
                        <a:pt x="8449" y="0"/>
                      </a:cubicBezTo>
                      <a:cubicBezTo>
                        <a:pt x="3784" y="0"/>
                        <a:pt x="0" y="3784"/>
                        <a:pt x="0" y="8449"/>
                      </a:cubicBezTo>
                      <a:cubicBezTo>
                        <a:pt x="0" y="13114"/>
                        <a:pt x="3784" y="16898"/>
                        <a:pt x="8449"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02" name="Freeform: Shape 2701">
                  <a:extLst>
                    <a:ext uri="{FF2B5EF4-FFF2-40B4-BE49-F238E27FC236}">
                      <a16:creationId xmlns:a16="http://schemas.microsoft.com/office/drawing/2014/main" id="{E83A9644-E183-C53A-A247-71DC9D87EF7D}"/>
                    </a:ext>
                  </a:extLst>
                </p:cNvPr>
                <p:cNvSpPr/>
                <p:nvPr/>
              </p:nvSpPr>
              <p:spPr>
                <a:xfrm>
                  <a:off x="8568158" y="3199853"/>
                  <a:ext cx="16897" cy="16897"/>
                </a:xfrm>
                <a:custGeom>
                  <a:avLst/>
                  <a:gdLst>
                    <a:gd name="connsiteX0" fmla="*/ 8449 w 16897"/>
                    <a:gd name="connsiteY0" fmla="*/ 16898 h 16897"/>
                    <a:gd name="connsiteX1" fmla="*/ 16898 w 16897"/>
                    <a:gd name="connsiteY1" fmla="*/ 8449 h 16897"/>
                    <a:gd name="connsiteX2" fmla="*/ 8449 w 16897"/>
                    <a:gd name="connsiteY2" fmla="*/ 0 h 16897"/>
                    <a:gd name="connsiteX3" fmla="*/ 0 w 16897"/>
                    <a:gd name="connsiteY3" fmla="*/ 8449 h 16897"/>
                    <a:gd name="connsiteX4" fmla="*/ 8449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16898"/>
                      </a:moveTo>
                      <a:cubicBezTo>
                        <a:pt x="13114" y="16898"/>
                        <a:pt x="16898" y="13114"/>
                        <a:pt x="16898" y="8449"/>
                      </a:cubicBezTo>
                      <a:cubicBezTo>
                        <a:pt x="16898" y="3784"/>
                        <a:pt x="13114" y="0"/>
                        <a:pt x="8449" y="0"/>
                      </a:cubicBezTo>
                      <a:cubicBezTo>
                        <a:pt x="3784" y="0"/>
                        <a:pt x="0" y="3784"/>
                        <a:pt x="0" y="8449"/>
                      </a:cubicBezTo>
                      <a:cubicBezTo>
                        <a:pt x="0" y="13114"/>
                        <a:pt x="3784" y="16898"/>
                        <a:pt x="8449"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03" name="Freeform: Shape 2702">
                  <a:extLst>
                    <a:ext uri="{FF2B5EF4-FFF2-40B4-BE49-F238E27FC236}">
                      <a16:creationId xmlns:a16="http://schemas.microsoft.com/office/drawing/2014/main" id="{6275BD57-74B5-6C16-6A7A-FE5D0C1AD99D}"/>
                    </a:ext>
                  </a:extLst>
                </p:cNvPr>
                <p:cNvSpPr/>
                <p:nvPr/>
              </p:nvSpPr>
              <p:spPr>
                <a:xfrm>
                  <a:off x="8977631" y="2591980"/>
                  <a:ext cx="16897" cy="16897"/>
                </a:xfrm>
                <a:custGeom>
                  <a:avLst/>
                  <a:gdLst>
                    <a:gd name="connsiteX0" fmla="*/ 8449 w 16897"/>
                    <a:gd name="connsiteY0" fmla="*/ 16898 h 16897"/>
                    <a:gd name="connsiteX1" fmla="*/ 16898 w 16897"/>
                    <a:gd name="connsiteY1" fmla="*/ 8449 h 16897"/>
                    <a:gd name="connsiteX2" fmla="*/ 8449 w 16897"/>
                    <a:gd name="connsiteY2" fmla="*/ 0 h 16897"/>
                    <a:gd name="connsiteX3" fmla="*/ 0 w 16897"/>
                    <a:gd name="connsiteY3" fmla="*/ 8449 h 16897"/>
                    <a:gd name="connsiteX4" fmla="*/ 8449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16898"/>
                      </a:moveTo>
                      <a:cubicBezTo>
                        <a:pt x="13114" y="16898"/>
                        <a:pt x="16898" y="13114"/>
                        <a:pt x="16898" y="8449"/>
                      </a:cubicBezTo>
                      <a:cubicBezTo>
                        <a:pt x="16898" y="3783"/>
                        <a:pt x="13114" y="0"/>
                        <a:pt x="8449" y="0"/>
                      </a:cubicBezTo>
                      <a:cubicBezTo>
                        <a:pt x="3784" y="0"/>
                        <a:pt x="0" y="3783"/>
                        <a:pt x="0" y="8449"/>
                      </a:cubicBezTo>
                      <a:cubicBezTo>
                        <a:pt x="0" y="13114"/>
                        <a:pt x="3784" y="16898"/>
                        <a:pt x="8449"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04" name="Freeform: Shape 2703">
                  <a:extLst>
                    <a:ext uri="{FF2B5EF4-FFF2-40B4-BE49-F238E27FC236}">
                      <a16:creationId xmlns:a16="http://schemas.microsoft.com/office/drawing/2014/main" id="{B4072C08-A932-C0F4-9ABF-15357430EC1B}"/>
                    </a:ext>
                  </a:extLst>
                </p:cNvPr>
                <p:cNvSpPr/>
                <p:nvPr/>
              </p:nvSpPr>
              <p:spPr>
                <a:xfrm>
                  <a:off x="6985182" y="3347597"/>
                  <a:ext cx="16897" cy="16897"/>
                </a:xfrm>
                <a:custGeom>
                  <a:avLst/>
                  <a:gdLst>
                    <a:gd name="connsiteX0" fmla="*/ 16898 w 16897"/>
                    <a:gd name="connsiteY0" fmla="*/ 8449 h 16897"/>
                    <a:gd name="connsiteX1" fmla="*/ 8449 w 16897"/>
                    <a:gd name="connsiteY1" fmla="*/ 16898 h 16897"/>
                    <a:gd name="connsiteX2" fmla="*/ 0 w 16897"/>
                    <a:gd name="connsiteY2" fmla="*/ 8449 h 16897"/>
                    <a:gd name="connsiteX3" fmla="*/ 8449 w 16897"/>
                    <a:gd name="connsiteY3" fmla="*/ 0 h 16897"/>
                    <a:gd name="connsiteX4" fmla="*/ 16898 w 16897"/>
                    <a:gd name="connsiteY4" fmla="*/ 8449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16898" y="8449"/>
                      </a:moveTo>
                      <a:cubicBezTo>
                        <a:pt x="16898" y="13115"/>
                        <a:pt x="13115" y="16898"/>
                        <a:pt x="8449" y="16898"/>
                      </a:cubicBezTo>
                      <a:cubicBezTo>
                        <a:pt x="3783" y="16898"/>
                        <a:pt x="0" y="13115"/>
                        <a:pt x="0" y="8449"/>
                      </a:cubicBezTo>
                      <a:cubicBezTo>
                        <a:pt x="0" y="3783"/>
                        <a:pt x="3783" y="0"/>
                        <a:pt x="8449" y="0"/>
                      </a:cubicBezTo>
                      <a:cubicBezTo>
                        <a:pt x="13115" y="0"/>
                        <a:pt x="16898" y="3783"/>
                        <a:pt x="16898" y="844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05" name="Freeform: Shape 2704">
                  <a:extLst>
                    <a:ext uri="{FF2B5EF4-FFF2-40B4-BE49-F238E27FC236}">
                      <a16:creationId xmlns:a16="http://schemas.microsoft.com/office/drawing/2014/main" id="{283BE7AC-524F-1A89-309B-CE554F19EA19}"/>
                    </a:ext>
                  </a:extLst>
                </p:cNvPr>
                <p:cNvSpPr/>
                <p:nvPr/>
              </p:nvSpPr>
              <p:spPr>
                <a:xfrm>
                  <a:off x="8361346" y="3094316"/>
                  <a:ext cx="16897" cy="16897"/>
                </a:xfrm>
                <a:custGeom>
                  <a:avLst/>
                  <a:gdLst>
                    <a:gd name="connsiteX0" fmla="*/ 8449 w 16897"/>
                    <a:gd name="connsiteY0" fmla="*/ 16898 h 16897"/>
                    <a:gd name="connsiteX1" fmla="*/ 16898 w 16897"/>
                    <a:gd name="connsiteY1" fmla="*/ 8449 h 16897"/>
                    <a:gd name="connsiteX2" fmla="*/ 8449 w 16897"/>
                    <a:gd name="connsiteY2" fmla="*/ 0 h 16897"/>
                    <a:gd name="connsiteX3" fmla="*/ 0 w 16897"/>
                    <a:gd name="connsiteY3" fmla="*/ 8449 h 16897"/>
                    <a:gd name="connsiteX4" fmla="*/ 8449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16898"/>
                      </a:moveTo>
                      <a:cubicBezTo>
                        <a:pt x="13114" y="16898"/>
                        <a:pt x="16898" y="13114"/>
                        <a:pt x="16898" y="8449"/>
                      </a:cubicBezTo>
                      <a:cubicBezTo>
                        <a:pt x="16898" y="3783"/>
                        <a:pt x="13114" y="0"/>
                        <a:pt x="8449" y="0"/>
                      </a:cubicBezTo>
                      <a:cubicBezTo>
                        <a:pt x="3784" y="0"/>
                        <a:pt x="0" y="3783"/>
                        <a:pt x="0" y="8449"/>
                      </a:cubicBezTo>
                      <a:cubicBezTo>
                        <a:pt x="0" y="13114"/>
                        <a:pt x="3784" y="16898"/>
                        <a:pt x="8449"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06" name="Freeform: Shape 2705">
                  <a:extLst>
                    <a:ext uri="{FF2B5EF4-FFF2-40B4-BE49-F238E27FC236}">
                      <a16:creationId xmlns:a16="http://schemas.microsoft.com/office/drawing/2014/main" id="{97F62DE9-6A54-D23F-AB2C-C6A4D6A226D3}"/>
                    </a:ext>
                  </a:extLst>
                </p:cNvPr>
                <p:cNvSpPr/>
                <p:nvPr/>
              </p:nvSpPr>
              <p:spPr>
                <a:xfrm>
                  <a:off x="8344449" y="3132299"/>
                  <a:ext cx="16897" cy="16897"/>
                </a:xfrm>
                <a:custGeom>
                  <a:avLst/>
                  <a:gdLst>
                    <a:gd name="connsiteX0" fmla="*/ 8448 w 16897"/>
                    <a:gd name="connsiteY0" fmla="*/ 16898 h 16897"/>
                    <a:gd name="connsiteX1" fmla="*/ 16897 w 16897"/>
                    <a:gd name="connsiteY1" fmla="*/ 8449 h 16897"/>
                    <a:gd name="connsiteX2" fmla="*/ 8448 w 16897"/>
                    <a:gd name="connsiteY2" fmla="*/ 0 h 16897"/>
                    <a:gd name="connsiteX3" fmla="*/ 0 w 16897"/>
                    <a:gd name="connsiteY3" fmla="*/ 8449 h 16897"/>
                    <a:gd name="connsiteX4" fmla="*/ 8448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8" y="16898"/>
                      </a:moveTo>
                      <a:cubicBezTo>
                        <a:pt x="13113" y="16898"/>
                        <a:pt x="16897" y="13114"/>
                        <a:pt x="16897" y="8449"/>
                      </a:cubicBezTo>
                      <a:cubicBezTo>
                        <a:pt x="16897" y="3784"/>
                        <a:pt x="13113" y="0"/>
                        <a:pt x="8448" y="0"/>
                      </a:cubicBezTo>
                      <a:cubicBezTo>
                        <a:pt x="3784" y="0"/>
                        <a:pt x="0" y="3784"/>
                        <a:pt x="0" y="8449"/>
                      </a:cubicBezTo>
                      <a:cubicBezTo>
                        <a:pt x="0" y="13114"/>
                        <a:pt x="3784" y="16898"/>
                        <a:pt x="8448"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07" name="Freeform: Shape 2706">
                  <a:extLst>
                    <a:ext uri="{FF2B5EF4-FFF2-40B4-BE49-F238E27FC236}">
                      <a16:creationId xmlns:a16="http://schemas.microsoft.com/office/drawing/2014/main" id="{4D04BCCF-0AC3-611A-178F-4B06C01460B5}"/>
                    </a:ext>
                  </a:extLst>
                </p:cNvPr>
                <p:cNvSpPr/>
                <p:nvPr/>
              </p:nvSpPr>
              <p:spPr>
                <a:xfrm>
                  <a:off x="8547073" y="3271595"/>
                  <a:ext cx="16897" cy="16897"/>
                </a:xfrm>
                <a:custGeom>
                  <a:avLst/>
                  <a:gdLst>
                    <a:gd name="connsiteX0" fmla="*/ 8449 w 16897"/>
                    <a:gd name="connsiteY0" fmla="*/ 16898 h 16897"/>
                    <a:gd name="connsiteX1" fmla="*/ 16898 w 16897"/>
                    <a:gd name="connsiteY1" fmla="*/ 8449 h 16897"/>
                    <a:gd name="connsiteX2" fmla="*/ 8449 w 16897"/>
                    <a:gd name="connsiteY2" fmla="*/ 0 h 16897"/>
                    <a:gd name="connsiteX3" fmla="*/ 0 w 16897"/>
                    <a:gd name="connsiteY3" fmla="*/ 8449 h 16897"/>
                    <a:gd name="connsiteX4" fmla="*/ 8449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16898"/>
                      </a:moveTo>
                      <a:cubicBezTo>
                        <a:pt x="13114" y="16898"/>
                        <a:pt x="16898" y="13114"/>
                        <a:pt x="16898" y="8449"/>
                      </a:cubicBezTo>
                      <a:cubicBezTo>
                        <a:pt x="16898" y="3783"/>
                        <a:pt x="13114" y="0"/>
                        <a:pt x="8449" y="0"/>
                      </a:cubicBezTo>
                      <a:cubicBezTo>
                        <a:pt x="3784" y="0"/>
                        <a:pt x="0" y="3783"/>
                        <a:pt x="0" y="8449"/>
                      </a:cubicBezTo>
                      <a:cubicBezTo>
                        <a:pt x="0" y="13114"/>
                        <a:pt x="3784" y="16898"/>
                        <a:pt x="8449"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08" name="Freeform: Shape 2707">
                  <a:extLst>
                    <a:ext uri="{FF2B5EF4-FFF2-40B4-BE49-F238E27FC236}">
                      <a16:creationId xmlns:a16="http://schemas.microsoft.com/office/drawing/2014/main" id="{58B44C78-9A2A-EA12-ED77-60D8D44BBBFC}"/>
                    </a:ext>
                  </a:extLst>
                </p:cNvPr>
                <p:cNvSpPr/>
                <p:nvPr/>
              </p:nvSpPr>
              <p:spPr>
                <a:xfrm>
                  <a:off x="7149823" y="2634187"/>
                  <a:ext cx="16897" cy="16897"/>
                </a:xfrm>
                <a:custGeom>
                  <a:avLst/>
                  <a:gdLst>
                    <a:gd name="connsiteX0" fmla="*/ 8449 w 16897"/>
                    <a:gd name="connsiteY0" fmla="*/ 16898 h 16897"/>
                    <a:gd name="connsiteX1" fmla="*/ 16898 w 16897"/>
                    <a:gd name="connsiteY1" fmla="*/ 8449 h 16897"/>
                    <a:gd name="connsiteX2" fmla="*/ 8449 w 16897"/>
                    <a:gd name="connsiteY2" fmla="*/ 0 h 16897"/>
                    <a:gd name="connsiteX3" fmla="*/ 0 w 16897"/>
                    <a:gd name="connsiteY3" fmla="*/ 8449 h 16897"/>
                    <a:gd name="connsiteX4" fmla="*/ 8449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16898"/>
                      </a:moveTo>
                      <a:cubicBezTo>
                        <a:pt x="13114" y="16898"/>
                        <a:pt x="16898" y="13114"/>
                        <a:pt x="16898" y="8449"/>
                      </a:cubicBezTo>
                      <a:cubicBezTo>
                        <a:pt x="16898" y="3783"/>
                        <a:pt x="13114" y="0"/>
                        <a:pt x="8449" y="0"/>
                      </a:cubicBezTo>
                      <a:cubicBezTo>
                        <a:pt x="3784" y="0"/>
                        <a:pt x="0" y="3783"/>
                        <a:pt x="0" y="8449"/>
                      </a:cubicBezTo>
                      <a:cubicBezTo>
                        <a:pt x="0" y="13114"/>
                        <a:pt x="3784" y="16898"/>
                        <a:pt x="8449"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09" name="Freeform: Shape 2708">
                  <a:extLst>
                    <a:ext uri="{FF2B5EF4-FFF2-40B4-BE49-F238E27FC236}">
                      <a16:creationId xmlns:a16="http://schemas.microsoft.com/office/drawing/2014/main" id="{87C05C75-393F-7141-A627-60F742A7425D}"/>
                    </a:ext>
                  </a:extLst>
                </p:cNvPr>
                <p:cNvSpPr/>
                <p:nvPr/>
              </p:nvSpPr>
              <p:spPr>
                <a:xfrm>
                  <a:off x="6440637" y="3319459"/>
                  <a:ext cx="16897" cy="16897"/>
                </a:xfrm>
                <a:custGeom>
                  <a:avLst/>
                  <a:gdLst>
                    <a:gd name="connsiteX0" fmla="*/ 8449 w 16897"/>
                    <a:gd name="connsiteY0" fmla="*/ 16898 h 16897"/>
                    <a:gd name="connsiteX1" fmla="*/ 16898 w 16897"/>
                    <a:gd name="connsiteY1" fmla="*/ 8449 h 16897"/>
                    <a:gd name="connsiteX2" fmla="*/ 8449 w 16897"/>
                    <a:gd name="connsiteY2" fmla="*/ 0 h 16897"/>
                    <a:gd name="connsiteX3" fmla="*/ 0 w 16897"/>
                    <a:gd name="connsiteY3" fmla="*/ 8449 h 16897"/>
                    <a:gd name="connsiteX4" fmla="*/ 8449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16898"/>
                      </a:moveTo>
                      <a:cubicBezTo>
                        <a:pt x="13114" y="16898"/>
                        <a:pt x="16898" y="13114"/>
                        <a:pt x="16898" y="8449"/>
                      </a:cubicBezTo>
                      <a:cubicBezTo>
                        <a:pt x="16898" y="3784"/>
                        <a:pt x="13114" y="0"/>
                        <a:pt x="8449" y="0"/>
                      </a:cubicBezTo>
                      <a:cubicBezTo>
                        <a:pt x="3784" y="0"/>
                        <a:pt x="0" y="3784"/>
                        <a:pt x="0" y="8449"/>
                      </a:cubicBezTo>
                      <a:cubicBezTo>
                        <a:pt x="0" y="13114"/>
                        <a:pt x="3784" y="16898"/>
                        <a:pt x="8449"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10" name="Freeform: Shape 2709">
                  <a:extLst>
                    <a:ext uri="{FF2B5EF4-FFF2-40B4-BE49-F238E27FC236}">
                      <a16:creationId xmlns:a16="http://schemas.microsoft.com/office/drawing/2014/main" id="{90486859-DB11-326E-7D54-EF87D2A84A69}"/>
                    </a:ext>
                  </a:extLst>
                </p:cNvPr>
                <p:cNvSpPr/>
                <p:nvPr/>
              </p:nvSpPr>
              <p:spPr>
                <a:xfrm>
                  <a:off x="6318975" y="3417318"/>
                  <a:ext cx="29460" cy="29460"/>
                </a:xfrm>
                <a:custGeom>
                  <a:avLst/>
                  <a:gdLst>
                    <a:gd name="connsiteX0" fmla="*/ 29461 w 29460"/>
                    <a:gd name="connsiteY0" fmla="*/ 14730 h 29460"/>
                    <a:gd name="connsiteX1" fmla="*/ 14730 w 29460"/>
                    <a:gd name="connsiteY1" fmla="*/ 29461 h 29460"/>
                    <a:gd name="connsiteX2" fmla="*/ 0 w 29460"/>
                    <a:gd name="connsiteY2" fmla="*/ 14730 h 29460"/>
                    <a:gd name="connsiteX3" fmla="*/ 14730 w 29460"/>
                    <a:gd name="connsiteY3" fmla="*/ 0 h 29460"/>
                    <a:gd name="connsiteX4" fmla="*/ 29461 w 29460"/>
                    <a:gd name="connsiteY4" fmla="*/ 14730 h 2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60" h="29460">
                      <a:moveTo>
                        <a:pt x="29461" y="14730"/>
                      </a:moveTo>
                      <a:cubicBezTo>
                        <a:pt x="29461" y="22866"/>
                        <a:pt x="22866" y="29461"/>
                        <a:pt x="14730" y="29461"/>
                      </a:cubicBezTo>
                      <a:cubicBezTo>
                        <a:pt x="6595" y="29461"/>
                        <a:pt x="0" y="22866"/>
                        <a:pt x="0" y="14730"/>
                      </a:cubicBezTo>
                      <a:cubicBezTo>
                        <a:pt x="0" y="6595"/>
                        <a:pt x="6595" y="0"/>
                        <a:pt x="14730" y="0"/>
                      </a:cubicBezTo>
                      <a:cubicBezTo>
                        <a:pt x="22866" y="0"/>
                        <a:pt x="29461" y="6595"/>
                        <a:pt x="29461" y="14730"/>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11" name="Freeform: Shape 2710">
                  <a:extLst>
                    <a:ext uri="{FF2B5EF4-FFF2-40B4-BE49-F238E27FC236}">
                      <a16:creationId xmlns:a16="http://schemas.microsoft.com/office/drawing/2014/main" id="{2D7C2088-BC09-5737-2EEF-CF56F8F9FC55}"/>
                    </a:ext>
                  </a:extLst>
                </p:cNvPr>
                <p:cNvSpPr/>
                <p:nvPr/>
              </p:nvSpPr>
              <p:spPr>
                <a:xfrm>
                  <a:off x="6125093" y="3206539"/>
                  <a:ext cx="40113" cy="40113"/>
                </a:xfrm>
                <a:custGeom>
                  <a:avLst/>
                  <a:gdLst>
                    <a:gd name="connsiteX0" fmla="*/ 20057 w 40113"/>
                    <a:gd name="connsiteY0" fmla="*/ 40113 h 40113"/>
                    <a:gd name="connsiteX1" fmla="*/ 40113 w 40113"/>
                    <a:gd name="connsiteY1" fmla="*/ 20057 h 40113"/>
                    <a:gd name="connsiteX2" fmla="*/ 20057 w 40113"/>
                    <a:gd name="connsiteY2" fmla="*/ 0 h 40113"/>
                    <a:gd name="connsiteX3" fmla="*/ 0 w 40113"/>
                    <a:gd name="connsiteY3" fmla="*/ 20057 h 40113"/>
                    <a:gd name="connsiteX4" fmla="*/ 20057 w 40113"/>
                    <a:gd name="connsiteY4" fmla="*/ 40113 h 40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13" h="40113">
                      <a:moveTo>
                        <a:pt x="20057" y="40113"/>
                      </a:moveTo>
                      <a:cubicBezTo>
                        <a:pt x="31150" y="40113"/>
                        <a:pt x="40113" y="31114"/>
                        <a:pt x="40113" y="20057"/>
                      </a:cubicBezTo>
                      <a:cubicBezTo>
                        <a:pt x="40113" y="9000"/>
                        <a:pt x="31114" y="0"/>
                        <a:pt x="20057" y="0"/>
                      </a:cubicBezTo>
                      <a:cubicBezTo>
                        <a:pt x="9000" y="0"/>
                        <a:pt x="0" y="9000"/>
                        <a:pt x="0" y="20057"/>
                      </a:cubicBezTo>
                      <a:cubicBezTo>
                        <a:pt x="0" y="31114"/>
                        <a:pt x="9000" y="40113"/>
                        <a:pt x="20057" y="40113"/>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12" name="Freeform: Shape 2711">
                  <a:extLst>
                    <a:ext uri="{FF2B5EF4-FFF2-40B4-BE49-F238E27FC236}">
                      <a16:creationId xmlns:a16="http://schemas.microsoft.com/office/drawing/2014/main" id="{735227BD-7482-E13C-735E-877E57D18E46}"/>
                    </a:ext>
                  </a:extLst>
                </p:cNvPr>
                <p:cNvSpPr/>
                <p:nvPr/>
              </p:nvSpPr>
              <p:spPr>
                <a:xfrm>
                  <a:off x="7306016" y="2587755"/>
                  <a:ext cx="16897" cy="16897"/>
                </a:xfrm>
                <a:custGeom>
                  <a:avLst/>
                  <a:gdLst>
                    <a:gd name="connsiteX0" fmla="*/ 16898 w 16897"/>
                    <a:gd name="connsiteY0" fmla="*/ 8449 h 16897"/>
                    <a:gd name="connsiteX1" fmla="*/ 8449 w 16897"/>
                    <a:gd name="connsiteY1" fmla="*/ 16897 h 16897"/>
                    <a:gd name="connsiteX2" fmla="*/ 0 w 16897"/>
                    <a:gd name="connsiteY2" fmla="*/ 8449 h 16897"/>
                    <a:gd name="connsiteX3" fmla="*/ 8449 w 16897"/>
                    <a:gd name="connsiteY3" fmla="*/ 0 h 16897"/>
                    <a:gd name="connsiteX4" fmla="*/ 16898 w 16897"/>
                    <a:gd name="connsiteY4" fmla="*/ 8449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16898" y="8449"/>
                      </a:moveTo>
                      <a:cubicBezTo>
                        <a:pt x="16898" y="13115"/>
                        <a:pt x="13115" y="16897"/>
                        <a:pt x="8449" y="16897"/>
                      </a:cubicBezTo>
                      <a:cubicBezTo>
                        <a:pt x="3782" y="16897"/>
                        <a:pt x="0" y="13115"/>
                        <a:pt x="0" y="8449"/>
                      </a:cubicBezTo>
                      <a:cubicBezTo>
                        <a:pt x="0" y="3783"/>
                        <a:pt x="3782" y="0"/>
                        <a:pt x="8449" y="0"/>
                      </a:cubicBezTo>
                      <a:cubicBezTo>
                        <a:pt x="13115" y="0"/>
                        <a:pt x="16898" y="3783"/>
                        <a:pt x="16898" y="844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13" name="Freeform: Shape 2712">
                  <a:extLst>
                    <a:ext uri="{FF2B5EF4-FFF2-40B4-BE49-F238E27FC236}">
                      <a16:creationId xmlns:a16="http://schemas.microsoft.com/office/drawing/2014/main" id="{B434EFB6-EC44-5D6C-9FB5-3CD02D385213}"/>
                    </a:ext>
                  </a:extLst>
                </p:cNvPr>
                <p:cNvSpPr/>
                <p:nvPr/>
              </p:nvSpPr>
              <p:spPr>
                <a:xfrm>
                  <a:off x="6476122" y="2834056"/>
                  <a:ext cx="60978" cy="60978"/>
                </a:xfrm>
                <a:custGeom>
                  <a:avLst/>
                  <a:gdLst>
                    <a:gd name="connsiteX0" fmla="*/ 30489 w 60978"/>
                    <a:gd name="connsiteY0" fmla="*/ 60979 h 60978"/>
                    <a:gd name="connsiteX1" fmla="*/ 60978 w 60978"/>
                    <a:gd name="connsiteY1" fmla="*/ 30489 h 60978"/>
                    <a:gd name="connsiteX2" fmla="*/ 30489 w 60978"/>
                    <a:gd name="connsiteY2" fmla="*/ 0 h 60978"/>
                    <a:gd name="connsiteX3" fmla="*/ 0 w 60978"/>
                    <a:gd name="connsiteY3" fmla="*/ 30489 h 60978"/>
                    <a:gd name="connsiteX4" fmla="*/ 30489 w 60978"/>
                    <a:gd name="connsiteY4" fmla="*/ 60979 h 60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78" h="60978">
                      <a:moveTo>
                        <a:pt x="30489" y="60979"/>
                      </a:moveTo>
                      <a:cubicBezTo>
                        <a:pt x="47313" y="60979"/>
                        <a:pt x="60978" y="47313"/>
                        <a:pt x="60978" y="30489"/>
                      </a:cubicBezTo>
                      <a:cubicBezTo>
                        <a:pt x="60978" y="13665"/>
                        <a:pt x="47313" y="0"/>
                        <a:pt x="30489" y="0"/>
                      </a:cubicBezTo>
                      <a:cubicBezTo>
                        <a:pt x="13665" y="0"/>
                        <a:pt x="0" y="13628"/>
                        <a:pt x="0" y="30489"/>
                      </a:cubicBezTo>
                      <a:cubicBezTo>
                        <a:pt x="0" y="47350"/>
                        <a:pt x="13665" y="60979"/>
                        <a:pt x="30489" y="6097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14" name="Freeform: Shape 2713">
                  <a:extLst>
                    <a:ext uri="{FF2B5EF4-FFF2-40B4-BE49-F238E27FC236}">
                      <a16:creationId xmlns:a16="http://schemas.microsoft.com/office/drawing/2014/main" id="{C97706C1-6A7B-11B5-EEAC-01BB1FECF0E7}"/>
                    </a:ext>
                  </a:extLst>
                </p:cNvPr>
                <p:cNvSpPr/>
                <p:nvPr/>
              </p:nvSpPr>
              <p:spPr>
                <a:xfrm>
                  <a:off x="6211160" y="3492402"/>
                  <a:ext cx="48121" cy="48121"/>
                </a:xfrm>
                <a:custGeom>
                  <a:avLst/>
                  <a:gdLst>
                    <a:gd name="connsiteX0" fmla="*/ 24061 w 48121"/>
                    <a:gd name="connsiteY0" fmla="*/ 48121 h 48121"/>
                    <a:gd name="connsiteX1" fmla="*/ 48121 w 48121"/>
                    <a:gd name="connsiteY1" fmla="*/ 24061 h 48121"/>
                    <a:gd name="connsiteX2" fmla="*/ 24061 w 48121"/>
                    <a:gd name="connsiteY2" fmla="*/ 0 h 48121"/>
                    <a:gd name="connsiteX3" fmla="*/ 0 w 48121"/>
                    <a:gd name="connsiteY3" fmla="*/ 24061 h 48121"/>
                    <a:gd name="connsiteX4" fmla="*/ 24061 w 48121"/>
                    <a:gd name="connsiteY4" fmla="*/ 48121 h 481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1" h="48121">
                      <a:moveTo>
                        <a:pt x="24061" y="48121"/>
                      </a:moveTo>
                      <a:cubicBezTo>
                        <a:pt x="37359" y="48121"/>
                        <a:pt x="48121" y="37358"/>
                        <a:pt x="48121" y="24061"/>
                      </a:cubicBezTo>
                      <a:cubicBezTo>
                        <a:pt x="48121" y="10763"/>
                        <a:pt x="37395" y="0"/>
                        <a:pt x="24061" y="0"/>
                      </a:cubicBezTo>
                      <a:cubicBezTo>
                        <a:pt x="10726" y="0"/>
                        <a:pt x="0" y="10763"/>
                        <a:pt x="0" y="24061"/>
                      </a:cubicBezTo>
                      <a:cubicBezTo>
                        <a:pt x="0" y="37358"/>
                        <a:pt x="10800" y="48121"/>
                        <a:pt x="24061" y="48121"/>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15" name="Freeform: Shape 2714">
                  <a:extLst>
                    <a:ext uri="{FF2B5EF4-FFF2-40B4-BE49-F238E27FC236}">
                      <a16:creationId xmlns:a16="http://schemas.microsoft.com/office/drawing/2014/main" id="{468945E4-BAAA-2BBF-3954-1427A0AB9B64}"/>
                    </a:ext>
                  </a:extLst>
                </p:cNvPr>
                <p:cNvSpPr/>
                <p:nvPr/>
              </p:nvSpPr>
              <p:spPr>
                <a:xfrm>
                  <a:off x="8174113" y="4308814"/>
                  <a:ext cx="44301" cy="44300"/>
                </a:xfrm>
                <a:custGeom>
                  <a:avLst/>
                  <a:gdLst>
                    <a:gd name="connsiteX0" fmla="*/ 22151 w 44301"/>
                    <a:gd name="connsiteY0" fmla="*/ 44301 h 44300"/>
                    <a:gd name="connsiteX1" fmla="*/ 44301 w 44301"/>
                    <a:gd name="connsiteY1" fmla="*/ 22151 h 44300"/>
                    <a:gd name="connsiteX2" fmla="*/ 22151 w 44301"/>
                    <a:gd name="connsiteY2" fmla="*/ 0 h 44300"/>
                    <a:gd name="connsiteX3" fmla="*/ 0 w 44301"/>
                    <a:gd name="connsiteY3" fmla="*/ 22151 h 44300"/>
                    <a:gd name="connsiteX4" fmla="*/ 22151 w 44301"/>
                    <a:gd name="connsiteY4" fmla="*/ 44301 h 4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01" h="44300">
                      <a:moveTo>
                        <a:pt x="22151" y="44301"/>
                      </a:moveTo>
                      <a:cubicBezTo>
                        <a:pt x="34383" y="44301"/>
                        <a:pt x="44301" y="34383"/>
                        <a:pt x="44301" y="22151"/>
                      </a:cubicBezTo>
                      <a:cubicBezTo>
                        <a:pt x="44301" y="9918"/>
                        <a:pt x="34383" y="0"/>
                        <a:pt x="22151" y="0"/>
                      </a:cubicBezTo>
                      <a:cubicBezTo>
                        <a:pt x="9918" y="0"/>
                        <a:pt x="0" y="9918"/>
                        <a:pt x="0" y="22151"/>
                      </a:cubicBezTo>
                      <a:cubicBezTo>
                        <a:pt x="0" y="34383"/>
                        <a:pt x="9918" y="44301"/>
                        <a:pt x="22151" y="44301"/>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16" name="Freeform: Shape 2715">
                  <a:extLst>
                    <a:ext uri="{FF2B5EF4-FFF2-40B4-BE49-F238E27FC236}">
                      <a16:creationId xmlns:a16="http://schemas.microsoft.com/office/drawing/2014/main" id="{147AEFB4-A36C-2426-5ED4-F435CED9CDFD}"/>
                    </a:ext>
                  </a:extLst>
                </p:cNvPr>
                <p:cNvSpPr/>
                <p:nvPr/>
              </p:nvSpPr>
              <p:spPr>
                <a:xfrm>
                  <a:off x="7765153" y="3816726"/>
                  <a:ext cx="44301" cy="44301"/>
                </a:xfrm>
                <a:custGeom>
                  <a:avLst/>
                  <a:gdLst>
                    <a:gd name="connsiteX0" fmla="*/ 22151 w 44301"/>
                    <a:gd name="connsiteY0" fmla="*/ 44301 h 44301"/>
                    <a:gd name="connsiteX1" fmla="*/ 44301 w 44301"/>
                    <a:gd name="connsiteY1" fmla="*/ 22151 h 44301"/>
                    <a:gd name="connsiteX2" fmla="*/ 22151 w 44301"/>
                    <a:gd name="connsiteY2" fmla="*/ 0 h 44301"/>
                    <a:gd name="connsiteX3" fmla="*/ 0 w 44301"/>
                    <a:gd name="connsiteY3" fmla="*/ 22151 h 44301"/>
                    <a:gd name="connsiteX4" fmla="*/ 22151 w 44301"/>
                    <a:gd name="connsiteY4" fmla="*/ 44301 h 44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01" h="44301">
                      <a:moveTo>
                        <a:pt x="22151" y="44301"/>
                      </a:moveTo>
                      <a:cubicBezTo>
                        <a:pt x="34383" y="44301"/>
                        <a:pt x="44301" y="34383"/>
                        <a:pt x="44301" y="22151"/>
                      </a:cubicBezTo>
                      <a:cubicBezTo>
                        <a:pt x="44301" y="9918"/>
                        <a:pt x="34383" y="0"/>
                        <a:pt x="22151" y="0"/>
                      </a:cubicBezTo>
                      <a:cubicBezTo>
                        <a:pt x="9919" y="0"/>
                        <a:pt x="0" y="9918"/>
                        <a:pt x="0" y="22151"/>
                      </a:cubicBezTo>
                      <a:cubicBezTo>
                        <a:pt x="0" y="34383"/>
                        <a:pt x="9919" y="44301"/>
                        <a:pt x="22151" y="44301"/>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17" name="Freeform: Shape 2716">
                  <a:extLst>
                    <a:ext uri="{FF2B5EF4-FFF2-40B4-BE49-F238E27FC236}">
                      <a16:creationId xmlns:a16="http://schemas.microsoft.com/office/drawing/2014/main" id="{88E672C3-2130-0A7E-D424-8766D9D751E9}"/>
                    </a:ext>
                  </a:extLst>
                </p:cNvPr>
                <p:cNvSpPr/>
                <p:nvPr/>
              </p:nvSpPr>
              <p:spPr>
                <a:xfrm>
                  <a:off x="9609419" y="3319459"/>
                  <a:ext cx="16897" cy="16897"/>
                </a:xfrm>
                <a:custGeom>
                  <a:avLst/>
                  <a:gdLst>
                    <a:gd name="connsiteX0" fmla="*/ 8449 w 16897"/>
                    <a:gd name="connsiteY0" fmla="*/ 16898 h 16897"/>
                    <a:gd name="connsiteX1" fmla="*/ 16898 w 16897"/>
                    <a:gd name="connsiteY1" fmla="*/ 8449 h 16897"/>
                    <a:gd name="connsiteX2" fmla="*/ 8449 w 16897"/>
                    <a:gd name="connsiteY2" fmla="*/ 0 h 16897"/>
                    <a:gd name="connsiteX3" fmla="*/ 0 w 16897"/>
                    <a:gd name="connsiteY3" fmla="*/ 8449 h 16897"/>
                    <a:gd name="connsiteX4" fmla="*/ 8449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16898"/>
                      </a:moveTo>
                      <a:cubicBezTo>
                        <a:pt x="13114" y="16898"/>
                        <a:pt x="16898" y="13114"/>
                        <a:pt x="16898" y="8449"/>
                      </a:cubicBezTo>
                      <a:cubicBezTo>
                        <a:pt x="16898" y="3784"/>
                        <a:pt x="13114" y="0"/>
                        <a:pt x="8449" y="0"/>
                      </a:cubicBezTo>
                      <a:cubicBezTo>
                        <a:pt x="3784" y="0"/>
                        <a:pt x="0" y="3784"/>
                        <a:pt x="0" y="8449"/>
                      </a:cubicBezTo>
                      <a:cubicBezTo>
                        <a:pt x="0" y="13114"/>
                        <a:pt x="3784" y="16898"/>
                        <a:pt x="8449"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18" name="Freeform: Shape 2717">
                  <a:extLst>
                    <a:ext uri="{FF2B5EF4-FFF2-40B4-BE49-F238E27FC236}">
                      <a16:creationId xmlns:a16="http://schemas.microsoft.com/office/drawing/2014/main" id="{211251A3-8EF7-1A82-C0B0-02147ED8DDF8}"/>
                    </a:ext>
                  </a:extLst>
                </p:cNvPr>
                <p:cNvSpPr/>
                <p:nvPr/>
              </p:nvSpPr>
              <p:spPr>
                <a:xfrm>
                  <a:off x="11362657" y="3043660"/>
                  <a:ext cx="16897" cy="16897"/>
                </a:xfrm>
                <a:custGeom>
                  <a:avLst/>
                  <a:gdLst>
                    <a:gd name="connsiteX0" fmla="*/ 8449 w 16897"/>
                    <a:gd name="connsiteY0" fmla="*/ 16898 h 16897"/>
                    <a:gd name="connsiteX1" fmla="*/ 16898 w 16897"/>
                    <a:gd name="connsiteY1" fmla="*/ 8449 h 16897"/>
                    <a:gd name="connsiteX2" fmla="*/ 8449 w 16897"/>
                    <a:gd name="connsiteY2" fmla="*/ 0 h 16897"/>
                    <a:gd name="connsiteX3" fmla="*/ 0 w 16897"/>
                    <a:gd name="connsiteY3" fmla="*/ 8449 h 16897"/>
                    <a:gd name="connsiteX4" fmla="*/ 8449 w 16897"/>
                    <a:gd name="connsiteY4" fmla="*/ 16898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8449" y="16898"/>
                      </a:moveTo>
                      <a:cubicBezTo>
                        <a:pt x="13114" y="16898"/>
                        <a:pt x="16898" y="13114"/>
                        <a:pt x="16898" y="8449"/>
                      </a:cubicBezTo>
                      <a:cubicBezTo>
                        <a:pt x="16898" y="3784"/>
                        <a:pt x="13114" y="0"/>
                        <a:pt x="8449" y="0"/>
                      </a:cubicBezTo>
                      <a:cubicBezTo>
                        <a:pt x="3784" y="0"/>
                        <a:pt x="0" y="3784"/>
                        <a:pt x="0" y="8449"/>
                      </a:cubicBezTo>
                      <a:cubicBezTo>
                        <a:pt x="0" y="13114"/>
                        <a:pt x="3784" y="16898"/>
                        <a:pt x="8449" y="16898"/>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19" name="Freeform: Shape 2718">
                  <a:extLst>
                    <a:ext uri="{FF2B5EF4-FFF2-40B4-BE49-F238E27FC236}">
                      <a16:creationId xmlns:a16="http://schemas.microsoft.com/office/drawing/2014/main" id="{5A7539F0-B8C6-DC2F-4E31-72CFD19FC493}"/>
                    </a:ext>
                  </a:extLst>
                </p:cNvPr>
                <p:cNvSpPr/>
                <p:nvPr/>
              </p:nvSpPr>
              <p:spPr>
                <a:xfrm>
                  <a:off x="11417538" y="3588204"/>
                  <a:ext cx="16897" cy="16897"/>
                </a:xfrm>
                <a:custGeom>
                  <a:avLst/>
                  <a:gdLst>
                    <a:gd name="connsiteX0" fmla="*/ 16898 w 16897"/>
                    <a:gd name="connsiteY0" fmla="*/ 8449 h 16897"/>
                    <a:gd name="connsiteX1" fmla="*/ 8449 w 16897"/>
                    <a:gd name="connsiteY1" fmla="*/ 16898 h 16897"/>
                    <a:gd name="connsiteX2" fmla="*/ 0 w 16897"/>
                    <a:gd name="connsiteY2" fmla="*/ 8449 h 16897"/>
                    <a:gd name="connsiteX3" fmla="*/ 8449 w 16897"/>
                    <a:gd name="connsiteY3" fmla="*/ 0 h 16897"/>
                    <a:gd name="connsiteX4" fmla="*/ 16898 w 16897"/>
                    <a:gd name="connsiteY4" fmla="*/ 8449 h 16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7" h="16897">
                      <a:moveTo>
                        <a:pt x="16898" y="8449"/>
                      </a:moveTo>
                      <a:cubicBezTo>
                        <a:pt x="16898" y="13115"/>
                        <a:pt x="13115" y="16898"/>
                        <a:pt x="8449" y="16898"/>
                      </a:cubicBezTo>
                      <a:cubicBezTo>
                        <a:pt x="3783" y="16898"/>
                        <a:pt x="0" y="13115"/>
                        <a:pt x="0" y="8449"/>
                      </a:cubicBezTo>
                      <a:cubicBezTo>
                        <a:pt x="0" y="3783"/>
                        <a:pt x="3783" y="0"/>
                        <a:pt x="8449" y="0"/>
                      </a:cubicBezTo>
                      <a:cubicBezTo>
                        <a:pt x="13115" y="0"/>
                        <a:pt x="16898" y="3783"/>
                        <a:pt x="16898" y="8449"/>
                      </a:cubicBezTo>
                      <a:close/>
                    </a:path>
                  </a:pathLst>
                </a:custGeom>
                <a:grpFill/>
                <a:ln w="36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grpSp>
      <p:grpSp>
        <p:nvGrpSpPr>
          <p:cNvPr id="3212" name="Group 3211">
            <a:extLst>
              <a:ext uri="{FF2B5EF4-FFF2-40B4-BE49-F238E27FC236}">
                <a16:creationId xmlns:a16="http://schemas.microsoft.com/office/drawing/2014/main" id="{345752E4-CE70-AA7B-58EF-A9301C3708CD}"/>
              </a:ext>
            </a:extLst>
          </p:cNvPr>
          <p:cNvGrpSpPr/>
          <p:nvPr/>
        </p:nvGrpSpPr>
        <p:grpSpPr>
          <a:xfrm>
            <a:off x="5746307" y="1169772"/>
            <a:ext cx="4411734" cy="4392828"/>
            <a:chOff x="5746307" y="1169772"/>
            <a:chExt cx="4411734" cy="4392828"/>
          </a:xfrm>
        </p:grpSpPr>
        <p:grpSp>
          <p:nvGrpSpPr>
            <p:cNvPr id="1257" name="Graphic 1254">
              <a:extLst>
                <a:ext uri="{FF2B5EF4-FFF2-40B4-BE49-F238E27FC236}">
                  <a16:creationId xmlns:a16="http://schemas.microsoft.com/office/drawing/2014/main" id="{7E01BD3C-E791-DE11-9D69-87D2387AC75A}"/>
                </a:ext>
              </a:extLst>
            </p:cNvPr>
            <p:cNvGrpSpPr/>
            <p:nvPr/>
          </p:nvGrpSpPr>
          <p:grpSpPr>
            <a:xfrm>
              <a:off x="5746307" y="1169772"/>
              <a:ext cx="4402308" cy="4371191"/>
              <a:chOff x="2650939" y="0"/>
              <a:chExt cx="6873619" cy="6825035"/>
            </a:xfrm>
            <a:solidFill>
              <a:srgbClr val="D0D0CE"/>
            </a:solidFill>
          </p:grpSpPr>
          <p:grpSp>
            <p:nvGrpSpPr>
              <p:cNvPr id="1258" name="Graphic 1254">
                <a:extLst>
                  <a:ext uri="{FF2B5EF4-FFF2-40B4-BE49-F238E27FC236}">
                    <a16:creationId xmlns:a16="http://schemas.microsoft.com/office/drawing/2014/main" id="{1EA9A206-96A8-E229-26CF-AF5F0257433D}"/>
                  </a:ext>
                </a:extLst>
              </p:cNvPr>
              <p:cNvGrpSpPr/>
              <p:nvPr/>
            </p:nvGrpSpPr>
            <p:grpSpPr>
              <a:xfrm>
                <a:off x="2660294" y="2850"/>
                <a:ext cx="6850853" cy="6811383"/>
                <a:chOff x="2660294" y="2850"/>
                <a:chExt cx="6850853" cy="6811383"/>
              </a:xfrm>
              <a:grpFill/>
            </p:grpSpPr>
            <p:sp>
              <p:nvSpPr>
                <p:cNvPr id="1259" name="Freeform: Shape 1258">
                  <a:extLst>
                    <a:ext uri="{FF2B5EF4-FFF2-40B4-BE49-F238E27FC236}">
                      <a16:creationId xmlns:a16="http://schemas.microsoft.com/office/drawing/2014/main" id="{B91486D1-B990-7EE1-5825-F7F002FA5E68}"/>
                    </a:ext>
                  </a:extLst>
                </p:cNvPr>
                <p:cNvSpPr/>
                <p:nvPr/>
              </p:nvSpPr>
              <p:spPr>
                <a:xfrm>
                  <a:off x="2660294" y="2850"/>
                  <a:ext cx="6212874" cy="6684462"/>
                </a:xfrm>
                <a:custGeom>
                  <a:avLst/>
                  <a:gdLst>
                    <a:gd name="connsiteX0" fmla="*/ 2507226 w 6212874"/>
                    <a:gd name="connsiteY0" fmla="*/ 6684462 h 6684462"/>
                    <a:gd name="connsiteX1" fmla="*/ 2403553 w 6212874"/>
                    <a:gd name="connsiteY1" fmla="*/ 6484665 h 6684462"/>
                    <a:gd name="connsiteX2" fmla="*/ 1988378 w 6212874"/>
                    <a:gd name="connsiteY2" fmla="*/ 6503858 h 6684462"/>
                    <a:gd name="connsiteX3" fmla="*/ 1987254 w 6212874"/>
                    <a:gd name="connsiteY3" fmla="*/ 6502493 h 6684462"/>
                    <a:gd name="connsiteX4" fmla="*/ 1673665 w 6212874"/>
                    <a:gd name="connsiteY4" fmla="*/ 6123576 h 6684462"/>
                    <a:gd name="connsiteX5" fmla="*/ 1078489 w 6212874"/>
                    <a:gd name="connsiteY5" fmla="*/ 5887842 h 6684462"/>
                    <a:gd name="connsiteX6" fmla="*/ 1077967 w 6212874"/>
                    <a:gd name="connsiteY6" fmla="*/ 5886276 h 6684462"/>
                    <a:gd name="connsiteX7" fmla="*/ 913945 w 6212874"/>
                    <a:gd name="connsiteY7" fmla="*/ 5406658 h 6684462"/>
                    <a:gd name="connsiteX8" fmla="*/ 359001 w 6212874"/>
                    <a:gd name="connsiteY8" fmla="*/ 4925192 h 6684462"/>
                    <a:gd name="connsiteX9" fmla="*/ 0 w 6212874"/>
                    <a:gd name="connsiteY9" fmla="*/ 3405672 h 6684462"/>
                    <a:gd name="connsiteX10" fmla="*/ 269181 w 6212874"/>
                    <a:gd name="connsiteY10" fmla="*/ 2080006 h 6684462"/>
                    <a:gd name="connsiteX11" fmla="*/ 1003284 w 6212874"/>
                    <a:gd name="connsiteY11" fmla="*/ 997462 h 6684462"/>
                    <a:gd name="connsiteX12" fmla="*/ 2092092 w 6212874"/>
                    <a:gd name="connsiteY12" fmla="*/ 267615 h 6684462"/>
                    <a:gd name="connsiteX13" fmla="*/ 3425427 w 6212874"/>
                    <a:gd name="connsiteY13" fmla="*/ 0 h 6684462"/>
                    <a:gd name="connsiteX14" fmla="*/ 5711052 w 6212874"/>
                    <a:gd name="connsiteY14" fmla="*/ 868975 h 6684462"/>
                    <a:gd name="connsiteX15" fmla="*/ 6149595 w 6212874"/>
                    <a:gd name="connsiteY15" fmla="*/ 1340683 h 6684462"/>
                    <a:gd name="connsiteX16" fmla="*/ 6150197 w 6212874"/>
                    <a:gd name="connsiteY16" fmla="*/ 1341446 h 6684462"/>
                    <a:gd name="connsiteX17" fmla="*/ 6150317 w 6212874"/>
                    <a:gd name="connsiteY17" fmla="*/ 1342409 h 6684462"/>
                    <a:gd name="connsiteX18" fmla="*/ 6212875 w 6212874"/>
                    <a:gd name="connsiteY18" fmla="*/ 1857924 h 6684462"/>
                    <a:gd name="connsiteX19" fmla="*/ 6205848 w 6212874"/>
                    <a:gd name="connsiteY19" fmla="*/ 1858767 h 6684462"/>
                    <a:gd name="connsiteX20" fmla="*/ 6143411 w 6212874"/>
                    <a:gd name="connsiteY20" fmla="*/ 1344216 h 6684462"/>
                    <a:gd name="connsiteX21" fmla="*/ 5706354 w 6212874"/>
                    <a:gd name="connsiteY21" fmla="*/ 874234 h 6684462"/>
                    <a:gd name="connsiteX22" fmla="*/ 3425427 w 6212874"/>
                    <a:gd name="connsiteY22" fmla="*/ 7107 h 6684462"/>
                    <a:gd name="connsiteX23" fmla="*/ 7067 w 6212874"/>
                    <a:gd name="connsiteY23" fmla="*/ 3405672 h 6684462"/>
                    <a:gd name="connsiteX24" fmla="*/ 365024 w 6212874"/>
                    <a:gd name="connsiteY24" fmla="*/ 4921418 h 6684462"/>
                    <a:gd name="connsiteX25" fmla="*/ 920048 w 6212874"/>
                    <a:gd name="connsiteY25" fmla="*/ 5402603 h 6684462"/>
                    <a:gd name="connsiteX26" fmla="*/ 920369 w 6212874"/>
                    <a:gd name="connsiteY26" fmla="*/ 5403486 h 6684462"/>
                    <a:gd name="connsiteX27" fmla="*/ 1084150 w 6212874"/>
                    <a:gd name="connsiteY27" fmla="*/ 5882462 h 6684462"/>
                    <a:gd name="connsiteX28" fmla="*/ 1677962 w 6212874"/>
                    <a:gd name="connsiteY28" fmla="*/ 6117673 h 6684462"/>
                    <a:gd name="connsiteX29" fmla="*/ 1678524 w 6212874"/>
                    <a:gd name="connsiteY29" fmla="*/ 6118396 h 6684462"/>
                    <a:gd name="connsiteX30" fmla="*/ 1991550 w 6212874"/>
                    <a:gd name="connsiteY30" fmla="*/ 6496630 h 6684462"/>
                    <a:gd name="connsiteX31" fmla="*/ 2407728 w 6212874"/>
                    <a:gd name="connsiteY31" fmla="*/ 6477397 h 6684462"/>
                    <a:gd name="connsiteX32" fmla="*/ 2513489 w 6212874"/>
                    <a:gd name="connsiteY32" fmla="*/ 6681210 h 6684462"/>
                    <a:gd name="connsiteX33" fmla="*/ 2507226 w 6212874"/>
                    <a:gd name="connsiteY33" fmla="*/ 6684462 h 6684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212874" h="6684462">
                      <a:moveTo>
                        <a:pt x="2507226" y="6684462"/>
                      </a:moveTo>
                      <a:lnTo>
                        <a:pt x="2403553" y="6484665"/>
                      </a:lnTo>
                      <a:lnTo>
                        <a:pt x="1988378" y="6503858"/>
                      </a:lnTo>
                      <a:lnTo>
                        <a:pt x="1987254" y="6502493"/>
                      </a:lnTo>
                      <a:lnTo>
                        <a:pt x="1673665" y="6123576"/>
                      </a:lnTo>
                      <a:lnTo>
                        <a:pt x="1078489" y="5887842"/>
                      </a:lnTo>
                      <a:lnTo>
                        <a:pt x="1077967" y="5886276"/>
                      </a:lnTo>
                      <a:lnTo>
                        <a:pt x="913945" y="5406658"/>
                      </a:lnTo>
                      <a:lnTo>
                        <a:pt x="359001" y="4925192"/>
                      </a:lnTo>
                      <a:cubicBezTo>
                        <a:pt x="120778" y="4450874"/>
                        <a:pt x="0" y="3939656"/>
                        <a:pt x="0" y="3405672"/>
                      </a:cubicBezTo>
                      <a:cubicBezTo>
                        <a:pt x="0" y="2945929"/>
                        <a:pt x="90583" y="2499878"/>
                        <a:pt x="269181" y="2080006"/>
                      </a:cubicBezTo>
                      <a:cubicBezTo>
                        <a:pt x="441715" y="1674468"/>
                        <a:pt x="688691" y="1310247"/>
                        <a:pt x="1003284" y="997462"/>
                      </a:cubicBezTo>
                      <a:cubicBezTo>
                        <a:pt x="1317876" y="684716"/>
                        <a:pt x="1684185" y="439145"/>
                        <a:pt x="2092092" y="267615"/>
                      </a:cubicBezTo>
                      <a:cubicBezTo>
                        <a:pt x="2514413" y="90061"/>
                        <a:pt x="2963034" y="0"/>
                        <a:pt x="3425427" y="0"/>
                      </a:cubicBezTo>
                      <a:cubicBezTo>
                        <a:pt x="4270631" y="0"/>
                        <a:pt x="5082348" y="308610"/>
                        <a:pt x="5711052" y="868975"/>
                      </a:cubicBezTo>
                      <a:cubicBezTo>
                        <a:pt x="5871460" y="1011916"/>
                        <a:pt x="6019020" y="1170638"/>
                        <a:pt x="6149595" y="1340683"/>
                      </a:cubicBezTo>
                      <a:lnTo>
                        <a:pt x="6150197" y="1341446"/>
                      </a:lnTo>
                      <a:lnTo>
                        <a:pt x="6150317" y="1342409"/>
                      </a:lnTo>
                      <a:lnTo>
                        <a:pt x="6212875" y="1857924"/>
                      </a:lnTo>
                      <a:lnTo>
                        <a:pt x="6205848" y="1858767"/>
                      </a:lnTo>
                      <a:lnTo>
                        <a:pt x="6143411" y="1344216"/>
                      </a:lnTo>
                      <a:cubicBezTo>
                        <a:pt x="6013238" y="1174814"/>
                        <a:pt x="5866200" y="1016695"/>
                        <a:pt x="5706354" y="874234"/>
                      </a:cubicBezTo>
                      <a:cubicBezTo>
                        <a:pt x="5078936" y="315075"/>
                        <a:pt x="4268905" y="7107"/>
                        <a:pt x="3425427" y="7107"/>
                      </a:cubicBezTo>
                      <a:cubicBezTo>
                        <a:pt x="1540561" y="7107"/>
                        <a:pt x="7067" y="1531687"/>
                        <a:pt x="7067" y="3405672"/>
                      </a:cubicBezTo>
                      <a:cubicBezTo>
                        <a:pt x="7067" y="3938291"/>
                        <a:pt x="127483" y="4448265"/>
                        <a:pt x="365024" y="4921418"/>
                      </a:cubicBezTo>
                      <a:lnTo>
                        <a:pt x="920048" y="5402603"/>
                      </a:lnTo>
                      <a:lnTo>
                        <a:pt x="920369" y="5403486"/>
                      </a:lnTo>
                      <a:lnTo>
                        <a:pt x="1084150" y="5882462"/>
                      </a:lnTo>
                      <a:lnTo>
                        <a:pt x="1677962" y="6117673"/>
                      </a:lnTo>
                      <a:lnTo>
                        <a:pt x="1678524" y="6118396"/>
                      </a:lnTo>
                      <a:lnTo>
                        <a:pt x="1991550" y="6496630"/>
                      </a:lnTo>
                      <a:lnTo>
                        <a:pt x="2407728" y="6477397"/>
                      </a:lnTo>
                      <a:lnTo>
                        <a:pt x="2513489" y="6681210"/>
                      </a:lnTo>
                      <a:lnTo>
                        <a:pt x="2507226" y="6684462"/>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60" name="Freeform: Shape 1259">
                  <a:extLst>
                    <a:ext uri="{FF2B5EF4-FFF2-40B4-BE49-F238E27FC236}">
                      <a16:creationId xmlns:a16="http://schemas.microsoft.com/office/drawing/2014/main" id="{209D0BCD-353E-4B2C-BE27-674D04636A50}"/>
                    </a:ext>
                  </a:extLst>
                </p:cNvPr>
                <p:cNvSpPr/>
                <p:nvPr/>
              </p:nvSpPr>
              <p:spPr>
                <a:xfrm>
                  <a:off x="5170169" y="5571241"/>
                  <a:ext cx="3549898" cy="1195050"/>
                </a:xfrm>
                <a:custGeom>
                  <a:avLst/>
                  <a:gdLst>
                    <a:gd name="connsiteX0" fmla="*/ 1483745 w 3549898"/>
                    <a:gd name="connsiteY0" fmla="*/ 1195051 h 1195050"/>
                    <a:gd name="connsiteX1" fmla="*/ 1482179 w 3549898"/>
                    <a:gd name="connsiteY1" fmla="*/ 1194850 h 1195050"/>
                    <a:gd name="connsiteX2" fmla="*/ 477370 w 3549898"/>
                    <a:gd name="connsiteY2" fmla="*/ 1053916 h 1195050"/>
                    <a:gd name="connsiteX3" fmla="*/ 964 w 3549898"/>
                    <a:gd name="connsiteY3" fmla="*/ 1117958 h 1195050"/>
                    <a:gd name="connsiteX4" fmla="*/ 0 w 3549898"/>
                    <a:gd name="connsiteY4" fmla="*/ 1110932 h 1195050"/>
                    <a:gd name="connsiteX5" fmla="*/ 477370 w 3549898"/>
                    <a:gd name="connsiteY5" fmla="*/ 1046809 h 1195050"/>
                    <a:gd name="connsiteX6" fmla="*/ 477852 w 3549898"/>
                    <a:gd name="connsiteY6" fmla="*/ 1046849 h 1195050"/>
                    <a:gd name="connsiteX7" fmla="*/ 1481577 w 3549898"/>
                    <a:gd name="connsiteY7" fmla="*/ 1187623 h 1195050"/>
                    <a:gd name="connsiteX8" fmla="*/ 1726024 w 3549898"/>
                    <a:gd name="connsiteY8" fmla="*/ 982966 h 1195050"/>
                    <a:gd name="connsiteX9" fmla="*/ 1726988 w 3549898"/>
                    <a:gd name="connsiteY9" fmla="*/ 982806 h 1195050"/>
                    <a:gd name="connsiteX10" fmla="*/ 2479079 w 3549898"/>
                    <a:gd name="connsiteY10" fmla="*/ 856567 h 1195050"/>
                    <a:gd name="connsiteX11" fmla="*/ 2739908 w 3549898"/>
                    <a:gd name="connsiteY11" fmla="*/ 285121 h 1195050"/>
                    <a:gd name="connsiteX12" fmla="*/ 2741353 w 3549898"/>
                    <a:gd name="connsiteY12" fmla="*/ 284599 h 1195050"/>
                    <a:gd name="connsiteX13" fmla="*/ 3549899 w 3549898"/>
                    <a:gd name="connsiteY13" fmla="*/ 0 h 1195050"/>
                    <a:gd name="connsiteX14" fmla="*/ 3160060 w 3549898"/>
                    <a:gd name="connsiteY14" fmla="*/ 242881 h 1195050"/>
                    <a:gd name="connsiteX15" fmla="*/ 3156327 w 3549898"/>
                    <a:gd name="connsiteY15" fmla="*/ 236898 h 1195050"/>
                    <a:gd name="connsiteX16" fmla="*/ 3491437 w 3549898"/>
                    <a:gd name="connsiteY16" fmla="*/ 28066 h 1195050"/>
                    <a:gd name="connsiteX17" fmla="*/ 2745127 w 3549898"/>
                    <a:gd name="connsiteY17" fmla="*/ 290782 h 1195050"/>
                    <a:gd name="connsiteX18" fmla="*/ 2483978 w 3549898"/>
                    <a:gd name="connsiteY18" fmla="*/ 862951 h 1195050"/>
                    <a:gd name="connsiteX19" fmla="*/ 2482090 w 3549898"/>
                    <a:gd name="connsiteY19" fmla="*/ 863233 h 1195050"/>
                    <a:gd name="connsiteX20" fmla="*/ 1729076 w 3549898"/>
                    <a:gd name="connsiteY20" fmla="*/ 989632 h 1195050"/>
                    <a:gd name="connsiteX21" fmla="*/ 1483745 w 3549898"/>
                    <a:gd name="connsiteY21" fmla="*/ 1195051 h 1195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549898" h="1195050">
                      <a:moveTo>
                        <a:pt x="1483745" y="1195051"/>
                      </a:moveTo>
                      <a:lnTo>
                        <a:pt x="1482179" y="1194850"/>
                      </a:lnTo>
                      <a:lnTo>
                        <a:pt x="477370" y="1053916"/>
                      </a:lnTo>
                      <a:lnTo>
                        <a:pt x="964" y="1117958"/>
                      </a:lnTo>
                      <a:lnTo>
                        <a:pt x="0" y="1110932"/>
                      </a:lnTo>
                      <a:lnTo>
                        <a:pt x="477370" y="1046809"/>
                      </a:lnTo>
                      <a:lnTo>
                        <a:pt x="477852" y="1046849"/>
                      </a:lnTo>
                      <a:lnTo>
                        <a:pt x="1481577" y="1187623"/>
                      </a:lnTo>
                      <a:lnTo>
                        <a:pt x="1726024" y="982966"/>
                      </a:lnTo>
                      <a:lnTo>
                        <a:pt x="1726988" y="982806"/>
                      </a:lnTo>
                      <a:lnTo>
                        <a:pt x="2479079" y="856567"/>
                      </a:lnTo>
                      <a:lnTo>
                        <a:pt x="2739908" y="285121"/>
                      </a:lnTo>
                      <a:lnTo>
                        <a:pt x="2741353" y="284599"/>
                      </a:lnTo>
                      <a:lnTo>
                        <a:pt x="3549899" y="0"/>
                      </a:lnTo>
                      <a:lnTo>
                        <a:pt x="3160060" y="242881"/>
                      </a:lnTo>
                      <a:lnTo>
                        <a:pt x="3156327" y="236898"/>
                      </a:lnTo>
                      <a:lnTo>
                        <a:pt x="3491437" y="28066"/>
                      </a:lnTo>
                      <a:lnTo>
                        <a:pt x="2745127" y="290782"/>
                      </a:lnTo>
                      <a:lnTo>
                        <a:pt x="2483978" y="862951"/>
                      </a:lnTo>
                      <a:lnTo>
                        <a:pt x="2482090" y="863233"/>
                      </a:lnTo>
                      <a:lnTo>
                        <a:pt x="1729076" y="989632"/>
                      </a:lnTo>
                      <a:lnTo>
                        <a:pt x="1483745" y="1195051"/>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61" name="Freeform: Shape 1260">
                  <a:extLst>
                    <a:ext uri="{FF2B5EF4-FFF2-40B4-BE49-F238E27FC236}">
                      <a16:creationId xmlns:a16="http://schemas.microsoft.com/office/drawing/2014/main" id="{446A330A-F30E-A1DE-2419-77319D4A1490}"/>
                    </a:ext>
                  </a:extLst>
                </p:cNvPr>
                <p:cNvSpPr/>
                <p:nvPr/>
              </p:nvSpPr>
              <p:spPr>
                <a:xfrm>
                  <a:off x="7908431" y="5798623"/>
                  <a:ext cx="425693" cy="462794"/>
                </a:xfrm>
                <a:custGeom>
                  <a:avLst/>
                  <a:gdLst>
                    <a:gd name="connsiteX0" fmla="*/ 52961 w 425693"/>
                    <a:gd name="connsiteY0" fmla="*/ 462795 h 462794"/>
                    <a:gd name="connsiteX1" fmla="*/ 0 w 425693"/>
                    <a:gd name="connsiteY1" fmla="*/ 55129 h 462794"/>
                    <a:gd name="connsiteX2" fmla="*/ 5541 w 425693"/>
                    <a:gd name="connsiteY2" fmla="*/ 57257 h 462794"/>
                    <a:gd name="connsiteX3" fmla="*/ 288052 w 425693"/>
                    <a:gd name="connsiteY3" fmla="*/ 166792 h 462794"/>
                    <a:gd name="connsiteX4" fmla="*/ 425694 w 425693"/>
                    <a:gd name="connsiteY4" fmla="*/ 0 h 462794"/>
                    <a:gd name="connsiteX5" fmla="*/ 388754 w 425693"/>
                    <a:gd name="connsiteY5" fmla="*/ 213409 h 462794"/>
                    <a:gd name="connsiteX6" fmla="*/ 290261 w 425693"/>
                    <a:gd name="connsiteY6" fmla="*/ 175224 h 462794"/>
                    <a:gd name="connsiteX7" fmla="*/ 52961 w 425693"/>
                    <a:gd name="connsiteY7" fmla="*/ 462795 h 462794"/>
                    <a:gd name="connsiteX8" fmla="*/ 8552 w 425693"/>
                    <a:gd name="connsiteY8" fmla="*/ 66010 h 462794"/>
                    <a:gd name="connsiteX9" fmla="*/ 57900 w 425693"/>
                    <a:gd name="connsiteY9" fmla="*/ 445690 h 462794"/>
                    <a:gd name="connsiteX10" fmla="*/ 283314 w 425693"/>
                    <a:gd name="connsiteY10" fmla="*/ 172494 h 462794"/>
                    <a:gd name="connsiteX11" fmla="*/ 8552 w 425693"/>
                    <a:gd name="connsiteY11" fmla="*/ 65970 h 462794"/>
                    <a:gd name="connsiteX12" fmla="*/ 294998 w 425693"/>
                    <a:gd name="connsiteY12" fmla="*/ 169482 h 462794"/>
                    <a:gd name="connsiteX13" fmla="*/ 383253 w 425693"/>
                    <a:gd name="connsiteY13" fmla="*/ 203692 h 462794"/>
                    <a:gd name="connsiteX14" fmla="*/ 414170 w 425693"/>
                    <a:gd name="connsiteY14" fmla="*/ 25095 h 462794"/>
                    <a:gd name="connsiteX15" fmla="*/ 294998 w 425693"/>
                    <a:gd name="connsiteY15" fmla="*/ 169523 h 462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5693" h="462794">
                      <a:moveTo>
                        <a:pt x="52961" y="462795"/>
                      </a:moveTo>
                      <a:lnTo>
                        <a:pt x="0" y="55129"/>
                      </a:lnTo>
                      <a:lnTo>
                        <a:pt x="5541" y="57257"/>
                      </a:lnTo>
                      <a:lnTo>
                        <a:pt x="288052" y="166792"/>
                      </a:lnTo>
                      <a:lnTo>
                        <a:pt x="425694" y="0"/>
                      </a:lnTo>
                      <a:lnTo>
                        <a:pt x="388754" y="213409"/>
                      </a:lnTo>
                      <a:lnTo>
                        <a:pt x="290261" y="175224"/>
                      </a:lnTo>
                      <a:lnTo>
                        <a:pt x="52961" y="462795"/>
                      </a:lnTo>
                      <a:close/>
                      <a:moveTo>
                        <a:pt x="8552" y="66010"/>
                      </a:moveTo>
                      <a:lnTo>
                        <a:pt x="57900" y="445690"/>
                      </a:lnTo>
                      <a:lnTo>
                        <a:pt x="283314" y="172494"/>
                      </a:lnTo>
                      <a:lnTo>
                        <a:pt x="8552" y="65970"/>
                      </a:lnTo>
                      <a:close/>
                      <a:moveTo>
                        <a:pt x="294998" y="169482"/>
                      </a:moveTo>
                      <a:lnTo>
                        <a:pt x="383253" y="203692"/>
                      </a:lnTo>
                      <a:lnTo>
                        <a:pt x="414170" y="25095"/>
                      </a:lnTo>
                      <a:lnTo>
                        <a:pt x="294998" y="169523"/>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62" name="Freeform: Shape 1261">
                  <a:extLst>
                    <a:ext uri="{FF2B5EF4-FFF2-40B4-BE49-F238E27FC236}">
                      <a16:creationId xmlns:a16="http://schemas.microsoft.com/office/drawing/2014/main" id="{CD67AB84-AEAD-FEAD-1593-2416A2DC3CBA}"/>
                    </a:ext>
                  </a:extLst>
                </p:cNvPr>
                <p:cNvSpPr/>
                <p:nvPr/>
              </p:nvSpPr>
              <p:spPr>
                <a:xfrm>
                  <a:off x="5068504" y="22164"/>
                  <a:ext cx="1563648" cy="144748"/>
                </a:xfrm>
                <a:custGeom>
                  <a:avLst/>
                  <a:gdLst>
                    <a:gd name="connsiteX0" fmla="*/ 924 w 1563648"/>
                    <a:gd name="connsiteY0" fmla="*/ 144749 h 144748"/>
                    <a:gd name="connsiteX1" fmla="*/ 0 w 1563648"/>
                    <a:gd name="connsiteY1" fmla="*/ 137722 h 144748"/>
                    <a:gd name="connsiteX2" fmla="*/ 712060 w 1563648"/>
                    <a:gd name="connsiteY2" fmla="*/ 0 h 144748"/>
                    <a:gd name="connsiteX3" fmla="*/ 1563528 w 1563648"/>
                    <a:gd name="connsiteY3" fmla="*/ 28749 h 144748"/>
                    <a:gd name="connsiteX4" fmla="*/ 1563648 w 1563648"/>
                    <a:gd name="connsiteY4" fmla="*/ 35816 h 144748"/>
                    <a:gd name="connsiteX5" fmla="*/ 924 w 1563648"/>
                    <a:gd name="connsiteY5" fmla="*/ 144749 h 144748"/>
                    <a:gd name="connsiteX6" fmla="*/ 712622 w 1563648"/>
                    <a:gd name="connsiteY6" fmla="*/ 6986 h 144748"/>
                    <a:gd name="connsiteX7" fmla="*/ 58422 w 1563648"/>
                    <a:gd name="connsiteY7" fmla="*/ 133627 h 144748"/>
                    <a:gd name="connsiteX8" fmla="*/ 1494948 w 1563648"/>
                    <a:gd name="connsiteY8" fmla="*/ 33527 h 144748"/>
                    <a:gd name="connsiteX9" fmla="*/ 712622 w 1563648"/>
                    <a:gd name="connsiteY9" fmla="*/ 7027 h 144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63648" h="144748">
                      <a:moveTo>
                        <a:pt x="924" y="144749"/>
                      </a:moveTo>
                      <a:lnTo>
                        <a:pt x="0" y="137722"/>
                      </a:lnTo>
                      <a:lnTo>
                        <a:pt x="712060" y="0"/>
                      </a:lnTo>
                      <a:lnTo>
                        <a:pt x="1563528" y="28749"/>
                      </a:lnTo>
                      <a:lnTo>
                        <a:pt x="1563648" y="35816"/>
                      </a:lnTo>
                      <a:lnTo>
                        <a:pt x="924" y="144749"/>
                      </a:lnTo>
                      <a:close/>
                      <a:moveTo>
                        <a:pt x="712622" y="6986"/>
                      </a:moveTo>
                      <a:lnTo>
                        <a:pt x="58422" y="133627"/>
                      </a:lnTo>
                      <a:lnTo>
                        <a:pt x="1494948" y="33527"/>
                      </a:lnTo>
                      <a:lnTo>
                        <a:pt x="712622" y="7027"/>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63" name="Freeform: Shape 1262">
                  <a:extLst>
                    <a:ext uri="{FF2B5EF4-FFF2-40B4-BE49-F238E27FC236}">
                      <a16:creationId xmlns:a16="http://schemas.microsoft.com/office/drawing/2014/main" id="{1279CE12-7F58-11AF-85D4-66977CAC9722}"/>
                    </a:ext>
                  </a:extLst>
                </p:cNvPr>
                <p:cNvSpPr/>
                <p:nvPr/>
              </p:nvSpPr>
              <p:spPr>
                <a:xfrm>
                  <a:off x="3961949" y="21802"/>
                  <a:ext cx="4910898" cy="1840979"/>
                </a:xfrm>
                <a:custGeom>
                  <a:avLst/>
                  <a:gdLst>
                    <a:gd name="connsiteX0" fmla="*/ 4904554 w 4910898"/>
                    <a:gd name="connsiteY0" fmla="*/ 1840980 h 1840979"/>
                    <a:gd name="connsiteX1" fmla="*/ 4431521 w 4910898"/>
                    <a:gd name="connsiteY1" fmla="*/ 876363 h 1840979"/>
                    <a:gd name="connsiteX2" fmla="*/ 3793502 w 4910898"/>
                    <a:gd name="connsiteY2" fmla="*/ 631273 h 1840979"/>
                    <a:gd name="connsiteX3" fmla="*/ 3668187 w 4910898"/>
                    <a:gd name="connsiteY3" fmla="*/ 362936 h 1840979"/>
                    <a:gd name="connsiteX4" fmla="*/ 2679278 w 4910898"/>
                    <a:gd name="connsiteY4" fmla="*/ 367875 h 1840979"/>
                    <a:gd name="connsiteX5" fmla="*/ 2678917 w 4910898"/>
                    <a:gd name="connsiteY5" fmla="*/ 367714 h 1840979"/>
                    <a:gd name="connsiteX6" fmla="*/ 2676186 w 4910898"/>
                    <a:gd name="connsiteY6" fmla="*/ 367714 h 1840979"/>
                    <a:gd name="connsiteX7" fmla="*/ 2676186 w 4910898"/>
                    <a:gd name="connsiteY7" fmla="*/ 366550 h 1840979"/>
                    <a:gd name="connsiteX8" fmla="*/ 2253504 w 4910898"/>
                    <a:gd name="connsiteY8" fmla="*/ 189478 h 1840979"/>
                    <a:gd name="connsiteX9" fmla="*/ 2221502 w 4910898"/>
                    <a:gd name="connsiteY9" fmla="*/ 188354 h 1840979"/>
                    <a:gd name="connsiteX10" fmla="*/ 1819498 w 4910898"/>
                    <a:gd name="connsiteY10" fmla="*/ 324631 h 1840979"/>
                    <a:gd name="connsiteX11" fmla="*/ 1818494 w 4910898"/>
                    <a:gd name="connsiteY11" fmla="*/ 324350 h 1840979"/>
                    <a:gd name="connsiteX12" fmla="*/ 1328838 w 4910898"/>
                    <a:gd name="connsiteY12" fmla="*/ 199797 h 1840979"/>
                    <a:gd name="connsiteX13" fmla="*/ 1157348 w 4910898"/>
                    <a:gd name="connsiteY13" fmla="*/ 266812 h 1840979"/>
                    <a:gd name="connsiteX14" fmla="*/ 725631 w 4910898"/>
                    <a:gd name="connsiteY14" fmla="*/ 285884 h 1840979"/>
                    <a:gd name="connsiteX15" fmla="*/ 696521 w 4910898"/>
                    <a:gd name="connsiteY15" fmla="*/ 1221431 h 1840979"/>
                    <a:gd name="connsiteX16" fmla="*/ 0 w 4910898"/>
                    <a:gd name="connsiteY16" fmla="*/ 727478 h 1840979"/>
                    <a:gd name="connsiteX17" fmla="*/ 4095 w 4910898"/>
                    <a:gd name="connsiteY17" fmla="*/ 721696 h 1840979"/>
                    <a:gd name="connsiteX18" fmla="*/ 689855 w 4910898"/>
                    <a:gd name="connsiteY18" fmla="*/ 1208020 h 1840979"/>
                    <a:gd name="connsiteX19" fmla="*/ 718765 w 4910898"/>
                    <a:gd name="connsiteY19" fmla="*/ 279138 h 1840979"/>
                    <a:gd name="connsiteX20" fmla="*/ 722057 w 4910898"/>
                    <a:gd name="connsiteY20" fmla="*/ 278978 h 1840979"/>
                    <a:gd name="connsiteX21" fmla="*/ 1156465 w 4910898"/>
                    <a:gd name="connsiteY21" fmla="*/ 259785 h 1840979"/>
                    <a:gd name="connsiteX22" fmla="*/ 1317073 w 4910898"/>
                    <a:gd name="connsiteY22" fmla="*/ 196866 h 1840979"/>
                    <a:gd name="connsiteX23" fmla="*/ 1100211 w 4910898"/>
                    <a:gd name="connsiteY23" fmla="*/ 141697 h 1840979"/>
                    <a:gd name="connsiteX24" fmla="*/ 1428295 w 4910898"/>
                    <a:gd name="connsiteY24" fmla="*/ 153301 h 1840979"/>
                    <a:gd name="connsiteX25" fmla="*/ 1819338 w 4910898"/>
                    <a:gd name="connsiteY25" fmla="*/ 0 h 1840979"/>
                    <a:gd name="connsiteX26" fmla="*/ 1820663 w 4910898"/>
                    <a:gd name="connsiteY26" fmla="*/ 562 h 1840979"/>
                    <a:gd name="connsiteX27" fmla="*/ 2237925 w 4910898"/>
                    <a:gd name="connsiteY27" fmla="*/ 175345 h 1840979"/>
                    <a:gd name="connsiteX28" fmla="*/ 2673375 w 4910898"/>
                    <a:gd name="connsiteY28" fmla="*/ 27745 h 1840979"/>
                    <a:gd name="connsiteX29" fmla="*/ 2678314 w 4910898"/>
                    <a:gd name="connsiteY29" fmla="*/ 197428 h 1840979"/>
                    <a:gd name="connsiteX30" fmla="*/ 3382584 w 4910898"/>
                    <a:gd name="connsiteY30" fmla="*/ 222323 h 1840979"/>
                    <a:gd name="connsiteX31" fmla="*/ 2715013 w 4910898"/>
                    <a:gd name="connsiteY31" fmla="*/ 360487 h 1840979"/>
                    <a:gd name="connsiteX32" fmla="*/ 3672684 w 4910898"/>
                    <a:gd name="connsiteY32" fmla="*/ 355829 h 1840979"/>
                    <a:gd name="connsiteX33" fmla="*/ 3673647 w 4910898"/>
                    <a:gd name="connsiteY33" fmla="*/ 357877 h 1840979"/>
                    <a:gd name="connsiteX34" fmla="*/ 3798722 w 4910898"/>
                    <a:gd name="connsiteY34" fmla="*/ 625692 h 1840979"/>
                    <a:gd name="connsiteX35" fmla="*/ 4436660 w 4910898"/>
                    <a:gd name="connsiteY35" fmla="*/ 870741 h 1840979"/>
                    <a:gd name="connsiteX36" fmla="*/ 4437263 w 4910898"/>
                    <a:gd name="connsiteY36" fmla="*/ 871986 h 1840979"/>
                    <a:gd name="connsiteX37" fmla="*/ 4910898 w 4910898"/>
                    <a:gd name="connsiteY37" fmla="*/ 1837848 h 1840979"/>
                    <a:gd name="connsiteX38" fmla="*/ 4904554 w 4910898"/>
                    <a:gd name="connsiteY38" fmla="*/ 1840980 h 1840979"/>
                    <a:gd name="connsiteX39" fmla="*/ 2678515 w 4910898"/>
                    <a:gd name="connsiteY39" fmla="*/ 204576 h 1840979"/>
                    <a:gd name="connsiteX40" fmla="*/ 2683052 w 4910898"/>
                    <a:gd name="connsiteY40" fmla="*/ 359925 h 1840979"/>
                    <a:gd name="connsiteX41" fmla="*/ 3323520 w 4910898"/>
                    <a:gd name="connsiteY41" fmla="*/ 227382 h 1840979"/>
                    <a:gd name="connsiteX42" fmla="*/ 2678515 w 4910898"/>
                    <a:gd name="connsiteY42" fmla="*/ 204576 h 1840979"/>
                    <a:gd name="connsiteX43" fmla="*/ 2273459 w 4910898"/>
                    <a:gd name="connsiteY43" fmla="*/ 190241 h 1840979"/>
                    <a:gd name="connsiteX44" fmla="*/ 2675905 w 4910898"/>
                    <a:gd name="connsiteY44" fmla="*/ 358840 h 1840979"/>
                    <a:gd name="connsiteX45" fmla="*/ 2671408 w 4910898"/>
                    <a:gd name="connsiteY45" fmla="*/ 204335 h 1840979"/>
                    <a:gd name="connsiteX46" fmla="*/ 2273459 w 4910898"/>
                    <a:gd name="connsiteY46" fmla="*/ 190281 h 1840979"/>
                    <a:gd name="connsiteX47" fmla="*/ 1340081 w 4910898"/>
                    <a:gd name="connsiteY47" fmla="*/ 195421 h 1840979"/>
                    <a:gd name="connsiteX48" fmla="*/ 1819137 w 4910898"/>
                    <a:gd name="connsiteY48" fmla="*/ 317283 h 1840979"/>
                    <a:gd name="connsiteX49" fmla="*/ 2201466 w 4910898"/>
                    <a:gd name="connsiteY49" fmla="*/ 187712 h 1840979"/>
                    <a:gd name="connsiteX50" fmla="*/ 1429419 w 4910898"/>
                    <a:gd name="connsiteY50" fmla="*/ 160408 h 1840979"/>
                    <a:gd name="connsiteX51" fmla="*/ 1340081 w 4910898"/>
                    <a:gd name="connsiteY51" fmla="*/ 195421 h 1840979"/>
                    <a:gd name="connsiteX52" fmla="*/ 2254989 w 4910898"/>
                    <a:gd name="connsiteY52" fmla="*/ 182492 h 1840979"/>
                    <a:gd name="connsiteX53" fmla="*/ 2671207 w 4910898"/>
                    <a:gd name="connsiteY53" fmla="*/ 197228 h 1840979"/>
                    <a:gd name="connsiteX54" fmla="*/ 2666550 w 4910898"/>
                    <a:gd name="connsiteY54" fmla="*/ 37542 h 1840979"/>
                    <a:gd name="connsiteX55" fmla="*/ 2247762 w 4910898"/>
                    <a:gd name="connsiteY55" fmla="*/ 179480 h 1840979"/>
                    <a:gd name="connsiteX56" fmla="*/ 2254989 w 4910898"/>
                    <a:gd name="connsiteY56" fmla="*/ 182492 h 1840979"/>
                    <a:gd name="connsiteX57" fmla="*/ 1165820 w 4910898"/>
                    <a:gd name="connsiteY57" fmla="*/ 151053 h 1840979"/>
                    <a:gd name="connsiteX58" fmla="*/ 1328316 w 4910898"/>
                    <a:gd name="connsiteY58" fmla="*/ 192409 h 1840979"/>
                    <a:gd name="connsiteX59" fmla="*/ 1411632 w 4910898"/>
                    <a:gd name="connsiteY59" fmla="*/ 159766 h 1840979"/>
                    <a:gd name="connsiteX60" fmla="*/ 1165820 w 4910898"/>
                    <a:gd name="connsiteY60" fmla="*/ 151093 h 1840979"/>
                    <a:gd name="connsiteX61" fmla="*/ 1446002 w 4910898"/>
                    <a:gd name="connsiteY61" fmla="*/ 153863 h 1840979"/>
                    <a:gd name="connsiteX62" fmla="*/ 2220378 w 4910898"/>
                    <a:gd name="connsiteY62" fmla="*/ 181247 h 1840979"/>
                    <a:gd name="connsiteX63" fmla="*/ 2227766 w 4910898"/>
                    <a:gd name="connsiteY63" fmla="*/ 178758 h 1840979"/>
                    <a:gd name="connsiteX64" fmla="*/ 1819257 w 4910898"/>
                    <a:gd name="connsiteY64" fmla="*/ 7629 h 1840979"/>
                    <a:gd name="connsiteX65" fmla="*/ 1446002 w 4910898"/>
                    <a:gd name="connsiteY65" fmla="*/ 153903 h 1840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4910898" h="1840979">
                      <a:moveTo>
                        <a:pt x="4904554" y="1840980"/>
                      </a:moveTo>
                      <a:lnTo>
                        <a:pt x="4431521" y="876363"/>
                      </a:lnTo>
                      <a:lnTo>
                        <a:pt x="3793502" y="631273"/>
                      </a:lnTo>
                      <a:lnTo>
                        <a:pt x="3668187" y="362936"/>
                      </a:lnTo>
                      <a:lnTo>
                        <a:pt x="2679278" y="367875"/>
                      </a:lnTo>
                      <a:lnTo>
                        <a:pt x="2678917" y="367714"/>
                      </a:lnTo>
                      <a:lnTo>
                        <a:pt x="2676186" y="367714"/>
                      </a:lnTo>
                      <a:cubicBezTo>
                        <a:pt x="2676186" y="367714"/>
                        <a:pt x="2676186" y="366550"/>
                        <a:pt x="2676186" y="366550"/>
                      </a:cubicBezTo>
                      <a:lnTo>
                        <a:pt x="2253504" y="189478"/>
                      </a:lnTo>
                      <a:lnTo>
                        <a:pt x="2221502" y="188354"/>
                      </a:lnTo>
                      <a:lnTo>
                        <a:pt x="1819498" y="324631"/>
                      </a:lnTo>
                      <a:lnTo>
                        <a:pt x="1818494" y="324350"/>
                      </a:lnTo>
                      <a:lnTo>
                        <a:pt x="1328838" y="199797"/>
                      </a:lnTo>
                      <a:lnTo>
                        <a:pt x="1157348" y="266812"/>
                      </a:lnTo>
                      <a:lnTo>
                        <a:pt x="725631" y="285884"/>
                      </a:lnTo>
                      <a:lnTo>
                        <a:pt x="696521" y="1221431"/>
                      </a:lnTo>
                      <a:lnTo>
                        <a:pt x="0" y="727478"/>
                      </a:lnTo>
                      <a:lnTo>
                        <a:pt x="4095" y="721696"/>
                      </a:lnTo>
                      <a:lnTo>
                        <a:pt x="689855" y="1208020"/>
                      </a:lnTo>
                      <a:lnTo>
                        <a:pt x="718765" y="279138"/>
                      </a:lnTo>
                      <a:lnTo>
                        <a:pt x="722057" y="278978"/>
                      </a:lnTo>
                      <a:lnTo>
                        <a:pt x="1156465" y="259785"/>
                      </a:lnTo>
                      <a:lnTo>
                        <a:pt x="1317073" y="196866"/>
                      </a:lnTo>
                      <a:lnTo>
                        <a:pt x="1100211" y="141697"/>
                      </a:lnTo>
                      <a:lnTo>
                        <a:pt x="1428295" y="153301"/>
                      </a:lnTo>
                      <a:lnTo>
                        <a:pt x="1819338" y="0"/>
                      </a:lnTo>
                      <a:lnTo>
                        <a:pt x="1820663" y="562"/>
                      </a:lnTo>
                      <a:lnTo>
                        <a:pt x="2237925" y="175345"/>
                      </a:lnTo>
                      <a:lnTo>
                        <a:pt x="2673375" y="27745"/>
                      </a:lnTo>
                      <a:lnTo>
                        <a:pt x="2678314" y="197428"/>
                      </a:lnTo>
                      <a:lnTo>
                        <a:pt x="3382584" y="222323"/>
                      </a:lnTo>
                      <a:lnTo>
                        <a:pt x="2715013" y="360487"/>
                      </a:lnTo>
                      <a:lnTo>
                        <a:pt x="3672684" y="355829"/>
                      </a:lnTo>
                      <a:lnTo>
                        <a:pt x="3673647" y="357877"/>
                      </a:lnTo>
                      <a:lnTo>
                        <a:pt x="3798722" y="625692"/>
                      </a:lnTo>
                      <a:lnTo>
                        <a:pt x="4436660" y="870741"/>
                      </a:lnTo>
                      <a:lnTo>
                        <a:pt x="4437263" y="871986"/>
                      </a:lnTo>
                      <a:lnTo>
                        <a:pt x="4910898" y="1837848"/>
                      </a:lnTo>
                      <a:lnTo>
                        <a:pt x="4904554" y="1840980"/>
                      </a:lnTo>
                      <a:close/>
                      <a:moveTo>
                        <a:pt x="2678515" y="204576"/>
                      </a:moveTo>
                      <a:lnTo>
                        <a:pt x="2683052" y="359925"/>
                      </a:lnTo>
                      <a:lnTo>
                        <a:pt x="3323520" y="227382"/>
                      </a:lnTo>
                      <a:lnTo>
                        <a:pt x="2678515" y="204576"/>
                      </a:lnTo>
                      <a:close/>
                      <a:moveTo>
                        <a:pt x="2273459" y="190241"/>
                      </a:moveTo>
                      <a:lnTo>
                        <a:pt x="2675905" y="358840"/>
                      </a:lnTo>
                      <a:lnTo>
                        <a:pt x="2671408" y="204335"/>
                      </a:lnTo>
                      <a:lnTo>
                        <a:pt x="2273459" y="190281"/>
                      </a:lnTo>
                      <a:close/>
                      <a:moveTo>
                        <a:pt x="1340081" y="195421"/>
                      </a:moveTo>
                      <a:lnTo>
                        <a:pt x="1819137" y="317283"/>
                      </a:lnTo>
                      <a:lnTo>
                        <a:pt x="2201466" y="187712"/>
                      </a:lnTo>
                      <a:lnTo>
                        <a:pt x="1429419" y="160408"/>
                      </a:lnTo>
                      <a:lnTo>
                        <a:pt x="1340081" y="195421"/>
                      </a:lnTo>
                      <a:close/>
                      <a:moveTo>
                        <a:pt x="2254989" y="182492"/>
                      </a:moveTo>
                      <a:lnTo>
                        <a:pt x="2671207" y="197228"/>
                      </a:lnTo>
                      <a:lnTo>
                        <a:pt x="2666550" y="37542"/>
                      </a:lnTo>
                      <a:lnTo>
                        <a:pt x="2247762" y="179480"/>
                      </a:lnTo>
                      <a:lnTo>
                        <a:pt x="2254989" y="182492"/>
                      </a:lnTo>
                      <a:close/>
                      <a:moveTo>
                        <a:pt x="1165820" y="151053"/>
                      </a:moveTo>
                      <a:lnTo>
                        <a:pt x="1328316" y="192409"/>
                      </a:lnTo>
                      <a:lnTo>
                        <a:pt x="1411632" y="159766"/>
                      </a:lnTo>
                      <a:lnTo>
                        <a:pt x="1165820" y="151093"/>
                      </a:lnTo>
                      <a:close/>
                      <a:moveTo>
                        <a:pt x="1446002" y="153863"/>
                      </a:moveTo>
                      <a:lnTo>
                        <a:pt x="2220378" y="181247"/>
                      </a:lnTo>
                      <a:lnTo>
                        <a:pt x="2227766" y="178758"/>
                      </a:lnTo>
                      <a:lnTo>
                        <a:pt x="1819257" y="7629"/>
                      </a:lnTo>
                      <a:lnTo>
                        <a:pt x="1446002" y="153903"/>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64" name="Freeform: Shape 1263">
                  <a:extLst>
                    <a:ext uri="{FF2B5EF4-FFF2-40B4-BE49-F238E27FC236}">
                      <a16:creationId xmlns:a16="http://schemas.microsoft.com/office/drawing/2014/main" id="{E8BFBD9E-13CC-F81C-852C-633F5DE6BC33}"/>
                    </a:ext>
                  </a:extLst>
                </p:cNvPr>
                <p:cNvSpPr/>
                <p:nvPr/>
              </p:nvSpPr>
              <p:spPr>
                <a:xfrm>
                  <a:off x="2746581" y="160247"/>
                  <a:ext cx="2331519" cy="6333612"/>
                </a:xfrm>
                <a:custGeom>
                  <a:avLst/>
                  <a:gdLst>
                    <a:gd name="connsiteX0" fmla="*/ 2331519 w 2331519"/>
                    <a:gd name="connsiteY0" fmla="*/ 6333572 h 6333612"/>
                    <a:gd name="connsiteX1" fmla="*/ 1587137 w 2331519"/>
                    <a:gd name="connsiteY1" fmla="*/ 5965777 h 6333612"/>
                    <a:gd name="connsiteX2" fmla="*/ 827778 w 2331519"/>
                    <a:gd name="connsiteY2" fmla="*/ 5249261 h 6333612"/>
                    <a:gd name="connsiteX3" fmla="*/ 827497 w 2331519"/>
                    <a:gd name="connsiteY3" fmla="*/ 5248538 h 6333612"/>
                    <a:gd name="connsiteX4" fmla="*/ 653678 w 2331519"/>
                    <a:gd name="connsiteY4" fmla="*/ 4821359 h 6333612"/>
                    <a:gd name="connsiteX5" fmla="*/ 0 w 2331519"/>
                    <a:gd name="connsiteY5" fmla="*/ 4007875 h 6333612"/>
                    <a:gd name="connsiteX6" fmla="*/ 1124 w 2331519"/>
                    <a:gd name="connsiteY6" fmla="*/ 4005787 h 6333612"/>
                    <a:gd name="connsiteX7" fmla="*/ 406863 w 2331519"/>
                    <a:gd name="connsiteY7" fmla="*/ 3261525 h 6333612"/>
                    <a:gd name="connsiteX8" fmla="*/ 242439 w 2331519"/>
                    <a:gd name="connsiteY8" fmla="*/ 2523447 h 6333612"/>
                    <a:gd name="connsiteX9" fmla="*/ 242118 w 2331519"/>
                    <a:gd name="connsiteY9" fmla="*/ 2522122 h 6333612"/>
                    <a:gd name="connsiteX10" fmla="*/ 242801 w 2331519"/>
                    <a:gd name="connsiteY10" fmla="*/ 2520917 h 6333612"/>
                    <a:gd name="connsiteX11" fmla="*/ 571005 w 2331519"/>
                    <a:gd name="connsiteY11" fmla="*/ 1930680 h 6333612"/>
                    <a:gd name="connsiteX12" fmla="*/ 571005 w 2331519"/>
                    <a:gd name="connsiteY12" fmla="*/ 1242993 h 6333612"/>
                    <a:gd name="connsiteX13" fmla="*/ 572009 w 2331519"/>
                    <a:gd name="connsiteY13" fmla="*/ 1241949 h 6333612"/>
                    <a:gd name="connsiteX14" fmla="*/ 1215729 w 2331519"/>
                    <a:gd name="connsiteY14" fmla="*/ 582970 h 6333612"/>
                    <a:gd name="connsiteX15" fmla="*/ 2320919 w 2331519"/>
                    <a:gd name="connsiteY15" fmla="*/ 0 h 6333612"/>
                    <a:gd name="connsiteX16" fmla="*/ 2324212 w 2331519"/>
                    <a:gd name="connsiteY16" fmla="*/ 6264 h 6333612"/>
                    <a:gd name="connsiteX17" fmla="*/ 1219544 w 2331519"/>
                    <a:gd name="connsiteY17" fmla="*/ 589033 h 6333612"/>
                    <a:gd name="connsiteX18" fmla="*/ 578112 w 2331519"/>
                    <a:gd name="connsiteY18" fmla="*/ 1245924 h 6333612"/>
                    <a:gd name="connsiteX19" fmla="*/ 578112 w 2331519"/>
                    <a:gd name="connsiteY19" fmla="*/ 1932527 h 6333612"/>
                    <a:gd name="connsiteX20" fmla="*/ 577670 w 2331519"/>
                    <a:gd name="connsiteY20" fmla="*/ 1933330 h 6333612"/>
                    <a:gd name="connsiteX21" fmla="*/ 249667 w 2331519"/>
                    <a:gd name="connsiteY21" fmla="*/ 2523206 h 6333612"/>
                    <a:gd name="connsiteX22" fmla="*/ 413608 w 2331519"/>
                    <a:gd name="connsiteY22" fmla="*/ 3263814 h 6333612"/>
                    <a:gd name="connsiteX23" fmla="*/ 8512 w 2331519"/>
                    <a:gd name="connsiteY23" fmla="*/ 4007152 h 6333612"/>
                    <a:gd name="connsiteX24" fmla="*/ 660022 w 2331519"/>
                    <a:gd name="connsiteY24" fmla="*/ 4818308 h 6333612"/>
                    <a:gd name="connsiteX25" fmla="*/ 833721 w 2331519"/>
                    <a:gd name="connsiteY25" fmla="*/ 5245246 h 6333612"/>
                    <a:gd name="connsiteX26" fmla="*/ 1591153 w 2331519"/>
                    <a:gd name="connsiteY26" fmla="*/ 5959915 h 6333612"/>
                    <a:gd name="connsiteX27" fmla="*/ 2113573 w 2331519"/>
                    <a:gd name="connsiteY27" fmla="*/ 6051663 h 6333612"/>
                    <a:gd name="connsiteX28" fmla="*/ 2114336 w 2331519"/>
                    <a:gd name="connsiteY28" fmla="*/ 6052386 h 6333612"/>
                    <a:gd name="connsiteX29" fmla="*/ 2331519 w 2331519"/>
                    <a:gd name="connsiteY29" fmla="*/ 6333612 h 6333612"/>
                    <a:gd name="connsiteX30" fmla="*/ 1610747 w 2331519"/>
                    <a:gd name="connsiteY30" fmla="*/ 5969752 h 6333612"/>
                    <a:gd name="connsiteX31" fmla="*/ 2307227 w 2331519"/>
                    <a:gd name="connsiteY31" fmla="*/ 6313697 h 6333612"/>
                    <a:gd name="connsiteX32" fmla="*/ 2109076 w 2331519"/>
                    <a:gd name="connsiteY32" fmla="*/ 6057164 h 6333612"/>
                    <a:gd name="connsiteX33" fmla="*/ 1610747 w 2331519"/>
                    <a:gd name="connsiteY33" fmla="*/ 5969752 h 6333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331519" h="6333612">
                      <a:moveTo>
                        <a:pt x="2331519" y="6333572"/>
                      </a:moveTo>
                      <a:lnTo>
                        <a:pt x="1587137" y="5965777"/>
                      </a:lnTo>
                      <a:lnTo>
                        <a:pt x="827778" y="5249261"/>
                      </a:lnTo>
                      <a:lnTo>
                        <a:pt x="827497" y="5248538"/>
                      </a:lnTo>
                      <a:lnTo>
                        <a:pt x="653678" y="4821359"/>
                      </a:lnTo>
                      <a:lnTo>
                        <a:pt x="0" y="4007875"/>
                      </a:lnTo>
                      <a:lnTo>
                        <a:pt x="1124" y="4005787"/>
                      </a:lnTo>
                      <a:cubicBezTo>
                        <a:pt x="139449" y="3753912"/>
                        <a:pt x="402245" y="3274294"/>
                        <a:pt x="406863" y="3261525"/>
                      </a:cubicBezTo>
                      <a:cubicBezTo>
                        <a:pt x="408790" y="3242935"/>
                        <a:pt x="288815" y="2722401"/>
                        <a:pt x="242439" y="2523447"/>
                      </a:cubicBezTo>
                      <a:lnTo>
                        <a:pt x="242118" y="2522122"/>
                      </a:lnTo>
                      <a:lnTo>
                        <a:pt x="242801" y="2520917"/>
                      </a:lnTo>
                      <a:lnTo>
                        <a:pt x="571005" y="1930680"/>
                      </a:lnTo>
                      <a:lnTo>
                        <a:pt x="571005" y="1242993"/>
                      </a:lnTo>
                      <a:lnTo>
                        <a:pt x="572009" y="1241949"/>
                      </a:lnTo>
                      <a:lnTo>
                        <a:pt x="1215729" y="582970"/>
                      </a:lnTo>
                      <a:lnTo>
                        <a:pt x="2320919" y="0"/>
                      </a:lnTo>
                      <a:lnTo>
                        <a:pt x="2324212" y="6264"/>
                      </a:lnTo>
                      <a:lnTo>
                        <a:pt x="1219544" y="589033"/>
                      </a:lnTo>
                      <a:lnTo>
                        <a:pt x="578112" y="1245924"/>
                      </a:lnTo>
                      <a:lnTo>
                        <a:pt x="578112" y="1932527"/>
                      </a:lnTo>
                      <a:lnTo>
                        <a:pt x="577670" y="1933330"/>
                      </a:lnTo>
                      <a:lnTo>
                        <a:pt x="249667" y="2523206"/>
                      </a:lnTo>
                      <a:cubicBezTo>
                        <a:pt x="278656" y="2647557"/>
                        <a:pt x="418466" y="3249239"/>
                        <a:pt x="413608" y="3263814"/>
                      </a:cubicBezTo>
                      <a:cubicBezTo>
                        <a:pt x="408830" y="3278108"/>
                        <a:pt x="36619" y="3955958"/>
                        <a:pt x="8512" y="4007152"/>
                      </a:cubicBezTo>
                      <a:lnTo>
                        <a:pt x="660022" y="4818308"/>
                      </a:lnTo>
                      <a:lnTo>
                        <a:pt x="833721" y="5245246"/>
                      </a:lnTo>
                      <a:lnTo>
                        <a:pt x="1591153" y="5959915"/>
                      </a:lnTo>
                      <a:cubicBezTo>
                        <a:pt x="1623274" y="5964332"/>
                        <a:pt x="2079926" y="6027773"/>
                        <a:pt x="2113573" y="6051663"/>
                      </a:cubicBezTo>
                      <a:lnTo>
                        <a:pt x="2114336" y="6052386"/>
                      </a:lnTo>
                      <a:lnTo>
                        <a:pt x="2331519" y="6333612"/>
                      </a:lnTo>
                      <a:close/>
                      <a:moveTo>
                        <a:pt x="1610747" y="5969752"/>
                      </a:moveTo>
                      <a:lnTo>
                        <a:pt x="2307227" y="6313697"/>
                      </a:lnTo>
                      <a:lnTo>
                        <a:pt x="2109076" y="6057164"/>
                      </a:lnTo>
                      <a:cubicBezTo>
                        <a:pt x="2081331" y="6039136"/>
                        <a:pt x="1783120" y="5993844"/>
                        <a:pt x="1610747" y="5969752"/>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65" name="Freeform: Shape 1264">
                  <a:extLst>
                    <a:ext uri="{FF2B5EF4-FFF2-40B4-BE49-F238E27FC236}">
                      <a16:creationId xmlns:a16="http://schemas.microsoft.com/office/drawing/2014/main" id="{1083CE96-2055-ACE3-B63D-E5C54012AFBA}"/>
                    </a:ext>
                  </a:extLst>
                </p:cNvPr>
                <p:cNvSpPr/>
                <p:nvPr/>
              </p:nvSpPr>
              <p:spPr>
                <a:xfrm>
                  <a:off x="5647339" y="4832922"/>
                  <a:ext cx="3543955" cy="1792234"/>
                </a:xfrm>
                <a:custGeom>
                  <a:avLst/>
                  <a:gdLst>
                    <a:gd name="connsiteX0" fmla="*/ 361 w 3543955"/>
                    <a:gd name="connsiteY0" fmla="*/ 1792235 h 1792234"/>
                    <a:gd name="connsiteX1" fmla="*/ 0 w 3543955"/>
                    <a:gd name="connsiteY1" fmla="*/ 1785168 h 1792234"/>
                    <a:gd name="connsiteX2" fmla="*/ 1249176 w 3543955"/>
                    <a:gd name="connsiteY2" fmla="*/ 1721165 h 1792234"/>
                    <a:gd name="connsiteX3" fmla="*/ 2260450 w 3543955"/>
                    <a:gd name="connsiteY3" fmla="*/ 1025367 h 1792234"/>
                    <a:gd name="connsiteX4" fmla="*/ 2259165 w 3543955"/>
                    <a:gd name="connsiteY4" fmla="*/ 1023440 h 1792234"/>
                    <a:gd name="connsiteX5" fmla="*/ 2263943 w 3543955"/>
                    <a:gd name="connsiteY5" fmla="*/ 1022878 h 1792234"/>
                    <a:gd name="connsiteX6" fmla="*/ 3539098 w 3543955"/>
                    <a:gd name="connsiteY6" fmla="*/ 0 h 1792234"/>
                    <a:gd name="connsiteX7" fmla="*/ 3543956 w 3543955"/>
                    <a:gd name="connsiteY7" fmla="*/ 5099 h 1792234"/>
                    <a:gd name="connsiteX8" fmla="*/ 2682731 w 3543955"/>
                    <a:gd name="connsiteY8" fmla="*/ 981601 h 1792234"/>
                    <a:gd name="connsiteX9" fmla="*/ 2681366 w 3543955"/>
                    <a:gd name="connsiteY9" fmla="*/ 981762 h 1792234"/>
                    <a:gd name="connsiteX10" fmla="*/ 2271492 w 3543955"/>
                    <a:gd name="connsiteY10" fmla="*/ 1029141 h 1792234"/>
                    <a:gd name="connsiteX11" fmla="*/ 2403593 w 3543955"/>
                    <a:gd name="connsiteY11" fmla="*/ 1226129 h 1792234"/>
                    <a:gd name="connsiteX12" fmla="*/ 2397690 w 3543955"/>
                    <a:gd name="connsiteY12" fmla="*/ 1230063 h 1792234"/>
                    <a:gd name="connsiteX13" fmla="*/ 2264345 w 3543955"/>
                    <a:gd name="connsiteY13" fmla="*/ 1031189 h 1792234"/>
                    <a:gd name="connsiteX14" fmla="*/ 1251505 w 3543955"/>
                    <a:gd name="connsiteY14" fmla="*/ 1728112 h 1792234"/>
                    <a:gd name="connsiteX15" fmla="*/ 1250501 w 3543955"/>
                    <a:gd name="connsiteY15" fmla="*/ 1728112 h 1792234"/>
                    <a:gd name="connsiteX16" fmla="*/ 321 w 3543955"/>
                    <a:gd name="connsiteY16" fmla="*/ 1792235 h 1792234"/>
                    <a:gd name="connsiteX17" fmla="*/ 3511513 w 3543955"/>
                    <a:gd name="connsiteY17" fmla="*/ 31198 h 1792234"/>
                    <a:gd name="connsiteX18" fmla="*/ 2277153 w 3543955"/>
                    <a:gd name="connsiteY18" fmla="*/ 1021352 h 1792234"/>
                    <a:gd name="connsiteX19" fmla="*/ 2679278 w 3543955"/>
                    <a:gd name="connsiteY19" fmla="*/ 974856 h 1792234"/>
                    <a:gd name="connsiteX20" fmla="*/ 3511553 w 3543955"/>
                    <a:gd name="connsiteY20" fmla="*/ 31198 h 1792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43955" h="1792234">
                      <a:moveTo>
                        <a:pt x="361" y="1792235"/>
                      </a:moveTo>
                      <a:lnTo>
                        <a:pt x="0" y="1785168"/>
                      </a:lnTo>
                      <a:lnTo>
                        <a:pt x="1249176" y="1721165"/>
                      </a:lnTo>
                      <a:lnTo>
                        <a:pt x="2260450" y="1025367"/>
                      </a:lnTo>
                      <a:lnTo>
                        <a:pt x="2259165" y="1023440"/>
                      </a:lnTo>
                      <a:lnTo>
                        <a:pt x="2263943" y="1022878"/>
                      </a:lnTo>
                      <a:lnTo>
                        <a:pt x="3539098" y="0"/>
                      </a:lnTo>
                      <a:lnTo>
                        <a:pt x="3543956" y="5099"/>
                      </a:lnTo>
                      <a:lnTo>
                        <a:pt x="2682731" y="981601"/>
                      </a:lnTo>
                      <a:lnTo>
                        <a:pt x="2681366" y="981762"/>
                      </a:lnTo>
                      <a:lnTo>
                        <a:pt x="2271492" y="1029141"/>
                      </a:lnTo>
                      <a:lnTo>
                        <a:pt x="2403593" y="1226129"/>
                      </a:lnTo>
                      <a:lnTo>
                        <a:pt x="2397690" y="1230063"/>
                      </a:lnTo>
                      <a:lnTo>
                        <a:pt x="2264345" y="1031189"/>
                      </a:lnTo>
                      <a:lnTo>
                        <a:pt x="1251505" y="1728112"/>
                      </a:lnTo>
                      <a:lnTo>
                        <a:pt x="1250501" y="1728112"/>
                      </a:lnTo>
                      <a:cubicBezTo>
                        <a:pt x="1250501" y="1728112"/>
                        <a:pt x="321" y="1792235"/>
                        <a:pt x="321" y="1792235"/>
                      </a:cubicBezTo>
                      <a:close/>
                      <a:moveTo>
                        <a:pt x="3511513" y="31198"/>
                      </a:moveTo>
                      <a:lnTo>
                        <a:pt x="2277153" y="1021352"/>
                      </a:lnTo>
                      <a:lnTo>
                        <a:pt x="2679278" y="974856"/>
                      </a:lnTo>
                      <a:lnTo>
                        <a:pt x="3511553" y="31198"/>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66" name="Freeform: Shape 1265">
                  <a:extLst>
                    <a:ext uri="{FF2B5EF4-FFF2-40B4-BE49-F238E27FC236}">
                      <a16:creationId xmlns:a16="http://schemas.microsoft.com/office/drawing/2014/main" id="{9F0F2AA8-2CEA-22C7-7899-21B6AFE3B02E}"/>
                    </a:ext>
                  </a:extLst>
                </p:cNvPr>
                <p:cNvSpPr/>
                <p:nvPr/>
              </p:nvSpPr>
              <p:spPr>
                <a:xfrm>
                  <a:off x="5052805" y="5808059"/>
                  <a:ext cx="3277184" cy="1003082"/>
                </a:xfrm>
                <a:custGeom>
                  <a:avLst/>
                  <a:gdLst>
                    <a:gd name="connsiteX0" fmla="*/ 820029 w 3277184"/>
                    <a:gd name="connsiteY0" fmla="*/ 1003083 h 1003082"/>
                    <a:gd name="connsiteX1" fmla="*/ 321218 w 3277184"/>
                    <a:gd name="connsiteY1" fmla="*/ 802041 h 1003082"/>
                    <a:gd name="connsiteX2" fmla="*/ 119132 w 3277184"/>
                    <a:gd name="connsiteY2" fmla="*/ 880940 h 1003082"/>
                    <a:gd name="connsiteX3" fmla="*/ 116562 w 3277184"/>
                    <a:gd name="connsiteY3" fmla="*/ 874355 h 1003082"/>
                    <a:gd name="connsiteX4" fmla="*/ 311621 w 3277184"/>
                    <a:gd name="connsiteY4" fmla="*/ 798186 h 1003082"/>
                    <a:gd name="connsiteX5" fmla="*/ 0 w 3277184"/>
                    <a:gd name="connsiteY5" fmla="*/ 672550 h 1003082"/>
                    <a:gd name="connsiteX6" fmla="*/ 437418 w 3277184"/>
                    <a:gd name="connsiteY6" fmla="*/ 749040 h 1003082"/>
                    <a:gd name="connsiteX7" fmla="*/ 1274873 w 3277184"/>
                    <a:gd name="connsiteY7" fmla="*/ 422040 h 1003082"/>
                    <a:gd name="connsiteX8" fmla="*/ 1276359 w 3277184"/>
                    <a:gd name="connsiteY8" fmla="*/ 422883 h 1003082"/>
                    <a:gd name="connsiteX9" fmla="*/ 1844995 w 3277184"/>
                    <a:gd name="connsiteY9" fmla="*/ 745507 h 1003082"/>
                    <a:gd name="connsiteX10" fmla="*/ 3273932 w 3277184"/>
                    <a:gd name="connsiteY10" fmla="*/ 0 h 1003082"/>
                    <a:gd name="connsiteX11" fmla="*/ 3277185 w 3277184"/>
                    <a:gd name="connsiteY11" fmla="*/ 6263 h 1003082"/>
                    <a:gd name="connsiteX12" fmla="*/ 1932045 w 3277184"/>
                    <a:gd name="connsiteY12" fmla="*/ 708044 h 1003082"/>
                    <a:gd name="connsiteX13" fmla="*/ 2993831 w 3277184"/>
                    <a:gd name="connsiteY13" fmla="*/ 249706 h 1003082"/>
                    <a:gd name="connsiteX14" fmla="*/ 2996802 w 3277184"/>
                    <a:gd name="connsiteY14" fmla="*/ 256131 h 1003082"/>
                    <a:gd name="connsiteX15" fmla="*/ 1600829 w 3277184"/>
                    <a:gd name="connsiteY15" fmla="*/ 959719 h 1003082"/>
                    <a:gd name="connsiteX16" fmla="*/ 1599665 w 3277184"/>
                    <a:gd name="connsiteY16" fmla="*/ 959518 h 1003082"/>
                    <a:gd name="connsiteX17" fmla="*/ 1249658 w 3277184"/>
                    <a:gd name="connsiteY17" fmla="*/ 898326 h 1003082"/>
                    <a:gd name="connsiteX18" fmla="*/ 820029 w 3277184"/>
                    <a:gd name="connsiteY18" fmla="*/ 1003083 h 1003082"/>
                    <a:gd name="connsiteX19" fmla="*/ 330854 w 3277184"/>
                    <a:gd name="connsiteY19" fmla="*/ 798266 h 1003082"/>
                    <a:gd name="connsiteX20" fmla="*/ 820551 w 3277184"/>
                    <a:gd name="connsiteY20" fmla="*/ 995655 h 1003082"/>
                    <a:gd name="connsiteX21" fmla="*/ 1232272 w 3277184"/>
                    <a:gd name="connsiteY21" fmla="*/ 895234 h 1003082"/>
                    <a:gd name="connsiteX22" fmla="*/ 438141 w 3277184"/>
                    <a:gd name="connsiteY22" fmla="*/ 756347 h 1003082"/>
                    <a:gd name="connsiteX23" fmla="*/ 330854 w 3277184"/>
                    <a:gd name="connsiteY23" fmla="*/ 798266 h 1003082"/>
                    <a:gd name="connsiteX24" fmla="*/ 1266843 w 3277184"/>
                    <a:gd name="connsiteY24" fmla="*/ 894109 h 1003082"/>
                    <a:gd name="connsiteX25" fmla="*/ 1599745 w 3277184"/>
                    <a:gd name="connsiteY25" fmla="*/ 952330 h 1003082"/>
                    <a:gd name="connsiteX26" fmla="*/ 2887146 w 3277184"/>
                    <a:gd name="connsiteY26" fmla="*/ 303430 h 1003082"/>
                    <a:gd name="connsiteX27" fmla="*/ 1852825 w 3277184"/>
                    <a:gd name="connsiteY27" fmla="*/ 749923 h 1003082"/>
                    <a:gd name="connsiteX28" fmla="*/ 1854391 w 3277184"/>
                    <a:gd name="connsiteY28" fmla="*/ 750806 h 1003082"/>
                    <a:gd name="connsiteX29" fmla="*/ 1266803 w 3277184"/>
                    <a:gd name="connsiteY29" fmla="*/ 894109 h 1003082"/>
                    <a:gd name="connsiteX30" fmla="*/ 450869 w 3277184"/>
                    <a:gd name="connsiteY30" fmla="*/ 751409 h 1003082"/>
                    <a:gd name="connsiteX31" fmla="*/ 1249457 w 3277184"/>
                    <a:gd name="connsiteY31" fmla="*/ 891098 h 1003082"/>
                    <a:gd name="connsiteX32" fmla="*/ 1835439 w 3277184"/>
                    <a:gd name="connsiteY32" fmla="*/ 748196 h 1003082"/>
                    <a:gd name="connsiteX33" fmla="*/ 1274351 w 3277184"/>
                    <a:gd name="connsiteY33" fmla="*/ 429910 h 1003082"/>
                    <a:gd name="connsiteX34" fmla="*/ 450869 w 3277184"/>
                    <a:gd name="connsiteY34" fmla="*/ 751449 h 1003082"/>
                    <a:gd name="connsiteX35" fmla="*/ 64966 w 3277184"/>
                    <a:gd name="connsiteY35" fmla="*/ 691100 h 1003082"/>
                    <a:gd name="connsiteX36" fmla="*/ 321258 w 3277184"/>
                    <a:gd name="connsiteY36" fmla="*/ 794412 h 1003082"/>
                    <a:gd name="connsiteX37" fmla="*/ 424690 w 3277184"/>
                    <a:gd name="connsiteY37" fmla="*/ 754019 h 1003082"/>
                    <a:gd name="connsiteX38" fmla="*/ 64926 w 3277184"/>
                    <a:gd name="connsiteY38" fmla="*/ 691100 h 1003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77184" h="1003082">
                      <a:moveTo>
                        <a:pt x="820029" y="1003083"/>
                      </a:moveTo>
                      <a:lnTo>
                        <a:pt x="321218" y="802041"/>
                      </a:lnTo>
                      <a:lnTo>
                        <a:pt x="119132" y="880940"/>
                      </a:lnTo>
                      <a:lnTo>
                        <a:pt x="116562" y="874355"/>
                      </a:lnTo>
                      <a:lnTo>
                        <a:pt x="311621" y="798186"/>
                      </a:lnTo>
                      <a:lnTo>
                        <a:pt x="0" y="672550"/>
                      </a:lnTo>
                      <a:lnTo>
                        <a:pt x="437418" y="749040"/>
                      </a:lnTo>
                      <a:lnTo>
                        <a:pt x="1274873" y="422040"/>
                      </a:lnTo>
                      <a:lnTo>
                        <a:pt x="1276359" y="422883"/>
                      </a:lnTo>
                      <a:lnTo>
                        <a:pt x="1844995" y="745507"/>
                      </a:lnTo>
                      <a:lnTo>
                        <a:pt x="3273932" y="0"/>
                      </a:lnTo>
                      <a:lnTo>
                        <a:pt x="3277185" y="6263"/>
                      </a:lnTo>
                      <a:lnTo>
                        <a:pt x="1932045" y="708044"/>
                      </a:lnTo>
                      <a:lnTo>
                        <a:pt x="2993831" y="249706"/>
                      </a:lnTo>
                      <a:lnTo>
                        <a:pt x="2996802" y="256131"/>
                      </a:lnTo>
                      <a:lnTo>
                        <a:pt x="1600829" y="959719"/>
                      </a:lnTo>
                      <a:lnTo>
                        <a:pt x="1599665" y="959518"/>
                      </a:lnTo>
                      <a:lnTo>
                        <a:pt x="1249658" y="898326"/>
                      </a:lnTo>
                      <a:lnTo>
                        <a:pt x="820029" y="1003083"/>
                      </a:lnTo>
                      <a:close/>
                      <a:moveTo>
                        <a:pt x="330854" y="798266"/>
                      </a:moveTo>
                      <a:lnTo>
                        <a:pt x="820551" y="995655"/>
                      </a:lnTo>
                      <a:lnTo>
                        <a:pt x="1232272" y="895234"/>
                      </a:lnTo>
                      <a:lnTo>
                        <a:pt x="438141" y="756347"/>
                      </a:lnTo>
                      <a:lnTo>
                        <a:pt x="330854" y="798266"/>
                      </a:lnTo>
                      <a:close/>
                      <a:moveTo>
                        <a:pt x="1266843" y="894109"/>
                      </a:moveTo>
                      <a:lnTo>
                        <a:pt x="1599745" y="952330"/>
                      </a:lnTo>
                      <a:lnTo>
                        <a:pt x="2887146" y="303430"/>
                      </a:lnTo>
                      <a:lnTo>
                        <a:pt x="1852825" y="749923"/>
                      </a:lnTo>
                      <a:lnTo>
                        <a:pt x="1854391" y="750806"/>
                      </a:lnTo>
                      <a:lnTo>
                        <a:pt x="1266803" y="894109"/>
                      </a:lnTo>
                      <a:close/>
                      <a:moveTo>
                        <a:pt x="450869" y="751409"/>
                      </a:moveTo>
                      <a:lnTo>
                        <a:pt x="1249457" y="891098"/>
                      </a:lnTo>
                      <a:lnTo>
                        <a:pt x="1835439" y="748196"/>
                      </a:lnTo>
                      <a:lnTo>
                        <a:pt x="1274351" y="429910"/>
                      </a:lnTo>
                      <a:lnTo>
                        <a:pt x="450869" y="751449"/>
                      </a:lnTo>
                      <a:close/>
                      <a:moveTo>
                        <a:pt x="64966" y="691100"/>
                      </a:moveTo>
                      <a:lnTo>
                        <a:pt x="321258" y="794412"/>
                      </a:lnTo>
                      <a:lnTo>
                        <a:pt x="424690" y="754019"/>
                      </a:lnTo>
                      <a:lnTo>
                        <a:pt x="64926" y="691100"/>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67" name="Freeform: Shape 1266">
                  <a:extLst>
                    <a:ext uri="{FF2B5EF4-FFF2-40B4-BE49-F238E27FC236}">
                      <a16:creationId xmlns:a16="http://schemas.microsoft.com/office/drawing/2014/main" id="{47B2A574-7A9D-D5BE-32E4-3B60137D3F81}"/>
                    </a:ext>
                  </a:extLst>
                </p:cNvPr>
                <p:cNvSpPr/>
                <p:nvPr/>
              </p:nvSpPr>
              <p:spPr>
                <a:xfrm>
                  <a:off x="3150713" y="2935368"/>
                  <a:ext cx="405176" cy="1175014"/>
                </a:xfrm>
                <a:custGeom>
                  <a:avLst/>
                  <a:gdLst>
                    <a:gd name="connsiteX0" fmla="*/ 384337 w 405176"/>
                    <a:gd name="connsiteY0" fmla="*/ 1175015 h 1175014"/>
                    <a:gd name="connsiteX1" fmla="*/ 0 w 405176"/>
                    <a:gd name="connsiteY1" fmla="*/ 1029061 h 1175014"/>
                    <a:gd name="connsiteX2" fmla="*/ 2530 w 405176"/>
                    <a:gd name="connsiteY2" fmla="*/ 1022436 h 1175014"/>
                    <a:gd name="connsiteX3" fmla="*/ 368959 w 405176"/>
                    <a:gd name="connsiteY3" fmla="*/ 1161604 h 1175014"/>
                    <a:gd name="connsiteX4" fmla="*/ 1847 w 405176"/>
                    <a:gd name="connsiteY4" fmla="*/ 487167 h 1175014"/>
                    <a:gd name="connsiteX5" fmla="*/ 399675 w 405176"/>
                    <a:gd name="connsiteY5" fmla="*/ 0 h 1175014"/>
                    <a:gd name="connsiteX6" fmla="*/ 405176 w 405176"/>
                    <a:gd name="connsiteY6" fmla="*/ 4457 h 1175014"/>
                    <a:gd name="connsiteX7" fmla="*/ 10359 w 405176"/>
                    <a:gd name="connsiteY7" fmla="*/ 487970 h 1175014"/>
                    <a:gd name="connsiteX8" fmla="*/ 384337 w 405176"/>
                    <a:gd name="connsiteY8" fmla="*/ 1175015 h 1175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5176" h="1175014">
                      <a:moveTo>
                        <a:pt x="384337" y="1175015"/>
                      </a:moveTo>
                      <a:lnTo>
                        <a:pt x="0" y="1029061"/>
                      </a:lnTo>
                      <a:lnTo>
                        <a:pt x="2530" y="1022436"/>
                      </a:lnTo>
                      <a:lnTo>
                        <a:pt x="368959" y="1161604"/>
                      </a:lnTo>
                      <a:lnTo>
                        <a:pt x="1847" y="487167"/>
                      </a:lnTo>
                      <a:lnTo>
                        <a:pt x="399675" y="0"/>
                      </a:lnTo>
                      <a:lnTo>
                        <a:pt x="405176" y="4457"/>
                      </a:lnTo>
                      <a:lnTo>
                        <a:pt x="10359" y="487970"/>
                      </a:lnTo>
                      <a:lnTo>
                        <a:pt x="384337" y="1175015"/>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68" name="Freeform: Shape 1267">
                  <a:extLst>
                    <a:ext uri="{FF2B5EF4-FFF2-40B4-BE49-F238E27FC236}">
                      <a16:creationId xmlns:a16="http://schemas.microsoft.com/office/drawing/2014/main" id="{745C0707-D914-6F90-0CD5-880295BE5CBE}"/>
                    </a:ext>
                  </a:extLst>
                </p:cNvPr>
                <p:cNvSpPr/>
                <p:nvPr/>
              </p:nvSpPr>
              <p:spPr>
                <a:xfrm>
                  <a:off x="2977497" y="4097534"/>
                  <a:ext cx="1063993" cy="1809982"/>
                </a:xfrm>
                <a:custGeom>
                  <a:avLst/>
                  <a:gdLst>
                    <a:gd name="connsiteX0" fmla="*/ 762932 w 1063993"/>
                    <a:gd name="connsiteY0" fmla="*/ 1809982 h 1809982"/>
                    <a:gd name="connsiteX1" fmla="*/ 641713 w 1063993"/>
                    <a:gd name="connsiteY1" fmla="*/ 800555 h 1809982"/>
                    <a:gd name="connsiteX2" fmla="*/ 427139 w 1063993"/>
                    <a:gd name="connsiteY2" fmla="*/ 885558 h 1809982"/>
                    <a:gd name="connsiteX3" fmla="*/ 424529 w 1063993"/>
                    <a:gd name="connsiteY3" fmla="*/ 878973 h 1809982"/>
                    <a:gd name="connsiteX4" fmla="*/ 640870 w 1063993"/>
                    <a:gd name="connsiteY4" fmla="*/ 793287 h 1809982"/>
                    <a:gd name="connsiteX5" fmla="*/ 608427 w 1063993"/>
                    <a:gd name="connsiteY5" fmla="*/ 523184 h 1809982"/>
                    <a:gd name="connsiteX6" fmla="*/ 0 w 1063993"/>
                    <a:gd name="connsiteY6" fmla="*/ 366349 h 1809982"/>
                    <a:gd name="connsiteX7" fmla="*/ 6625 w 1063993"/>
                    <a:gd name="connsiteY7" fmla="*/ 361972 h 1809982"/>
                    <a:gd name="connsiteX8" fmla="*/ 552736 w 1063993"/>
                    <a:gd name="connsiteY8" fmla="*/ 0 h 1809982"/>
                    <a:gd name="connsiteX9" fmla="*/ 614891 w 1063993"/>
                    <a:gd name="connsiteY9" fmla="*/ 517522 h 1809982"/>
                    <a:gd name="connsiteX10" fmla="*/ 1063994 w 1063993"/>
                    <a:gd name="connsiteY10" fmla="*/ 633281 h 1809982"/>
                    <a:gd name="connsiteX11" fmla="*/ 1055562 w 1063993"/>
                    <a:gd name="connsiteY11" fmla="*/ 636614 h 1809982"/>
                    <a:gd name="connsiteX12" fmla="*/ 762973 w 1063993"/>
                    <a:gd name="connsiteY12" fmla="*/ 1809982 h 1809982"/>
                    <a:gd name="connsiteX13" fmla="*/ 648539 w 1063993"/>
                    <a:gd name="connsiteY13" fmla="*/ 797865 h 1809982"/>
                    <a:gd name="connsiteX14" fmla="*/ 765382 w 1063993"/>
                    <a:gd name="connsiteY14" fmla="*/ 1770954 h 1809982"/>
                    <a:gd name="connsiteX15" fmla="*/ 1047451 w 1063993"/>
                    <a:gd name="connsiteY15" fmla="*/ 639866 h 1809982"/>
                    <a:gd name="connsiteX16" fmla="*/ 648539 w 1063993"/>
                    <a:gd name="connsiteY16" fmla="*/ 797865 h 1809982"/>
                    <a:gd name="connsiteX17" fmla="*/ 615775 w 1063993"/>
                    <a:gd name="connsiteY17" fmla="*/ 525071 h 1809982"/>
                    <a:gd name="connsiteX18" fmla="*/ 647655 w 1063993"/>
                    <a:gd name="connsiteY18" fmla="*/ 790597 h 1809982"/>
                    <a:gd name="connsiteX19" fmla="*/ 1041107 w 1063993"/>
                    <a:gd name="connsiteY19" fmla="*/ 634726 h 1809982"/>
                    <a:gd name="connsiteX20" fmla="*/ 615734 w 1063993"/>
                    <a:gd name="connsiteY20" fmla="*/ 525071 h 1809982"/>
                    <a:gd name="connsiteX21" fmla="*/ 17145 w 1063993"/>
                    <a:gd name="connsiteY21" fmla="*/ 363458 h 1809982"/>
                    <a:gd name="connsiteX22" fmla="*/ 607503 w 1063993"/>
                    <a:gd name="connsiteY22" fmla="*/ 515635 h 1809982"/>
                    <a:gd name="connsiteX23" fmla="*/ 547074 w 1063993"/>
                    <a:gd name="connsiteY23" fmla="*/ 12246 h 1809982"/>
                    <a:gd name="connsiteX24" fmla="*/ 17145 w 1063993"/>
                    <a:gd name="connsiteY24" fmla="*/ 363458 h 1809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63993" h="1809982">
                      <a:moveTo>
                        <a:pt x="762932" y="1809982"/>
                      </a:moveTo>
                      <a:lnTo>
                        <a:pt x="641713" y="800555"/>
                      </a:lnTo>
                      <a:lnTo>
                        <a:pt x="427139" y="885558"/>
                      </a:lnTo>
                      <a:lnTo>
                        <a:pt x="424529" y="878973"/>
                      </a:lnTo>
                      <a:lnTo>
                        <a:pt x="640870" y="793287"/>
                      </a:lnTo>
                      <a:lnTo>
                        <a:pt x="608427" y="523184"/>
                      </a:lnTo>
                      <a:lnTo>
                        <a:pt x="0" y="366349"/>
                      </a:lnTo>
                      <a:lnTo>
                        <a:pt x="6625" y="361972"/>
                      </a:lnTo>
                      <a:lnTo>
                        <a:pt x="552736" y="0"/>
                      </a:lnTo>
                      <a:lnTo>
                        <a:pt x="614891" y="517522"/>
                      </a:lnTo>
                      <a:lnTo>
                        <a:pt x="1063994" y="633281"/>
                      </a:lnTo>
                      <a:lnTo>
                        <a:pt x="1055562" y="636614"/>
                      </a:lnTo>
                      <a:lnTo>
                        <a:pt x="762973" y="1809982"/>
                      </a:lnTo>
                      <a:close/>
                      <a:moveTo>
                        <a:pt x="648539" y="797865"/>
                      </a:moveTo>
                      <a:lnTo>
                        <a:pt x="765382" y="1770954"/>
                      </a:lnTo>
                      <a:lnTo>
                        <a:pt x="1047451" y="639866"/>
                      </a:lnTo>
                      <a:lnTo>
                        <a:pt x="648539" y="797865"/>
                      </a:lnTo>
                      <a:close/>
                      <a:moveTo>
                        <a:pt x="615775" y="525071"/>
                      </a:moveTo>
                      <a:lnTo>
                        <a:pt x="647655" y="790597"/>
                      </a:lnTo>
                      <a:lnTo>
                        <a:pt x="1041107" y="634726"/>
                      </a:lnTo>
                      <a:lnTo>
                        <a:pt x="615734" y="525071"/>
                      </a:lnTo>
                      <a:close/>
                      <a:moveTo>
                        <a:pt x="17145" y="363458"/>
                      </a:moveTo>
                      <a:lnTo>
                        <a:pt x="607503" y="515635"/>
                      </a:lnTo>
                      <a:lnTo>
                        <a:pt x="547074" y="12246"/>
                      </a:lnTo>
                      <a:lnTo>
                        <a:pt x="17145" y="363458"/>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69" name="Freeform: Shape 1268">
                  <a:extLst>
                    <a:ext uri="{FF2B5EF4-FFF2-40B4-BE49-F238E27FC236}">
                      <a16:creationId xmlns:a16="http://schemas.microsoft.com/office/drawing/2014/main" id="{EFAB3A10-AE29-E6CB-72BA-E68FD0FF19B5}"/>
                    </a:ext>
                  </a:extLst>
                </p:cNvPr>
                <p:cNvSpPr/>
                <p:nvPr/>
              </p:nvSpPr>
              <p:spPr>
                <a:xfrm>
                  <a:off x="3671046" y="1232432"/>
                  <a:ext cx="992081" cy="412202"/>
                </a:xfrm>
                <a:custGeom>
                  <a:avLst/>
                  <a:gdLst>
                    <a:gd name="connsiteX0" fmla="*/ 646612 w 992081"/>
                    <a:gd name="connsiteY0" fmla="*/ 412203 h 412202"/>
                    <a:gd name="connsiteX1" fmla="*/ 644082 w 992081"/>
                    <a:gd name="connsiteY1" fmla="*/ 410878 h 412202"/>
                    <a:gd name="connsiteX2" fmla="*/ 0 w 992081"/>
                    <a:gd name="connsiteY2" fmla="*/ 68700 h 412202"/>
                    <a:gd name="connsiteX3" fmla="*/ 12327 w 992081"/>
                    <a:gd name="connsiteY3" fmla="*/ 67857 h 412202"/>
                    <a:gd name="connsiteX4" fmla="*/ 992081 w 992081"/>
                    <a:gd name="connsiteY4" fmla="*/ 0 h 412202"/>
                    <a:gd name="connsiteX5" fmla="*/ 646571 w 992081"/>
                    <a:gd name="connsiteY5" fmla="*/ 412203 h 412202"/>
                    <a:gd name="connsiteX6" fmla="*/ 25175 w 992081"/>
                    <a:gd name="connsiteY6" fmla="*/ 74041 h 412202"/>
                    <a:gd name="connsiteX7" fmla="*/ 644885 w 992081"/>
                    <a:gd name="connsiteY7" fmla="*/ 403249 h 412202"/>
                    <a:gd name="connsiteX8" fmla="*/ 976020 w 992081"/>
                    <a:gd name="connsiteY8" fmla="*/ 8191 h 412202"/>
                    <a:gd name="connsiteX9" fmla="*/ 25175 w 992081"/>
                    <a:gd name="connsiteY9" fmla="*/ 74041 h 412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081" h="412202">
                      <a:moveTo>
                        <a:pt x="646612" y="412203"/>
                      </a:moveTo>
                      <a:lnTo>
                        <a:pt x="644082" y="410878"/>
                      </a:lnTo>
                      <a:lnTo>
                        <a:pt x="0" y="68700"/>
                      </a:lnTo>
                      <a:lnTo>
                        <a:pt x="12327" y="67857"/>
                      </a:lnTo>
                      <a:lnTo>
                        <a:pt x="992081" y="0"/>
                      </a:lnTo>
                      <a:lnTo>
                        <a:pt x="646571" y="412203"/>
                      </a:lnTo>
                      <a:close/>
                      <a:moveTo>
                        <a:pt x="25175" y="74041"/>
                      </a:moveTo>
                      <a:lnTo>
                        <a:pt x="644885" y="403249"/>
                      </a:lnTo>
                      <a:lnTo>
                        <a:pt x="976020" y="8191"/>
                      </a:lnTo>
                      <a:lnTo>
                        <a:pt x="25175" y="74041"/>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70" name="Freeform: Shape 1269">
                  <a:extLst>
                    <a:ext uri="{FF2B5EF4-FFF2-40B4-BE49-F238E27FC236}">
                      <a16:creationId xmlns:a16="http://schemas.microsoft.com/office/drawing/2014/main" id="{EDA25391-5181-C23E-6A74-21C202696ED4}"/>
                    </a:ext>
                  </a:extLst>
                </p:cNvPr>
                <p:cNvSpPr/>
                <p:nvPr/>
              </p:nvSpPr>
              <p:spPr>
                <a:xfrm>
                  <a:off x="2991028" y="1401272"/>
                  <a:ext cx="1336667" cy="1542688"/>
                </a:xfrm>
                <a:custGeom>
                  <a:avLst/>
                  <a:gdLst>
                    <a:gd name="connsiteX0" fmla="*/ 567512 w 1336667"/>
                    <a:gd name="connsiteY0" fmla="*/ 1542689 h 1542688"/>
                    <a:gd name="connsiteX1" fmla="*/ 0 w 1336667"/>
                    <a:gd name="connsiteY1" fmla="*/ 1284871 h 1542688"/>
                    <a:gd name="connsiteX2" fmla="*/ 2931 w 1336667"/>
                    <a:gd name="connsiteY2" fmla="*/ 1278447 h 1542688"/>
                    <a:gd name="connsiteX3" fmla="*/ 556711 w 1336667"/>
                    <a:gd name="connsiteY3" fmla="*/ 1530001 h 1542688"/>
                    <a:gd name="connsiteX4" fmla="*/ 325916 w 1336667"/>
                    <a:gd name="connsiteY4" fmla="*/ 688611 h 1542688"/>
                    <a:gd name="connsiteX5" fmla="*/ 1314865 w 1336667"/>
                    <a:gd name="connsiteY5" fmla="*/ 239990 h 1542688"/>
                    <a:gd name="connsiteX6" fmla="*/ 329288 w 1336667"/>
                    <a:gd name="connsiteY6" fmla="*/ 6906 h 1542688"/>
                    <a:gd name="connsiteX7" fmla="*/ 330935 w 1336667"/>
                    <a:gd name="connsiteY7" fmla="*/ 0 h 1542688"/>
                    <a:gd name="connsiteX8" fmla="*/ 1336668 w 1336667"/>
                    <a:gd name="connsiteY8" fmla="*/ 237862 h 1542688"/>
                    <a:gd name="connsiteX9" fmla="*/ 1327232 w 1336667"/>
                    <a:gd name="connsiteY9" fmla="*/ 242118 h 1542688"/>
                    <a:gd name="connsiteX10" fmla="*/ 334307 w 1336667"/>
                    <a:gd name="connsiteY10" fmla="*/ 692586 h 1542688"/>
                    <a:gd name="connsiteX11" fmla="*/ 567512 w 1336667"/>
                    <a:gd name="connsiteY11" fmla="*/ 1542689 h 1542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36667" h="1542688">
                      <a:moveTo>
                        <a:pt x="567512" y="1542689"/>
                      </a:moveTo>
                      <a:lnTo>
                        <a:pt x="0" y="1284871"/>
                      </a:lnTo>
                      <a:lnTo>
                        <a:pt x="2931" y="1278447"/>
                      </a:lnTo>
                      <a:lnTo>
                        <a:pt x="556711" y="1530001"/>
                      </a:lnTo>
                      <a:lnTo>
                        <a:pt x="325916" y="688611"/>
                      </a:lnTo>
                      <a:lnTo>
                        <a:pt x="1314865" y="239990"/>
                      </a:lnTo>
                      <a:lnTo>
                        <a:pt x="329288" y="6906"/>
                      </a:lnTo>
                      <a:lnTo>
                        <a:pt x="330935" y="0"/>
                      </a:lnTo>
                      <a:lnTo>
                        <a:pt x="1336668" y="237862"/>
                      </a:lnTo>
                      <a:lnTo>
                        <a:pt x="1327232" y="242118"/>
                      </a:lnTo>
                      <a:lnTo>
                        <a:pt x="334307" y="692586"/>
                      </a:lnTo>
                      <a:lnTo>
                        <a:pt x="567512" y="1542689"/>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71" name="Freeform: Shape 1270">
                  <a:extLst>
                    <a:ext uri="{FF2B5EF4-FFF2-40B4-BE49-F238E27FC236}">
                      <a16:creationId xmlns:a16="http://schemas.microsoft.com/office/drawing/2014/main" id="{755BCA2F-8961-E657-4D8E-2EDE685E3786}"/>
                    </a:ext>
                  </a:extLst>
                </p:cNvPr>
                <p:cNvSpPr/>
                <p:nvPr/>
              </p:nvSpPr>
              <p:spPr>
                <a:xfrm>
                  <a:off x="8275221" y="1849451"/>
                  <a:ext cx="601279" cy="999589"/>
                </a:xfrm>
                <a:custGeom>
                  <a:avLst/>
                  <a:gdLst>
                    <a:gd name="connsiteX0" fmla="*/ 331858 w 601279"/>
                    <a:gd name="connsiteY0" fmla="*/ 999590 h 999589"/>
                    <a:gd name="connsiteX1" fmla="*/ 0 w 601279"/>
                    <a:gd name="connsiteY1" fmla="*/ 597786 h 999589"/>
                    <a:gd name="connsiteX2" fmla="*/ 601280 w 601279"/>
                    <a:gd name="connsiteY2" fmla="*/ 0 h 999589"/>
                    <a:gd name="connsiteX3" fmla="*/ 331858 w 601279"/>
                    <a:gd name="connsiteY3" fmla="*/ 999590 h 999589"/>
                    <a:gd name="connsiteX4" fmla="*/ 9556 w 601279"/>
                    <a:gd name="connsiteY4" fmla="*/ 598268 h 999589"/>
                    <a:gd name="connsiteX5" fmla="*/ 328566 w 601279"/>
                    <a:gd name="connsiteY5" fmla="*/ 984533 h 999589"/>
                    <a:gd name="connsiteX6" fmla="*/ 587588 w 601279"/>
                    <a:gd name="connsiteY6" fmla="*/ 23610 h 999589"/>
                    <a:gd name="connsiteX7" fmla="*/ 9556 w 601279"/>
                    <a:gd name="connsiteY7" fmla="*/ 598308 h 99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79" h="999589">
                      <a:moveTo>
                        <a:pt x="331858" y="999590"/>
                      </a:moveTo>
                      <a:lnTo>
                        <a:pt x="0" y="597786"/>
                      </a:lnTo>
                      <a:lnTo>
                        <a:pt x="601280" y="0"/>
                      </a:lnTo>
                      <a:lnTo>
                        <a:pt x="331858" y="999590"/>
                      </a:lnTo>
                      <a:close/>
                      <a:moveTo>
                        <a:pt x="9556" y="598268"/>
                      </a:moveTo>
                      <a:lnTo>
                        <a:pt x="328566" y="984533"/>
                      </a:lnTo>
                      <a:lnTo>
                        <a:pt x="587588" y="23610"/>
                      </a:lnTo>
                      <a:lnTo>
                        <a:pt x="9556" y="598308"/>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72" name="Freeform: Shape 1271">
                  <a:extLst>
                    <a:ext uri="{FF2B5EF4-FFF2-40B4-BE49-F238E27FC236}">
                      <a16:creationId xmlns:a16="http://schemas.microsoft.com/office/drawing/2014/main" id="{2A6107CD-165C-F999-D726-97251E9E65CF}"/>
                    </a:ext>
                  </a:extLst>
                </p:cNvPr>
                <p:cNvSpPr/>
                <p:nvPr/>
              </p:nvSpPr>
              <p:spPr>
                <a:xfrm>
                  <a:off x="8565964" y="2192672"/>
                  <a:ext cx="718082" cy="2652214"/>
                </a:xfrm>
                <a:custGeom>
                  <a:avLst/>
                  <a:gdLst>
                    <a:gd name="connsiteX0" fmla="*/ 625933 w 718082"/>
                    <a:gd name="connsiteY0" fmla="*/ 2652215 h 2652214"/>
                    <a:gd name="connsiteX1" fmla="*/ 0 w 718082"/>
                    <a:gd name="connsiteY1" fmla="*/ 1918072 h 2652214"/>
                    <a:gd name="connsiteX2" fmla="*/ 763 w 718082"/>
                    <a:gd name="connsiteY2" fmla="*/ 1916104 h 2652214"/>
                    <a:gd name="connsiteX3" fmla="*/ 306843 w 718082"/>
                    <a:gd name="connsiteY3" fmla="*/ 1134461 h 2652214"/>
                    <a:gd name="connsiteX4" fmla="*/ 313428 w 718082"/>
                    <a:gd name="connsiteY4" fmla="*/ 1137031 h 2652214"/>
                    <a:gd name="connsiteX5" fmla="*/ 8111 w 718082"/>
                    <a:gd name="connsiteY5" fmla="*/ 1916707 h 2652214"/>
                    <a:gd name="connsiteX6" fmla="*/ 619469 w 718082"/>
                    <a:gd name="connsiteY6" fmla="*/ 2633745 h 2652214"/>
                    <a:gd name="connsiteX7" fmla="*/ 710975 w 718082"/>
                    <a:gd name="connsiteY7" fmla="*/ 0 h 2652214"/>
                    <a:gd name="connsiteX8" fmla="*/ 718082 w 718082"/>
                    <a:gd name="connsiteY8" fmla="*/ 241 h 2652214"/>
                    <a:gd name="connsiteX9" fmla="*/ 625933 w 718082"/>
                    <a:gd name="connsiteY9" fmla="*/ 2652215 h 265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8082" h="2652214">
                      <a:moveTo>
                        <a:pt x="625933" y="2652215"/>
                      </a:moveTo>
                      <a:lnTo>
                        <a:pt x="0" y="1918072"/>
                      </a:lnTo>
                      <a:lnTo>
                        <a:pt x="763" y="1916104"/>
                      </a:lnTo>
                      <a:lnTo>
                        <a:pt x="306843" y="1134461"/>
                      </a:lnTo>
                      <a:lnTo>
                        <a:pt x="313428" y="1137031"/>
                      </a:lnTo>
                      <a:lnTo>
                        <a:pt x="8111" y="1916707"/>
                      </a:lnTo>
                      <a:lnTo>
                        <a:pt x="619469" y="2633745"/>
                      </a:lnTo>
                      <a:lnTo>
                        <a:pt x="710975" y="0"/>
                      </a:lnTo>
                      <a:lnTo>
                        <a:pt x="718082" y="241"/>
                      </a:lnTo>
                      <a:lnTo>
                        <a:pt x="625933" y="2652215"/>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73" name="Freeform: Shape 1272">
                  <a:extLst>
                    <a:ext uri="{FF2B5EF4-FFF2-40B4-BE49-F238E27FC236}">
                      <a16:creationId xmlns:a16="http://schemas.microsoft.com/office/drawing/2014/main" id="{53CE08A1-7358-E912-B135-DCC265F7B90B}"/>
                    </a:ext>
                  </a:extLst>
                </p:cNvPr>
                <p:cNvSpPr/>
                <p:nvPr/>
              </p:nvSpPr>
              <p:spPr>
                <a:xfrm>
                  <a:off x="8276466" y="1731926"/>
                  <a:ext cx="593971" cy="715713"/>
                </a:xfrm>
                <a:custGeom>
                  <a:avLst/>
                  <a:gdLst>
                    <a:gd name="connsiteX0" fmla="*/ 7067 w 593971"/>
                    <a:gd name="connsiteY0" fmla="*/ 715714 h 715713"/>
                    <a:gd name="connsiteX1" fmla="*/ 0 w 593971"/>
                    <a:gd name="connsiteY1" fmla="*/ 715352 h 715713"/>
                    <a:gd name="connsiteX2" fmla="*/ 38907 w 593971"/>
                    <a:gd name="connsiteY2" fmla="*/ 0 h 715713"/>
                    <a:gd name="connsiteX3" fmla="*/ 593972 w 593971"/>
                    <a:gd name="connsiteY3" fmla="*/ 125837 h 715713"/>
                    <a:gd name="connsiteX4" fmla="*/ 592406 w 593971"/>
                    <a:gd name="connsiteY4" fmla="*/ 132743 h 715713"/>
                    <a:gd name="connsiteX5" fmla="*/ 45532 w 593971"/>
                    <a:gd name="connsiteY5" fmla="*/ 8753 h 715713"/>
                    <a:gd name="connsiteX6" fmla="*/ 7067 w 593971"/>
                    <a:gd name="connsiteY6" fmla="*/ 715714 h 715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3971" h="715713">
                      <a:moveTo>
                        <a:pt x="7067" y="715714"/>
                      </a:moveTo>
                      <a:lnTo>
                        <a:pt x="0" y="715352"/>
                      </a:lnTo>
                      <a:lnTo>
                        <a:pt x="38907" y="0"/>
                      </a:lnTo>
                      <a:lnTo>
                        <a:pt x="593972" y="125837"/>
                      </a:lnTo>
                      <a:lnTo>
                        <a:pt x="592406" y="132743"/>
                      </a:lnTo>
                      <a:lnTo>
                        <a:pt x="45532" y="8753"/>
                      </a:lnTo>
                      <a:lnTo>
                        <a:pt x="7067" y="715714"/>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74" name="Freeform: Shape 1273">
                  <a:extLst>
                    <a:ext uri="{FF2B5EF4-FFF2-40B4-BE49-F238E27FC236}">
                      <a16:creationId xmlns:a16="http://schemas.microsoft.com/office/drawing/2014/main" id="{D57DE015-56BF-1F4C-17B1-A2A70CD9CF8A}"/>
                    </a:ext>
                  </a:extLst>
                </p:cNvPr>
                <p:cNvSpPr/>
                <p:nvPr/>
              </p:nvSpPr>
              <p:spPr>
                <a:xfrm>
                  <a:off x="3682168" y="338402"/>
                  <a:ext cx="4717364" cy="1410266"/>
                </a:xfrm>
                <a:custGeom>
                  <a:avLst/>
                  <a:gdLst>
                    <a:gd name="connsiteX0" fmla="*/ 4638948 w 4717364"/>
                    <a:gd name="connsiteY0" fmla="*/ 1410267 h 1410266"/>
                    <a:gd name="connsiteX1" fmla="*/ 4073484 w 4717364"/>
                    <a:gd name="connsiteY1" fmla="*/ 314954 h 1410266"/>
                    <a:gd name="connsiteX2" fmla="*/ 2960183 w 4717364"/>
                    <a:gd name="connsiteY2" fmla="*/ 51435 h 1410266"/>
                    <a:gd name="connsiteX3" fmla="*/ 2441617 w 4717364"/>
                    <a:gd name="connsiteY3" fmla="*/ 432078 h 1410266"/>
                    <a:gd name="connsiteX4" fmla="*/ 2098074 w 4717364"/>
                    <a:gd name="connsiteY4" fmla="*/ 8713 h 1410266"/>
                    <a:gd name="connsiteX5" fmla="*/ 2931 w 4717364"/>
                    <a:gd name="connsiteY5" fmla="*/ 968632 h 1410266"/>
                    <a:gd name="connsiteX6" fmla="*/ 0 w 4717364"/>
                    <a:gd name="connsiteY6" fmla="*/ 962168 h 1410266"/>
                    <a:gd name="connsiteX7" fmla="*/ 2100082 w 4717364"/>
                    <a:gd name="connsiteY7" fmla="*/ 0 h 1410266"/>
                    <a:gd name="connsiteX8" fmla="*/ 2442862 w 4717364"/>
                    <a:gd name="connsiteY8" fmla="*/ 422361 h 1410266"/>
                    <a:gd name="connsiteX9" fmla="*/ 2958617 w 4717364"/>
                    <a:gd name="connsiteY9" fmla="*/ 43806 h 1410266"/>
                    <a:gd name="connsiteX10" fmla="*/ 2960223 w 4717364"/>
                    <a:gd name="connsiteY10" fmla="*/ 44167 h 1410266"/>
                    <a:gd name="connsiteX11" fmla="*/ 4078262 w 4717364"/>
                    <a:gd name="connsiteY11" fmla="*/ 308851 h 1410266"/>
                    <a:gd name="connsiteX12" fmla="*/ 4079025 w 4717364"/>
                    <a:gd name="connsiteY12" fmla="*/ 310296 h 1410266"/>
                    <a:gd name="connsiteX13" fmla="*/ 4634089 w 4717364"/>
                    <a:gd name="connsiteY13" fmla="*/ 1385493 h 1410266"/>
                    <a:gd name="connsiteX14" fmla="*/ 4710338 w 4717364"/>
                    <a:gd name="connsiteY14" fmla="*/ 556670 h 1410266"/>
                    <a:gd name="connsiteX15" fmla="*/ 4717365 w 4717364"/>
                    <a:gd name="connsiteY15" fmla="*/ 557273 h 1410266"/>
                    <a:gd name="connsiteX16" fmla="*/ 4638948 w 4717364"/>
                    <a:gd name="connsiteY16" fmla="*/ 1410267 h 1410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7364" h="1410266">
                      <a:moveTo>
                        <a:pt x="4638948" y="1410267"/>
                      </a:moveTo>
                      <a:lnTo>
                        <a:pt x="4073484" y="314954"/>
                      </a:lnTo>
                      <a:lnTo>
                        <a:pt x="2960183" y="51435"/>
                      </a:lnTo>
                      <a:lnTo>
                        <a:pt x="2441617" y="432078"/>
                      </a:lnTo>
                      <a:lnTo>
                        <a:pt x="2098074" y="8713"/>
                      </a:lnTo>
                      <a:lnTo>
                        <a:pt x="2931" y="968632"/>
                      </a:lnTo>
                      <a:lnTo>
                        <a:pt x="0" y="962168"/>
                      </a:lnTo>
                      <a:lnTo>
                        <a:pt x="2100082" y="0"/>
                      </a:lnTo>
                      <a:lnTo>
                        <a:pt x="2442862" y="422361"/>
                      </a:lnTo>
                      <a:lnTo>
                        <a:pt x="2958617" y="43806"/>
                      </a:lnTo>
                      <a:lnTo>
                        <a:pt x="2960223" y="44167"/>
                      </a:lnTo>
                      <a:lnTo>
                        <a:pt x="4078262" y="308851"/>
                      </a:lnTo>
                      <a:lnTo>
                        <a:pt x="4079025" y="310296"/>
                      </a:lnTo>
                      <a:lnTo>
                        <a:pt x="4634089" y="1385493"/>
                      </a:lnTo>
                      <a:lnTo>
                        <a:pt x="4710338" y="556670"/>
                      </a:lnTo>
                      <a:lnTo>
                        <a:pt x="4717365" y="557273"/>
                      </a:lnTo>
                      <a:lnTo>
                        <a:pt x="4638948" y="1410267"/>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75" name="Freeform: Shape 1274">
                  <a:extLst>
                    <a:ext uri="{FF2B5EF4-FFF2-40B4-BE49-F238E27FC236}">
                      <a16:creationId xmlns:a16="http://schemas.microsoft.com/office/drawing/2014/main" id="{4F1DC2AA-B2E1-82EF-6495-0BFC7EE3F2A4}"/>
                    </a:ext>
                  </a:extLst>
                </p:cNvPr>
                <p:cNvSpPr/>
                <p:nvPr/>
              </p:nvSpPr>
              <p:spPr>
                <a:xfrm>
                  <a:off x="6124146" y="646370"/>
                  <a:ext cx="2812623" cy="882706"/>
                </a:xfrm>
                <a:custGeom>
                  <a:avLst/>
                  <a:gdLst>
                    <a:gd name="connsiteX0" fmla="*/ 2811539 w 2812623"/>
                    <a:gd name="connsiteY0" fmla="*/ 882707 h 882706"/>
                    <a:gd name="connsiteX1" fmla="*/ 1348472 w 2812623"/>
                    <a:gd name="connsiteY1" fmla="*/ 650627 h 882706"/>
                    <a:gd name="connsiteX2" fmla="*/ 1628334 w 2812623"/>
                    <a:gd name="connsiteY2" fmla="*/ 7870 h 882706"/>
                    <a:gd name="connsiteX3" fmla="*/ 522 w 2812623"/>
                    <a:gd name="connsiteY3" fmla="*/ 122786 h 882706"/>
                    <a:gd name="connsiteX4" fmla="*/ 0 w 2812623"/>
                    <a:gd name="connsiteY4" fmla="*/ 115719 h 882706"/>
                    <a:gd name="connsiteX5" fmla="*/ 1639455 w 2812623"/>
                    <a:gd name="connsiteY5" fmla="*/ 0 h 882706"/>
                    <a:gd name="connsiteX6" fmla="*/ 1637127 w 2812623"/>
                    <a:gd name="connsiteY6" fmla="*/ 5340 h 882706"/>
                    <a:gd name="connsiteX7" fmla="*/ 1358631 w 2812623"/>
                    <a:gd name="connsiteY7" fmla="*/ 645046 h 882706"/>
                    <a:gd name="connsiteX8" fmla="*/ 2812623 w 2812623"/>
                    <a:gd name="connsiteY8" fmla="*/ 875720 h 882706"/>
                    <a:gd name="connsiteX9" fmla="*/ 2811539 w 2812623"/>
                    <a:gd name="connsiteY9" fmla="*/ 882707 h 882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12623" h="882706">
                      <a:moveTo>
                        <a:pt x="2811539" y="882707"/>
                      </a:moveTo>
                      <a:lnTo>
                        <a:pt x="1348472" y="650627"/>
                      </a:lnTo>
                      <a:lnTo>
                        <a:pt x="1628334" y="7870"/>
                      </a:lnTo>
                      <a:lnTo>
                        <a:pt x="522" y="122786"/>
                      </a:lnTo>
                      <a:lnTo>
                        <a:pt x="0" y="115719"/>
                      </a:lnTo>
                      <a:lnTo>
                        <a:pt x="1639455" y="0"/>
                      </a:lnTo>
                      <a:lnTo>
                        <a:pt x="1637127" y="5340"/>
                      </a:lnTo>
                      <a:lnTo>
                        <a:pt x="1358631" y="645046"/>
                      </a:lnTo>
                      <a:lnTo>
                        <a:pt x="2812623" y="875720"/>
                      </a:lnTo>
                      <a:lnTo>
                        <a:pt x="2811539" y="882707"/>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76" name="Freeform: Shape 1275">
                  <a:extLst>
                    <a:ext uri="{FF2B5EF4-FFF2-40B4-BE49-F238E27FC236}">
                      <a16:creationId xmlns:a16="http://schemas.microsoft.com/office/drawing/2014/main" id="{8C3F30A3-FBC2-96A6-BBC6-5C9512112E37}"/>
                    </a:ext>
                  </a:extLst>
                </p:cNvPr>
                <p:cNvSpPr/>
                <p:nvPr/>
              </p:nvSpPr>
              <p:spPr>
                <a:xfrm>
                  <a:off x="7851053" y="1859690"/>
                  <a:ext cx="1653081" cy="3999884"/>
                </a:xfrm>
                <a:custGeom>
                  <a:avLst/>
                  <a:gdLst>
                    <a:gd name="connsiteX0" fmla="*/ 58140 w 1653081"/>
                    <a:gd name="connsiteY0" fmla="*/ 3999884 h 3999884"/>
                    <a:gd name="connsiteX1" fmla="*/ 0 w 1653081"/>
                    <a:gd name="connsiteY1" fmla="*/ 3469955 h 3999884"/>
                    <a:gd name="connsiteX2" fmla="*/ 803 w 1653081"/>
                    <a:gd name="connsiteY2" fmla="*/ 3468831 h 3999884"/>
                    <a:gd name="connsiteX3" fmla="*/ 1135626 w 1653081"/>
                    <a:gd name="connsiteY3" fmla="*/ 1879686 h 3999884"/>
                    <a:gd name="connsiteX4" fmla="*/ 1020710 w 1653081"/>
                    <a:gd name="connsiteY4" fmla="*/ 1466159 h 3999884"/>
                    <a:gd name="connsiteX5" fmla="*/ 1024243 w 1653081"/>
                    <a:gd name="connsiteY5" fmla="*/ 1465275 h 3999884"/>
                    <a:gd name="connsiteX6" fmla="*/ 1632911 w 1653081"/>
                    <a:gd name="connsiteY6" fmla="*/ 1310288 h 3999884"/>
                    <a:gd name="connsiteX7" fmla="*/ 753136 w 1653081"/>
                    <a:gd name="connsiteY7" fmla="*/ 985055 h 3999884"/>
                    <a:gd name="connsiteX8" fmla="*/ 744342 w 1653081"/>
                    <a:gd name="connsiteY8" fmla="*/ 981601 h 3999884"/>
                    <a:gd name="connsiteX9" fmla="*/ 1294468 w 1653081"/>
                    <a:gd name="connsiteY9" fmla="*/ 787425 h 3999884"/>
                    <a:gd name="connsiteX10" fmla="*/ 1015329 w 1653081"/>
                    <a:gd name="connsiteY10" fmla="*/ 2730 h 3999884"/>
                    <a:gd name="connsiteX11" fmla="*/ 1021874 w 1653081"/>
                    <a:gd name="connsiteY11" fmla="*/ 0 h 3999884"/>
                    <a:gd name="connsiteX12" fmla="*/ 1649172 w 1653081"/>
                    <a:gd name="connsiteY12" fmla="*/ 1304867 h 3999884"/>
                    <a:gd name="connsiteX13" fmla="*/ 1652987 w 1653081"/>
                    <a:gd name="connsiteY13" fmla="*/ 1307838 h 3999884"/>
                    <a:gd name="connsiteX14" fmla="*/ 1338515 w 1653081"/>
                    <a:gd name="connsiteY14" fmla="*/ 1393844 h 3999884"/>
                    <a:gd name="connsiteX15" fmla="*/ 1029503 w 1653081"/>
                    <a:gd name="connsiteY15" fmla="*/ 1471298 h 3999884"/>
                    <a:gd name="connsiteX16" fmla="*/ 1143375 w 1653081"/>
                    <a:gd name="connsiteY16" fmla="*/ 1881052 h 3999884"/>
                    <a:gd name="connsiteX17" fmla="*/ 1142411 w 1653081"/>
                    <a:gd name="connsiteY17" fmla="*/ 1882417 h 3999884"/>
                    <a:gd name="connsiteX18" fmla="*/ 7388 w 1653081"/>
                    <a:gd name="connsiteY18" fmla="*/ 3471842 h 3999884"/>
                    <a:gd name="connsiteX19" fmla="*/ 65247 w 1653081"/>
                    <a:gd name="connsiteY19" fmla="*/ 3999081 h 3999884"/>
                    <a:gd name="connsiteX20" fmla="*/ 58221 w 1653081"/>
                    <a:gd name="connsiteY20" fmla="*/ 3999844 h 3999884"/>
                    <a:gd name="connsiteX21" fmla="*/ 764499 w 1653081"/>
                    <a:gd name="connsiteY21" fmla="*/ 982003 h 3999884"/>
                    <a:gd name="connsiteX22" fmla="*/ 1641222 w 1653081"/>
                    <a:gd name="connsiteY22" fmla="*/ 1304867 h 3999884"/>
                    <a:gd name="connsiteX23" fmla="*/ 1044239 w 1653081"/>
                    <a:gd name="connsiteY23" fmla="*/ 62999 h 3999884"/>
                    <a:gd name="connsiteX24" fmla="*/ 1303462 w 1653081"/>
                    <a:gd name="connsiteY24" fmla="*/ 791762 h 3999884"/>
                    <a:gd name="connsiteX25" fmla="*/ 1300129 w 1653081"/>
                    <a:gd name="connsiteY25" fmla="*/ 792926 h 3999884"/>
                    <a:gd name="connsiteX26" fmla="*/ 764539 w 1653081"/>
                    <a:gd name="connsiteY26" fmla="*/ 982003 h 3999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53081" h="3999884">
                      <a:moveTo>
                        <a:pt x="58140" y="3999884"/>
                      </a:moveTo>
                      <a:lnTo>
                        <a:pt x="0" y="3469955"/>
                      </a:lnTo>
                      <a:lnTo>
                        <a:pt x="803" y="3468831"/>
                      </a:lnTo>
                      <a:lnTo>
                        <a:pt x="1135626" y="1879686"/>
                      </a:lnTo>
                      <a:lnTo>
                        <a:pt x="1020710" y="1466159"/>
                      </a:lnTo>
                      <a:lnTo>
                        <a:pt x="1024243" y="1465275"/>
                      </a:lnTo>
                      <a:cubicBezTo>
                        <a:pt x="1177143" y="1427251"/>
                        <a:pt x="1553490" y="1333014"/>
                        <a:pt x="1632911" y="1310288"/>
                      </a:cubicBezTo>
                      <a:cubicBezTo>
                        <a:pt x="1512535" y="1284510"/>
                        <a:pt x="785779" y="997943"/>
                        <a:pt x="753136" y="985055"/>
                      </a:cubicBezTo>
                      <a:lnTo>
                        <a:pt x="744342" y="981601"/>
                      </a:lnTo>
                      <a:lnTo>
                        <a:pt x="1294468" y="787425"/>
                      </a:lnTo>
                      <a:lnTo>
                        <a:pt x="1015329" y="2730"/>
                      </a:lnTo>
                      <a:lnTo>
                        <a:pt x="1021874" y="0"/>
                      </a:lnTo>
                      <a:lnTo>
                        <a:pt x="1649172" y="1304867"/>
                      </a:lnTo>
                      <a:cubicBezTo>
                        <a:pt x="1650859" y="1304947"/>
                        <a:pt x="1652546" y="1305550"/>
                        <a:pt x="1652987" y="1307838"/>
                      </a:cubicBezTo>
                      <a:cubicBezTo>
                        <a:pt x="1653911" y="1312657"/>
                        <a:pt x="1654191" y="1314142"/>
                        <a:pt x="1338515" y="1393844"/>
                      </a:cubicBezTo>
                      <a:cubicBezTo>
                        <a:pt x="1196978" y="1429580"/>
                        <a:pt x="1053635" y="1465275"/>
                        <a:pt x="1029503" y="1471298"/>
                      </a:cubicBezTo>
                      <a:lnTo>
                        <a:pt x="1143375" y="1881052"/>
                      </a:lnTo>
                      <a:lnTo>
                        <a:pt x="1142411" y="1882417"/>
                      </a:lnTo>
                      <a:lnTo>
                        <a:pt x="7388" y="3471842"/>
                      </a:lnTo>
                      <a:lnTo>
                        <a:pt x="65247" y="3999081"/>
                      </a:lnTo>
                      <a:lnTo>
                        <a:pt x="58221" y="3999844"/>
                      </a:lnTo>
                      <a:close/>
                      <a:moveTo>
                        <a:pt x="764499" y="982003"/>
                      </a:moveTo>
                      <a:cubicBezTo>
                        <a:pt x="1048937" y="1094188"/>
                        <a:pt x="1573686" y="1296274"/>
                        <a:pt x="1641222" y="1304867"/>
                      </a:cubicBezTo>
                      <a:lnTo>
                        <a:pt x="1044239" y="62999"/>
                      </a:lnTo>
                      <a:lnTo>
                        <a:pt x="1303462" y="791762"/>
                      </a:lnTo>
                      <a:lnTo>
                        <a:pt x="1300129" y="792926"/>
                      </a:lnTo>
                      <a:lnTo>
                        <a:pt x="764539" y="982003"/>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77" name="Freeform: Shape 1276">
                  <a:extLst>
                    <a:ext uri="{FF2B5EF4-FFF2-40B4-BE49-F238E27FC236}">
                      <a16:creationId xmlns:a16="http://schemas.microsoft.com/office/drawing/2014/main" id="{57279662-CE9D-A7E4-543E-0AC297AB151D}"/>
                    </a:ext>
                  </a:extLst>
                </p:cNvPr>
                <p:cNvSpPr/>
                <p:nvPr/>
              </p:nvSpPr>
              <p:spPr>
                <a:xfrm>
                  <a:off x="2669328" y="243121"/>
                  <a:ext cx="6841819" cy="6571112"/>
                </a:xfrm>
                <a:custGeom>
                  <a:avLst/>
                  <a:gdLst>
                    <a:gd name="connsiteX0" fmla="*/ 3416392 w 6841819"/>
                    <a:gd name="connsiteY0" fmla="*/ 6571032 h 6571112"/>
                    <a:gd name="connsiteX1" fmla="*/ 545147 w 6841819"/>
                    <a:gd name="connsiteY1" fmla="*/ 5023365 h 6571112"/>
                    <a:gd name="connsiteX2" fmla="*/ 543862 w 6841819"/>
                    <a:gd name="connsiteY2" fmla="*/ 5021438 h 6571112"/>
                    <a:gd name="connsiteX3" fmla="*/ 729004 w 6841819"/>
                    <a:gd name="connsiteY3" fmla="*/ 4737842 h 6571112"/>
                    <a:gd name="connsiteX4" fmla="*/ 236738 w 6841819"/>
                    <a:gd name="connsiteY4" fmla="*/ 4440355 h 6571112"/>
                    <a:gd name="connsiteX5" fmla="*/ 237661 w 6841819"/>
                    <a:gd name="connsiteY5" fmla="*/ 4437664 h 6571112"/>
                    <a:gd name="connsiteX6" fmla="*/ 478775 w 6841819"/>
                    <a:gd name="connsiteY6" fmla="*/ 3718458 h 6571112"/>
                    <a:gd name="connsiteX7" fmla="*/ 0 w 6841819"/>
                    <a:gd name="connsiteY7" fmla="*/ 2958777 h 6571112"/>
                    <a:gd name="connsiteX8" fmla="*/ 319853 w 6841819"/>
                    <a:gd name="connsiteY8" fmla="*/ 2438405 h 6571112"/>
                    <a:gd name="connsiteX9" fmla="*/ 648900 w 6841819"/>
                    <a:gd name="connsiteY9" fmla="*/ 1158753 h 6571112"/>
                    <a:gd name="connsiteX10" fmla="*/ 650868 w 6841819"/>
                    <a:gd name="connsiteY10" fmla="*/ 1158191 h 6571112"/>
                    <a:gd name="connsiteX11" fmla="*/ 1011836 w 6841819"/>
                    <a:gd name="connsiteY11" fmla="*/ 1057690 h 6571112"/>
                    <a:gd name="connsiteX12" fmla="*/ 1292059 w 6841819"/>
                    <a:gd name="connsiteY12" fmla="*/ 500497 h 6571112"/>
                    <a:gd name="connsiteX13" fmla="*/ 1293303 w 6841819"/>
                    <a:gd name="connsiteY13" fmla="*/ 500016 h 6571112"/>
                    <a:gd name="connsiteX14" fmla="*/ 2449246 w 6841819"/>
                    <a:gd name="connsiteY14" fmla="*/ 38386 h 6571112"/>
                    <a:gd name="connsiteX15" fmla="*/ 2450089 w 6841819"/>
                    <a:gd name="connsiteY15" fmla="*/ 38466 h 6571112"/>
                    <a:gd name="connsiteX16" fmla="*/ 3112239 w 6841819"/>
                    <a:gd name="connsiteY16" fmla="*/ 96124 h 6571112"/>
                    <a:gd name="connsiteX17" fmla="*/ 4645452 w 6841819"/>
                    <a:gd name="connsiteY17" fmla="*/ 0 h 6571112"/>
                    <a:gd name="connsiteX18" fmla="*/ 4645894 w 6841819"/>
                    <a:gd name="connsiteY18" fmla="*/ 7067 h 6571112"/>
                    <a:gd name="connsiteX19" fmla="*/ 3112159 w 6841819"/>
                    <a:gd name="connsiteY19" fmla="*/ 103191 h 6571112"/>
                    <a:gd name="connsiteX20" fmla="*/ 2450330 w 6841819"/>
                    <a:gd name="connsiteY20" fmla="*/ 45573 h 6571112"/>
                    <a:gd name="connsiteX21" fmla="*/ 1297238 w 6841819"/>
                    <a:gd name="connsiteY21" fmla="*/ 506079 h 6571112"/>
                    <a:gd name="connsiteX22" fmla="*/ 1016815 w 6841819"/>
                    <a:gd name="connsiteY22" fmla="*/ 1063673 h 6571112"/>
                    <a:gd name="connsiteX23" fmla="*/ 1015289 w 6841819"/>
                    <a:gd name="connsiteY23" fmla="*/ 1064114 h 6571112"/>
                    <a:gd name="connsiteX24" fmla="*/ 654762 w 6841819"/>
                    <a:gd name="connsiteY24" fmla="*/ 1164495 h 6571112"/>
                    <a:gd name="connsiteX25" fmla="*/ 326478 w 6841819"/>
                    <a:gd name="connsiteY25" fmla="*/ 2441215 h 6571112"/>
                    <a:gd name="connsiteX26" fmla="*/ 326197 w 6841819"/>
                    <a:gd name="connsiteY26" fmla="*/ 2441657 h 6571112"/>
                    <a:gd name="connsiteX27" fmla="*/ 8312 w 6841819"/>
                    <a:gd name="connsiteY27" fmla="*/ 2958737 h 6571112"/>
                    <a:gd name="connsiteX28" fmla="*/ 486525 w 6841819"/>
                    <a:gd name="connsiteY28" fmla="*/ 3717534 h 6571112"/>
                    <a:gd name="connsiteX29" fmla="*/ 486003 w 6841819"/>
                    <a:gd name="connsiteY29" fmla="*/ 3719140 h 6571112"/>
                    <a:gd name="connsiteX30" fmla="*/ 245250 w 6841819"/>
                    <a:gd name="connsiteY30" fmla="*/ 4437223 h 6571112"/>
                    <a:gd name="connsiteX31" fmla="*/ 738921 w 6841819"/>
                    <a:gd name="connsiteY31" fmla="*/ 4735594 h 6571112"/>
                    <a:gd name="connsiteX32" fmla="*/ 736914 w 6841819"/>
                    <a:gd name="connsiteY32" fmla="*/ 4738645 h 6571112"/>
                    <a:gd name="connsiteX33" fmla="*/ 552334 w 6841819"/>
                    <a:gd name="connsiteY33" fmla="*/ 5021438 h 6571112"/>
                    <a:gd name="connsiteX34" fmla="*/ 3416392 w 6841819"/>
                    <a:gd name="connsiteY34" fmla="*/ 6563965 h 6571112"/>
                    <a:gd name="connsiteX35" fmla="*/ 3983181 w 6841819"/>
                    <a:gd name="connsiteY35" fmla="*/ 6517469 h 6571112"/>
                    <a:gd name="connsiteX36" fmla="*/ 5291702 w 6841819"/>
                    <a:gd name="connsiteY36" fmla="*/ 6007375 h 6571112"/>
                    <a:gd name="connsiteX37" fmla="*/ 5376183 w 6841819"/>
                    <a:gd name="connsiteY37" fmla="*/ 5814845 h 6571112"/>
                    <a:gd name="connsiteX38" fmla="*/ 5377949 w 6841819"/>
                    <a:gd name="connsiteY38" fmla="*/ 5814444 h 6571112"/>
                    <a:gd name="connsiteX39" fmla="*/ 5623520 w 6841819"/>
                    <a:gd name="connsiteY39" fmla="*/ 5760761 h 6571112"/>
                    <a:gd name="connsiteX40" fmla="*/ 6509118 w 6841819"/>
                    <a:gd name="connsiteY40" fmla="*/ 4614415 h 6571112"/>
                    <a:gd name="connsiteX41" fmla="*/ 6011953 w 6841819"/>
                    <a:gd name="connsiteY41" fmla="*/ 5363012 h 6571112"/>
                    <a:gd name="connsiteX42" fmla="*/ 6169430 w 6841819"/>
                    <a:gd name="connsiteY42" fmla="*/ 4807547 h 6571112"/>
                    <a:gd name="connsiteX43" fmla="*/ 5186343 w 6841819"/>
                    <a:gd name="connsiteY43" fmla="*/ 5090901 h 6571112"/>
                    <a:gd name="connsiteX44" fmla="*/ 5184375 w 6841819"/>
                    <a:gd name="connsiteY44" fmla="*/ 5084115 h 6571112"/>
                    <a:gd name="connsiteX45" fmla="*/ 6171839 w 6841819"/>
                    <a:gd name="connsiteY45" fmla="*/ 4799516 h 6571112"/>
                    <a:gd name="connsiteX46" fmla="*/ 6422871 w 6841819"/>
                    <a:gd name="connsiteY46" fmla="*/ 4079064 h 6571112"/>
                    <a:gd name="connsiteX47" fmla="*/ 6317391 w 6841819"/>
                    <a:gd name="connsiteY47" fmla="*/ 3495934 h 6571112"/>
                    <a:gd name="connsiteX48" fmla="*/ 6318555 w 6841819"/>
                    <a:gd name="connsiteY48" fmla="*/ 3494649 h 6571112"/>
                    <a:gd name="connsiteX49" fmla="*/ 6824233 w 6841819"/>
                    <a:gd name="connsiteY49" fmla="*/ 2924889 h 6571112"/>
                    <a:gd name="connsiteX50" fmla="*/ 6476835 w 6841819"/>
                    <a:gd name="connsiteY50" fmla="*/ 2406845 h 6571112"/>
                    <a:gd name="connsiteX51" fmla="*/ 6477277 w 6841819"/>
                    <a:gd name="connsiteY51" fmla="*/ 2405279 h 6571112"/>
                    <a:gd name="connsiteX52" fmla="*/ 6607129 w 6841819"/>
                    <a:gd name="connsiteY52" fmla="*/ 1951037 h 6571112"/>
                    <a:gd name="connsiteX53" fmla="*/ 6196452 w 6841819"/>
                    <a:gd name="connsiteY53" fmla="*/ 1619580 h 6571112"/>
                    <a:gd name="connsiteX54" fmla="*/ 6265073 w 6841819"/>
                    <a:gd name="connsiteY54" fmla="*/ 1273468 h 6571112"/>
                    <a:gd name="connsiteX55" fmla="*/ 6269810 w 6841819"/>
                    <a:gd name="connsiteY55" fmla="*/ 1280575 h 6571112"/>
                    <a:gd name="connsiteX56" fmla="*/ 6841819 w 6841819"/>
                    <a:gd name="connsiteY56" fmla="*/ 3165441 h 6571112"/>
                    <a:gd name="connsiteX57" fmla="*/ 5627335 w 6841819"/>
                    <a:gd name="connsiteY57" fmla="*/ 5766783 h 6571112"/>
                    <a:gd name="connsiteX58" fmla="*/ 5625809 w 6841819"/>
                    <a:gd name="connsiteY58" fmla="*/ 5767546 h 6571112"/>
                    <a:gd name="connsiteX59" fmla="*/ 5381162 w 6841819"/>
                    <a:gd name="connsiteY59" fmla="*/ 5821029 h 6571112"/>
                    <a:gd name="connsiteX60" fmla="*/ 5297283 w 6841819"/>
                    <a:gd name="connsiteY60" fmla="*/ 6012234 h 6571112"/>
                    <a:gd name="connsiteX61" fmla="*/ 5296400 w 6841819"/>
                    <a:gd name="connsiteY61" fmla="*/ 6012796 h 6571112"/>
                    <a:gd name="connsiteX62" fmla="*/ 3984306 w 6841819"/>
                    <a:gd name="connsiteY62" fmla="*/ 6524536 h 6571112"/>
                    <a:gd name="connsiteX63" fmla="*/ 3416352 w 6841819"/>
                    <a:gd name="connsiteY63" fmla="*/ 6571113 h 6571112"/>
                    <a:gd name="connsiteX64" fmla="*/ 6177581 w 6841819"/>
                    <a:gd name="connsiteY64" fmla="*/ 4804656 h 6571112"/>
                    <a:gd name="connsiteX65" fmla="*/ 6031065 w 6841819"/>
                    <a:gd name="connsiteY65" fmla="*/ 5321334 h 6571112"/>
                    <a:gd name="connsiteX66" fmla="*/ 6507552 w 6841819"/>
                    <a:gd name="connsiteY66" fmla="*/ 4603854 h 6571112"/>
                    <a:gd name="connsiteX67" fmla="*/ 6177581 w 6841819"/>
                    <a:gd name="connsiteY67" fmla="*/ 4804696 h 6571112"/>
                    <a:gd name="connsiteX68" fmla="*/ 6425400 w 6841819"/>
                    <a:gd name="connsiteY68" fmla="*/ 4093158 h 6571112"/>
                    <a:gd name="connsiteX69" fmla="*/ 6181154 w 6841819"/>
                    <a:gd name="connsiteY69" fmla="*/ 4794176 h 6571112"/>
                    <a:gd name="connsiteX70" fmla="*/ 6515422 w 6841819"/>
                    <a:gd name="connsiteY70" fmla="*/ 4590765 h 6571112"/>
                    <a:gd name="connsiteX71" fmla="*/ 6425400 w 6841819"/>
                    <a:gd name="connsiteY71" fmla="*/ 4093158 h 6571112"/>
                    <a:gd name="connsiteX72" fmla="*/ 6827886 w 6841819"/>
                    <a:gd name="connsiteY72" fmla="*/ 2948498 h 6571112"/>
                    <a:gd name="connsiteX73" fmla="*/ 6525299 w 6841819"/>
                    <a:gd name="connsiteY73" fmla="*/ 4579562 h 6571112"/>
                    <a:gd name="connsiteX74" fmla="*/ 6834752 w 6841819"/>
                    <a:gd name="connsiteY74" fmla="*/ 3165401 h 6571112"/>
                    <a:gd name="connsiteX75" fmla="*/ 6827886 w 6841819"/>
                    <a:gd name="connsiteY75" fmla="*/ 2948539 h 6571112"/>
                    <a:gd name="connsiteX76" fmla="*/ 6430138 w 6841819"/>
                    <a:gd name="connsiteY76" fmla="*/ 4079586 h 6571112"/>
                    <a:gd name="connsiteX77" fmla="*/ 6519357 w 6841819"/>
                    <a:gd name="connsiteY77" fmla="*/ 4572897 h 6571112"/>
                    <a:gd name="connsiteX78" fmla="*/ 6816684 w 6841819"/>
                    <a:gd name="connsiteY78" fmla="*/ 2970221 h 6571112"/>
                    <a:gd name="connsiteX79" fmla="*/ 6430138 w 6841819"/>
                    <a:gd name="connsiteY79" fmla="*/ 4079586 h 6571112"/>
                    <a:gd name="connsiteX80" fmla="*/ 6324939 w 6841819"/>
                    <a:gd name="connsiteY80" fmla="*/ 3498022 h 6571112"/>
                    <a:gd name="connsiteX81" fmla="*/ 6427569 w 6841819"/>
                    <a:gd name="connsiteY81" fmla="*/ 4065453 h 6571112"/>
                    <a:gd name="connsiteX82" fmla="*/ 6819414 w 6841819"/>
                    <a:gd name="connsiteY82" fmla="*/ 2940869 h 6571112"/>
                    <a:gd name="connsiteX83" fmla="*/ 6324939 w 6841819"/>
                    <a:gd name="connsiteY83" fmla="*/ 3498022 h 6571112"/>
                    <a:gd name="connsiteX84" fmla="*/ 6484505 w 6841819"/>
                    <a:gd name="connsiteY84" fmla="*/ 2405560 h 6571112"/>
                    <a:gd name="connsiteX85" fmla="*/ 6825557 w 6841819"/>
                    <a:gd name="connsiteY85" fmla="*/ 2914168 h 6571112"/>
                    <a:gd name="connsiteX86" fmla="*/ 6612590 w 6841819"/>
                    <a:gd name="connsiteY86" fmla="*/ 1957501 h 6571112"/>
                    <a:gd name="connsiteX87" fmla="*/ 6484505 w 6841819"/>
                    <a:gd name="connsiteY87" fmla="*/ 2405560 h 6571112"/>
                    <a:gd name="connsiteX88" fmla="*/ 6204202 w 6841819"/>
                    <a:gd name="connsiteY88" fmla="*/ 1616689 h 6571112"/>
                    <a:gd name="connsiteX89" fmla="*/ 6606326 w 6841819"/>
                    <a:gd name="connsiteY89" fmla="*/ 1941200 h 6571112"/>
                    <a:gd name="connsiteX90" fmla="*/ 6268686 w 6841819"/>
                    <a:gd name="connsiteY90" fmla="*/ 1291536 h 6571112"/>
                    <a:gd name="connsiteX91" fmla="*/ 6204202 w 6841819"/>
                    <a:gd name="connsiteY91" fmla="*/ 1616689 h 657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841819" h="6571112">
                      <a:moveTo>
                        <a:pt x="3416392" y="6571032"/>
                      </a:moveTo>
                      <a:cubicBezTo>
                        <a:pt x="2254226" y="6571032"/>
                        <a:pt x="1180837" y="5992479"/>
                        <a:pt x="545147" y="5023365"/>
                      </a:cubicBezTo>
                      <a:lnTo>
                        <a:pt x="543862" y="5021438"/>
                      </a:lnTo>
                      <a:lnTo>
                        <a:pt x="729004" y="4737842"/>
                      </a:lnTo>
                      <a:lnTo>
                        <a:pt x="236738" y="4440355"/>
                      </a:lnTo>
                      <a:lnTo>
                        <a:pt x="237661" y="4437664"/>
                      </a:lnTo>
                      <a:lnTo>
                        <a:pt x="478775" y="3718458"/>
                      </a:lnTo>
                      <a:lnTo>
                        <a:pt x="0" y="2958777"/>
                      </a:lnTo>
                      <a:lnTo>
                        <a:pt x="319853" y="2438405"/>
                      </a:lnTo>
                      <a:lnTo>
                        <a:pt x="648900" y="1158753"/>
                      </a:lnTo>
                      <a:lnTo>
                        <a:pt x="650868" y="1158191"/>
                      </a:lnTo>
                      <a:lnTo>
                        <a:pt x="1011836" y="1057690"/>
                      </a:lnTo>
                      <a:lnTo>
                        <a:pt x="1292059" y="500497"/>
                      </a:lnTo>
                      <a:lnTo>
                        <a:pt x="1293303" y="500016"/>
                      </a:lnTo>
                      <a:lnTo>
                        <a:pt x="2449246" y="38386"/>
                      </a:lnTo>
                      <a:lnTo>
                        <a:pt x="2450089" y="38466"/>
                      </a:lnTo>
                      <a:lnTo>
                        <a:pt x="3112239" y="96124"/>
                      </a:lnTo>
                      <a:lnTo>
                        <a:pt x="4645452" y="0"/>
                      </a:lnTo>
                      <a:lnTo>
                        <a:pt x="4645894" y="7067"/>
                      </a:lnTo>
                      <a:lnTo>
                        <a:pt x="3112159" y="103191"/>
                      </a:lnTo>
                      <a:lnTo>
                        <a:pt x="2450330" y="45573"/>
                      </a:lnTo>
                      <a:lnTo>
                        <a:pt x="1297238" y="506079"/>
                      </a:lnTo>
                      <a:lnTo>
                        <a:pt x="1016815" y="1063673"/>
                      </a:lnTo>
                      <a:lnTo>
                        <a:pt x="1015289" y="1064114"/>
                      </a:lnTo>
                      <a:lnTo>
                        <a:pt x="654762" y="1164495"/>
                      </a:lnTo>
                      <a:lnTo>
                        <a:pt x="326478" y="2441215"/>
                      </a:lnTo>
                      <a:lnTo>
                        <a:pt x="326197" y="2441657"/>
                      </a:lnTo>
                      <a:lnTo>
                        <a:pt x="8312" y="2958737"/>
                      </a:lnTo>
                      <a:lnTo>
                        <a:pt x="486525" y="3717534"/>
                      </a:lnTo>
                      <a:lnTo>
                        <a:pt x="486003" y="3719140"/>
                      </a:lnTo>
                      <a:lnTo>
                        <a:pt x="245250" y="4437223"/>
                      </a:lnTo>
                      <a:lnTo>
                        <a:pt x="738921" y="4735594"/>
                      </a:lnTo>
                      <a:lnTo>
                        <a:pt x="736914" y="4738645"/>
                      </a:lnTo>
                      <a:lnTo>
                        <a:pt x="552334" y="5021438"/>
                      </a:lnTo>
                      <a:cubicBezTo>
                        <a:pt x="1186900" y="5987339"/>
                        <a:pt x="2257398" y="6563965"/>
                        <a:pt x="3416392" y="6563965"/>
                      </a:cubicBezTo>
                      <a:cubicBezTo>
                        <a:pt x="3606433" y="6563965"/>
                        <a:pt x="3797156" y="6548306"/>
                        <a:pt x="3983181" y="6517469"/>
                      </a:cubicBezTo>
                      <a:cubicBezTo>
                        <a:pt x="4452762" y="6439574"/>
                        <a:pt x="4892990" y="6267963"/>
                        <a:pt x="5291702" y="6007375"/>
                      </a:cubicBezTo>
                      <a:lnTo>
                        <a:pt x="5376183" y="5814845"/>
                      </a:lnTo>
                      <a:lnTo>
                        <a:pt x="5377949" y="5814444"/>
                      </a:lnTo>
                      <a:lnTo>
                        <a:pt x="5623520" y="5760761"/>
                      </a:lnTo>
                      <a:cubicBezTo>
                        <a:pt x="6003039" y="5441430"/>
                        <a:pt x="6302776" y="5049625"/>
                        <a:pt x="6509118" y="4614415"/>
                      </a:cubicBezTo>
                      <a:lnTo>
                        <a:pt x="6011953" y="5363012"/>
                      </a:lnTo>
                      <a:lnTo>
                        <a:pt x="6169430" y="4807547"/>
                      </a:lnTo>
                      <a:lnTo>
                        <a:pt x="5186343" y="5090901"/>
                      </a:lnTo>
                      <a:lnTo>
                        <a:pt x="5184375" y="5084115"/>
                      </a:lnTo>
                      <a:lnTo>
                        <a:pt x="6171839" y="4799516"/>
                      </a:lnTo>
                      <a:lnTo>
                        <a:pt x="6422871" y="4079064"/>
                      </a:lnTo>
                      <a:lnTo>
                        <a:pt x="6317391" y="3495934"/>
                      </a:lnTo>
                      <a:lnTo>
                        <a:pt x="6318555" y="3494649"/>
                      </a:lnTo>
                      <a:lnTo>
                        <a:pt x="6824233" y="2924889"/>
                      </a:lnTo>
                      <a:lnTo>
                        <a:pt x="6476835" y="2406845"/>
                      </a:lnTo>
                      <a:lnTo>
                        <a:pt x="6477277" y="2405279"/>
                      </a:lnTo>
                      <a:lnTo>
                        <a:pt x="6607129" y="1951037"/>
                      </a:lnTo>
                      <a:lnTo>
                        <a:pt x="6196452" y="1619580"/>
                      </a:lnTo>
                      <a:lnTo>
                        <a:pt x="6265073" y="1273468"/>
                      </a:lnTo>
                      <a:lnTo>
                        <a:pt x="6269810" y="1280575"/>
                      </a:lnTo>
                      <a:cubicBezTo>
                        <a:pt x="6644029" y="1839454"/>
                        <a:pt x="6841819" y="2491245"/>
                        <a:pt x="6841819" y="3165441"/>
                      </a:cubicBezTo>
                      <a:cubicBezTo>
                        <a:pt x="6841819" y="4169528"/>
                        <a:pt x="6399141" y="5117682"/>
                        <a:pt x="5627335" y="5766783"/>
                      </a:cubicBezTo>
                      <a:lnTo>
                        <a:pt x="5625809" y="5767546"/>
                      </a:lnTo>
                      <a:lnTo>
                        <a:pt x="5381162" y="5821029"/>
                      </a:lnTo>
                      <a:lnTo>
                        <a:pt x="5297283" y="6012234"/>
                      </a:lnTo>
                      <a:lnTo>
                        <a:pt x="5296400" y="6012796"/>
                      </a:lnTo>
                      <a:cubicBezTo>
                        <a:pt x="4896644" y="6274267"/>
                        <a:pt x="4455171" y="6446440"/>
                        <a:pt x="3984306" y="6524536"/>
                      </a:cubicBezTo>
                      <a:cubicBezTo>
                        <a:pt x="3797879" y="6555453"/>
                        <a:pt x="3606794" y="6571113"/>
                        <a:pt x="3416352" y="6571113"/>
                      </a:cubicBezTo>
                      <a:close/>
                      <a:moveTo>
                        <a:pt x="6177581" y="4804656"/>
                      </a:moveTo>
                      <a:lnTo>
                        <a:pt x="6031065" y="5321334"/>
                      </a:lnTo>
                      <a:lnTo>
                        <a:pt x="6507552" y="4603854"/>
                      </a:lnTo>
                      <a:lnTo>
                        <a:pt x="6177581" y="4804696"/>
                      </a:lnTo>
                      <a:close/>
                      <a:moveTo>
                        <a:pt x="6425400" y="4093158"/>
                      </a:moveTo>
                      <a:lnTo>
                        <a:pt x="6181154" y="4794176"/>
                      </a:lnTo>
                      <a:lnTo>
                        <a:pt x="6515422" y="4590765"/>
                      </a:lnTo>
                      <a:lnTo>
                        <a:pt x="6425400" y="4093158"/>
                      </a:lnTo>
                      <a:close/>
                      <a:moveTo>
                        <a:pt x="6827886" y="2948498"/>
                      </a:moveTo>
                      <a:lnTo>
                        <a:pt x="6525299" y="4579562"/>
                      </a:lnTo>
                      <a:cubicBezTo>
                        <a:pt x="6727064" y="4141221"/>
                        <a:pt x="6834752" y="3660156"/>
                        <a:pt x="6834752" y="3165401"/>
                      </a:cubicBezTo>
                      <a:cubicBezTo>
                        <a:pt x="6834752" y="3092846"/>
                        <a:pt x="6832464" y="3020491"/>
                        <a:pt x="6827886" y="2948539"/>
                      </a:cubicBezTo>
                      <a:close/>
                      <a:moveTo>
                        <a:pt x="6430138" y="4079586"/>
                      </a:moveTo>
                      <a:lnTo>
                        <a:pt x="6519357" y="4572897"/>
                      </a:lnTo>
                      <a:lnTo>
                        <a:pt x="6816684" y="2970221"/>
                      </a:lnTo>
                      <a:lnTo>
                        <a:pt x="6430138" y="4079586"/>
                      </a:lnTo>
                      <a:close/>
                      <a:moveTo>
                        <a:pt x="6324939" y="3498022"/>
                      </a:moveTo>
                      <a:lnTo>
                        <a:pt x="6427569" y="4065453"/>
                      </a:lnTo>
                      <a:lnTo>
                        <a:pt x="6819414" y="2940869"/>
                      </a:lnTo>
                      <a:lnTo>
                        <a:pt x="6324939" y="3498022"/>
                      </a:lnTo>
                      <a:close/>
                      <a:moveTo>
                        <a:pt x="6484505" y="2405560"/>
                      </a:moveTo>
                      <a:lnTo>
                        <a:pt x="6825557" y="2914168"/>
                      </a:lnTo>
                      <a:cubicBezTo>
                        <a:pt x="6801305" y="2584800"/>
                        <a:pt x="6729473" y="2263140"/>
                        <a:pt x="6612590" y="1957501"/>
                      </a:cubicBezTo>
                      <a:lnTo>
                        <a:pt x="6484505" y="2405560"/>
                      </a:lnTo>
                      <a:close/>
                      <a:moveTo>
                        <a:pt x="6204202" y="1616689"/>
                      </a:moveTo>
                      <a:lnTo>
                        <a:pt x="6606326" y="1941200"/>
                      </a:lnTo>
                      <a:cubicBezTo>
                        <a:pt x="6518272" y="1714540"/>
                        <a:pt x="6405364" y="1496755"/>
                        <a:pt x="6268686" y="1291536"/>
                      </a:cubicBezTo>
                      <a:lnTo>
                        <a:pt x="6204202" y="1616689"/>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78" name="Freeform: Shape 1277">
                  <a:extLst>
                    <a:ext uri="{FF2B5EF4-FFF2-40B4-BE49-F238E27FC236}">
                      <a16:creationId xmlns:a16="http://schemas.microsoft.com/office/drawing/2014/main" id="{8D600A7D-6B64-FB96-DE7C-6DCC45B2D71A}"/>
                    </a:ext>
                  </a:extLst>
                </p:cNvPr>
                <p:cNvSpPr/>
                <p:nvPr/>
              </p:nvSpPr>
              <p:spPr>
                <a:xfrm rot="-3706800">
                  <a:off x="3977289" y="4634390"/>
                  <a:ext cx="7106" cy="1310929"/>
                </a:xfrm>
                <a:custGeom>
                  <a:avLst/>
                  <a:gdLst>
                    <a:gd name="connsiteX0" fmla="*/ 0 w 7106"/>
                    <a:gd name="connsiteY0" fmla="*/ 0 h 1310929"/>
                    <a:gd name="connsiteX1" fmla="*/ 7107 w 7106"/>
                    <a:gd name="connsiteY1" fmla="*/ 0 h 1310929"/>
                    <a:gd name="connsiteX2" fmla="*/ 7107 w 7106"/>
                    <a:gd name="connsiteY2" fmla="*/ 1310930 h 1310929"/>
                    <a:gd name="connsiteX3" fmla="*/ 0 w 7106"/>
                    <a:gd name="connsiteY3" fmla="*/ 1310930 h 1310929"/>
                  </a:gdLst>
                  <a:ahLst/>
                  <a:cxnLst>
                    <a:cxn ang="0">
                      <a:pos x="connsiteX0" y="connsiteY0"/>
                    </a:cxn>
                    <a:cxn ang="0">
                      <a:pos x="connsiteX1" y="connsiteY1"/>
                    </a:cxn>
                    <a:cxn ang="0">
                      <a:pos x="connsiteX2" y="connsiteY2"/>
                    </a:cxn>
                    <a:cxn ang="0">
                      <a:pos x="connsiteX3" y="connsiteY3"/>
                    </a:cxn>
                  </a:cxnLst>
                  <a:rect l="l" t="t" r="r" b="b"/>
                  <a:pathLst>
                    <a:path w="7106" h="1310929">
                      <a:moveTo>
                        <a:pt x="0" y="0"/>
                      </a:moveTo>
                      <a:lnTo>
                        <a:pt x="7107" y="0"/>
                      </a:lnTo>
                      <a:lnTo>
                        <a:pt x="7107" y="1310930"/>
                      </a:lnTo>
                      <a:lnTo>
                        <a:pt x="0" y="1310930"/>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79" name="Freeform: Shape 1278">
                  <a:extLst>
                    <a:ext uri="{FF2B5EF4-FFF2-40B4-BE49-F238E27FC236}">
                      <a16:creationId xmlns:a16="http://schemas.microsoft.com/office/drawing/2014/main" id="{8AD29217-62B0-0D17-C950-376B24FFA86C}"/>
                    </a:ext>
                  </a:extLst>
                </p:cNvPr>
                <p:cNvSpPr/>
                <p:nvPr/>
              </p:nvSpPr>
              <p:spPr>
                <a:xfrm>
                  <a:off x="4856340" y="6211709"/>
                  <a:ext cx="2795879" cy="600315"/>
                </a:xfrm>
                <a:custGeom>
                  <a:avLst/>
                  <a:gdLst>
                    <a:gd name="connsiteX0" fmla="*/ 1017618 w 2795879"/>
                    <a:gd name="connsiteY0" fmla="*/ 600316 h 600315"/>
                    <a:gd name="connsiteX1" fmla="*/ 1014968 w 2795879"/>
                    <a:gd name="connsiteY1" fmla="*/ 598750 h 600315"/>
                    <a:gd name="connsiteX2" fmla="*/ 0 w 2795879"/>
                    <a:gd name="connsiteY2" fmla="*/ 6103 h 600315"/>
                    <a:gd name="connsiteX3" fmla="*/ 3533 w 2795879"/>
                    <a:gd name="connsiteY3" fmla="*/ 0 h 600315"/>
                    <a:gd name="connsiteX4" fmla="*/ 1015851 w 2795879"/>
                    <a:gd name="connsiteY4" fmla="*/ 591121 h 600315"/>
                    <a:gd name="connsiteX5" fmla="*/ 1469572 w 2795879"/>
                    <a:gd name="connsiteY5" fmla="*/ 18470 h 600315"/>
                    <a:gd name="connsiteX6" fmla="*/ 1471579 w 2795879"/>
                    <a:gd name="connsiteY6" fmla="*/ 18791 h 600315"/>
                    <a:gd name="connsiteX7" fmla="*/ 2795880 w 2795879"/>
                    <a:gd name="connsiteY7" fmla="*/ 215778 h 600315"/>
                    <a:gd name="connsiteX8" fmla="*/ 2794836 w 2795879"/>
                    <a:gd name="connsiteY8" fmla="*/ 222805 h 600315"/>
                    <a:gd name="connsiteX9" fmla="*/ 1472583 w 2795879"/>
                    <a:gd name="connsiteY9" fmla="*/ 26099 h 600315"/>
                    <a:gd name="connsiteX10" fmla="*/ 1017618 w 2795879"/>
                    <a:gd name="connsiteY10" fmla="*/ 600316 h 60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95879" h="600315">
                      <a:moveTo>
                        <a:pt x="1017618" y="600316"/>
                      </a:moveTo>
                      <a:lnTo>
                        <a:pt x="1014968" y="598750"/>
                      </a:lnTo>
                      <a:lnTo>
                        <a:pt x="0" y="6103"/>
                      </a:lnTo>
                      <a:lnTo>
                        <a:pt x="3533" y="0"/>
                      </a:lnTo>
                      <a:lnTo>
                        <a:pt x="1015851" y="591121"/>
                      </a:lnTo>
                      <a:lnTo>
                        <a:pt x="1469572" y="18470"/>
                      </a:lnTo>
                      <a:lnTo>
                        <a:pt x="1471579" y="18791"/>
                      </a:lnTo>
                      <a:lnTo>
                        <a:pt x="2795880" y="215778"/>
                      </a:lnTo>
                      <a:lnTo>
                        <a:pt x="2794836" y="222805"/>
                      </a:lnTo>
                      <a:lnTo>
                        <a:pt x="1472583" y="26099"/>
                      </a:lnTo>
                      <a:lnTo>
                        <a:pt x="1017618" y="600316"/>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80" name="Freeform: Shape 1279">
                  <a:extLst>
                    <a:ext uri="{FF2B5EF4-FFF2-40B4-BE49-F238E27FC236}">
                      <a16:creationId xmlns:a16="http://schemas.microsoft.com/office/drawing/2014/main" id="{FF280621-4A8E-FF0E-C339-89D264B1B7F9}"/>
                    </a:ext>
                  </a:extLst>
                </p:cNvPr>
                <p:cNvSpPr/>
                <p:nvPr/>
              </p:nvSpPr>
              <p:spPr>
                <a:xfrm>
                  <a:off x="2747344" y="2682369"/>
                  <a:ext cx="6098802" cy="3555158"/>
                </a:xfrm>
                <a:custGeom>
                  <a:avLst/>
                  <a:gdLst>
                    <a:gd name="connsiteX0" fmla="*/ 3580495 w 6098802"/>
                    <a:gd name="connsiteY0" fmla="*/ 3555158 h 3555158"/>
                    <a:gd name="connsiteX1" fmla="*/ 3580013 w 6098802"/>
                    <a:gd name="connsiteY1" fmla="*/ 3555158 h 3555158"/>
                    <a:gd name="connsiteX2" fmla="*/ 2108554 w 6098802"/>
                    <a:gd name="connsiteY2" fmla="*/ 3535926 h 3555158"/>
                    <a:gd name="connsiteX3" fmla="*/ 2107590 w 6098802"/>
                    <a:gd name="connsiteY3" fmla="*/ 3533958 h 3555158"/>
                    <a:gd name="connsiteX4" fmla="*/ 1809300 w 6098802"/>
                    <a:gd name="connsiteY4" fmla="*/ 2921717 h 3555158"/>
                    <a:gd name="connsiteX5" fmla="*/ 992924 w 6098802"/>
                    <a:gd name="connsiteY5" fmla="*/ 3209889 h 3555158"/>
                    <a:gd name="connsiteX6" fmla="*/ 991359 w 6098802"/>
                    <a:gd name="connsiteY6" fmla="*/ 3207641 h 3555158"/>
                    <a:gd name="connsiteX7" fmla="*/ 159404 w 6098802"/>
                    <a:gd name="connsiteY7" fmla="*/ 2000585 h 3555158"/>
                    <a:gd name="connsiteX8" fmla="*/ 159445 w 6098802"/>
                    <a:gd name="connsiteY8" fmla="*/ 1999380 h 3555158"/>
                    <a:gd name="connsiteX9" fmla="*/ 239187 w 6098802"/>
                    <a:gd name="connsiteY9" fmla="*/ 59144 h 3555158"/>
                    <a:gd name="connsiteX10" fmla="*/ 6986 w 6098802"/>
                    <a:gd name="connsiteY10" fmla="*/ 1485954 h 3555158"/>
                    <a:gd name="connsiteX11" fmla="*/ 0 w 6098802"/>
                    <a:gd name="connsiteY11" fmla="*/ 1484789 h 3555158"/>
                    <a:gd name="connsiteX12" fmla="*/ 241636 w 6098802"/>
                    <a:gd name="connsiteY12" fmla="*/ 0 h 3555158"/>
                    <a:gd name="connsiteX13" fmla="*/ 248663 w 6098802"/>
                    <a:gd name="connsiteY13" fmla="*/ 723 h 3555158"/>
                    <a:gd name="connsiteX14" fmla="*/ 166551 w 6098802"/>
                    <a:gd name="connsiteY14" fmla="*/ 1998497 h 3555158"/>
                    <a:gd name="connsiteX15" fmla="*/ 995655 w 6098802"/>
                    <a:gd name="connsiteY15" fmla="*/ 3201377 h 3555158"/>
                    <a:gd name="connsiteX16" fmla="*/ 1812913 w 6098802"/>
                    <a:gd name="connsiteY16" fmla="*/ 2912924 h 3555158"/>
                    <a:gd name="connsiteX17" fmla="*/ 2112971 w 6098802"/>
                    <a:gd name="connsiteY17" fmla="*/ 3528899 h 3555158"/>
                    <a:gd name="connsiteX18" fmla="*/ 3579652 w 6098802"/>
                    <a:gd name="connsiteY18" fmla="*/ 3548092 h 3555158"/>
                    <a:gd name="connsiteX19" fmla="*/ 5163697 w 6098802"/>
                    <a:gd name="connsiteY19" fmla="*/ 3135166 h 3555158"/>
                    <a:gd name="connsiteX20" fmla="*/ 6094265 w 6098802"/>
                    <a:gd name="connsiteY20" fmla="*/ 2360389 h 3555158"/>
                    <a:gd name="connsiteX21" fmla="*/ 6098802 w 6098802"/>
                    <a:gd name="connsiteY21" fmla="*/ 2365850 h 3555158"/>
                    <a:gd name="connsiteX22" fmla="*/ 5166989 w 6098802"/>
                    <a:gd name="connsiteY22" fmla="*/ 3141590 h 3555158"/>
                    <a:gd name="connsiteX23" fmla="*/ 5166267 w 6098802"/>
                    <a:gd name="connsiteY23" fmla="*/ 3141791 h 3555158"/>
                    <a:gd name="connsiteX24" fmla="*/ 3580495 w 6098802"/>
                    <a:gd name="connsiteY24" fmla="*/ 3555158 h 3555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98802" h="3555158">
                      <a:moveTo>
                        <a:pt x="3580495" y="3555158"/>
                      </a:moveTo>
                      <a:lnTo>
                        <a:pt x="3580013" y="3555158"/>
                      </a:lnTo>
                      <a:lnTo>
                        <a:pt x="2108554" y="3535926"/>
                      </a:lnTo>
                      <a:lnTo>
                        <a:pt x="2107590" y="3533958"/>
                      </a:lnTo>
                      <a:lnTo>
                        <a:pt x="1809300" y="2921717"/>
                      </a:lnTo>
                      <a:lnTo>
                        <a:pt x="992924" y="3209889"/>
                      </a:lnTo>
                      <a:lnTo>
                        <a:pt x="991359" y="3207641"/>
                      </a:lnTo>
                      <a:lnTo>
                        <a:pt x="159404" y="2000585"/>
                      </a:lnTo>
                      <a:lnTo>
                        <a:pt x="159445" y="1999380"/>
                      </a:lnTo>
                      <a:lnTo>
                        <a:pt x="239187" y="59144"/>
                      </a:lnTo>
                      <a:lnTo>
                        <a:pt x="6986" y="1485954"/>
                      </a:lnTo>
                      <a:lnTo>
                        <a:pt x="0" y="1484789"/>
                      </a:lnTo>
                      <a:lnTo>
                        <a:pt x="241636" y="0"/>
                      </a:lnTo>
                      <a:lnTo>
                        <a:pt x="248663" y="723"/>
                      </a:lnTo>
                      <a:lnTo>
                        <a:pt x="166551" y="1998497"/>
                      </a:lnTo>
                      <a:lnTo>
                        <a:pt x="995655" y="3201377"/>
                      </a:lnTo>
                      <a:lnTo>
                        <a:pt x="1812913" y="2912924"/>
                      </a:lnTo>
                      <a:lnTo>
                        <a:pt x="2112971" y="3528899"/>
                      </a:lnTo>
                      <a:lnTo>
                        <a:pt x="3579652" y="3548092"/>
                      </a:lnTo>
                      <a:lnTo>
                        <a:pt x="5163697" y="3135166"/>
                      </a:lnTo>
                      <a:lnTo>
                        <a:pt x="6094265" y="2360389"/>
                      </a:lnTo>
                      <a:lnTo>
                        <a:pt x="6098802" y="2365850"/>
                      </a:lnTo>
                      <a:lnTo>
                        <a:pt x="5166989" y="3141590"/>
                      </a:lnTo>
                      <a:lnTo>
                        <a:pt x="5166267" y="3141791"/>
                      </a:lnTo>
                      <a:lnTo>
                        <a:pt x="3580495" y="3555158"/>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81" name="Freeform: Shape 1280">
                  <a:extLst>
                    <a:ext uri="{FF2B5EF4-FFF2-40B4-BE49-F238E27FC236}">
                      <a16:creationId xmlns:a16="http://schemas.microsoft.com/office/drawing/2014/main" id="{44F0C56F-6DD0-87C4-5EA5-352BFFECEF95}"/>
                    </a:ext>
                  </a:extLst>
                </p:cNvPr>
                <p:cNvSpPr/>
                <p:nvPr/>
              </p:nvSpPr>
              <p:spPr>
                <a:xfrm>
                  <a:off x="8566606" y="3328338"/>
                  <a:ext cx="313026" cy="1740358"/>
                </a:xfrm>
                <a:custGeom>
                  <a:avLst/>
                  <a:gdLst>
                    <a:gd name="connsiteX0" fmla="*/ 280383 w 313026"/>
                    <a:gd name="connsiteY0" fmla="*/ 1740358 h 1740358"/>
                    <a:gd name="connsiteX1" fmla="*/ 0 w 313026"/>
                    <a:gd name="connsiteY1" fmla="*/ 782728 h 1740358"/>
                    <a:gd name="connsiteX2" fmla="*/ 6826 w 313026"/>
                    <a:gd name="connsiteY2" fmla="*/ 780720 h 1740358"/>
                    <a:gd name="connsiteX3" fmla="*/ 274159 w 313026"/>
                    <a:gd name="connsiteY3" fmla="*/ 1693942 h 1740358"/>
                    <a:gd name="connsiteX4" fmla="*/ 305960 w 313026"/>
                    <a:gd name="connsiteY4" fmla="*/ 0 h 1740358"/>
                    <a:gd name="connsiteX5" fmla="*/ 313027 w 313026"/>
                    <a:gd name="connsiteY5" fmla="*/ 161 h 1740358"/>
                    <a:gd name="connsiteX6" fmla="*/ 280383 w 313026"/>
                    <a:gd name="connsiteY6" fmla="*/ 1740358 h 174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3026" h="1740358">
                      <a:moveTo>
                        <a:pt x="280383" y="1740358"/>
                      </a:moveTo>
                      <a:lnTo>
                        <a:pt x="0" y="782728"/>
                      </a:lnTo>
                      <a:lnTo>
                        <a:pt x="6826" y="780720"/>
                      </a:lnTo>
                      <a:lnTo>
                        <a:pt x="274159" y="1693942"/>
                      </a:lnTo>
                      <a:lnTo>
                        <a:pt x="305960" y="0"/>
                      </a:lnTo>
                      <a:lnTo>
                        <a:pt x="313027" y="161"/>
                      </a:lnTo>
                      <a:lnTo>
                        <a:pt x="280383" y="1740358"/>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82" name="Freeform: Shape 1281">
                  <a:extLst>
                    <a:ext uri="{FF2B5EF4-FFF2-40B4-BE49-F238E27FC236}">
                      <a16:creationId xmlns:a16="http://schemas.microsoft.com/office/drawing/2014/main" id="{9B7A81F9-2106-FF14-F6C6-5C1DF4E1BB80}"/>
                    </a:ext>
                  </a:extLst>
                </p:cNvPr>
                <p:cNvSpPr/>
                <p:nvPr/>
              </p:nvSpPr>
              <p:spPr>
                <a:xfrm>
                  <a:off x="7546057" y="1642466"/>
                  <a:ext cx="323386" cy="267935"/>
                </a:xfrm>
                <a:custGeom>
                  <a:avLst/>
                  <a:gdLst>
                    <a:gd name="connsiteX0" fmla="*/ 269502 w 323386"/>
                    <a:gd name="connsiteY0" fmla="*/ 267936 h 267935"/>
                    <a:gd name="connsiteX1" fmla="*/ 0 w 323386"/>
                    <a:gd name="connsiteY1" fmla="*/ 200962 h 267935"/>
                    <a:gd name="connsiteX2" fmla="*/ 7107 w 323386"/>
                    <a:gd name="connsiteY2" fmla="*/ 196545 h 267935"/>
                    <a:gd name="connsiteX3" fmla="*/ 323386 w 323386"/>
                    <a:gd name="connsiteY3" fmla="*/ 0 h 267935"/>
                    <a:gd name="connsiteX4" fmla="*/ 269502 w 323386"/>
                    <a:gd name="connsiteY4" fmla="*/ 267936 h 267935"/>
                    <a:gd name="connsiteX5" fmla="*/ 17988 w 323386"/>
                    <a:gd name="connsiteY5" fmla="*/ 198111 h 267935"/>
                    <a:gd name="connsiteX6" fmla="*/ 264041 w 323386"/>
                    <a:gd name="connsiteY6" fmla="*/ 259263 h 267935"/>
                    <a:gd name="connsiteX7" fmla="*/ 313228 w 323386"/>
                    <a:gd name="connsiteY7" fmla="*/ 14656 h 267935"/>
                    <a:gd name="connsiteX8" fmla="*/ 17988 w 323386"/>
                    <a:gd name="connsiteY8" fmla="*/ 198111 h 26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386" h="267935">
                      <a:moveTo>
                        <a:pt x="269502" y="267936"/>
                      </a:moveTo>
                      <a:lnTo>
                        <a:pt x="0" y="200962"/>
                      </a:lnTo>
                      <a:lnTo>
                        <a:pt x="7107" y="196545"/>
                      </a:lnTo>
                      <a:lnTo>
                        <a:pt x="323386" y="0"/>
                      </a:lnTo>
                      <a:lnTo>
                        <a:pt x="269502" y="267936"/>
                      </a:lnTo>
                      <a:close/>
                      <a:moveTo>
                        <a:pt x="17988" y="198111"/>
                      </a:moveTo>
                      <a:lnTo>
                        <a:pt x="264041" y="259263"/>
                      </a:lnTo>
                      <a:lnTo>
                        <a:pt x="313228" y="14656"/>
                      </a:lnTo>
                      <a:lnTo>
                        <a:pt x="17988" y="198111"/>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83" name="Freeform: Shape 1282">
                  <a:extLst>
                    <a:ext uri="{FF2B5EF4-FFF2-40B4-BE49-F238E27FC236}">
                      <a16:creationId xmlns:a16="http://schemas.microsoft.com/office/drawing/2014/main" id="{39B0DDAA-0E33-4EAF-EE4F-3D6786B9077F}"/>
                    </a:ext>
                  </a:extLst>
                </p:cNvPr>
                <p:cNvSpPr/>
                <p:nvPr/>
              </p:nvSpPr>
              <p:spPr>
                <a:xfrm>
                  <a:off x="7061741" y="1244317"/>
                  <a:ext cx="310858" cy="295640"/>
                </a:xfrm>
                <a:custGeom>
                  <a:avLst/>
                  <a:gdLst>
                    <a:gd name="connsiteX0" fmla="*/ 310858 w 310858"/>
                    <a:gd name="connsiteY0" fmla="*/ 295641 h 295640"/>
                    <a:gd name="connsiteX1" fmla="*/ 0 w 310858"/>
                    <a:gd name="connsiteY1" fmla="*/ 241917 h 295640"/>
                    <a:gd name="connsiteX2" fmla="*/ 0 w 310858"/>
                    <a:gd name="connsiteY2" fmla="*/ 0 h 295640"/>
                    <a:gd name="connsiteX3" fmla="*/ 310858 w 310858"/>
                    <a:gd name="connsiteY3" fmla="*/ 295641 h 295640"/>
                    <a:gd name="connsiteX4" fmla="*/ 7067 w 310858"/>
                    <a:gd name="connsiteY4" fmla="*/ 235935 h 295640"/>
                    <a:gd name="connsiteX5" fmla="*/ 289056 w 310858"/>
                    <a:gd name="connsiteY5" fmla="*/ 284679 h 295640"/>
                    <a:gd name="connsiteX6" fmla="*/ 7067 w 310858"/>
                    <a:gd name="connsiteY6" fmla="*/ 16503 h 295640"/>
                    <a:gd name="connsiteX7" fmla="*/ 7067 w 310858"/>
                    <a:gd name="connsiteY7" fmla="*/ 235935 h 295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0858" h="295640">
                      <a:moveTo>
                        <a:pt x="310858" y="295641"/>
                      </a:moveTo>
                      <a:lnTo>
                        <a:pt x="0" y="241917"/>
                      </a:lnTo>
                      <a:lnTo>
                        <a:pt x="0" y="0"/>
                      </a:lnTo>
                      <a:lnTo>
                        <a:pt x="310858" y="295641"/>
                      </a:lnTo>
                      <a:close/>
                      <a:moveTo>
                        <a:pt x="7067" y="235935"/>
                      </a:moveTo>
                      <a:lnTo>
                        <a:pt x="289056" y="284679"/>
                      </a:lnTo>
                      <a:lnTo>
                        <a:pt x="7067" y="16503"/>
                      </a:lnTo>
                      <a:lnTo>
                        <a:pt x="7067" y="235935"/>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84" name="Freeform: Shape 1283">
                  <a:extLst>
                    <a:ext uri="{FF2B5EF4-FFF2-40B4-BE49-F238E27FC236}">
                      <a16:creationId xmlns:a16="http://schemas.microsoft.com/office/drawing/2014/main" id="{AE15DE37-A066-6924-28AE-5F58AF1D035E}"/>
                    </a:ext>
                  </a:extLst>
                </p:cNvPr>
                <p:cNvSpPr/>
                <p:nvPr/>
              </p:nvSpPr>
              <p:spPr>
                <a:xfrm>
                  <a:off x="4952183" y="5693625"/>
                  <a:ext cx="984974" cy="291143"/>
                </a:xfrm>
                <a:custGeom>
                  <a:avLst/>
                  <a:gdLst>
                    <a:gd name="connsiteX0" fmla="*/ 359362 w 984974"/>
                    <a:gd name="connsiteY0" fmla="*/ 291144 h 291143"/>
                    <a:gd name="connsiteX1" fmla="*/ 358037 w 984974"/>
                    <a:gd name="connsiteY1" fmla="*/ 290060 h 291143"/>
                    <a:gd name="connsiteX2" fmla="*/ 0 w 984974"/>
                    <a:gd name="connsiteY2" fmla="*/ 0 h 291143"/>
                    <a:gd name="connsiteX3" fmla="*/ 984974 w 984974"/>
                    <a:gd name="connsiteY3" fmla="*/ 145592 h 291143"/>
                    <a:gd name="connsiteX4" fmla="*/ 359362 w 984974"/>
                    <a:gd name="connsiteY4" fmla="*/ 291144 h 291143"/>
                    <a:gd name="connsiteX5" fmla="*/ 24533 w 984974"/>
                    <a:gd name="connsiteY5" fmla="*/ 10801 h 291143"/>
                    <a:gd name="connsiteX6" fmla="*/ 361129 w 984974"/>
                    <a:gd name="connsiteY6" fmla="*/ 283475 h 291143"/>
                    <a:gd name="connsiteX7" fmla="*/ 947071 w 984974"/>
                    <a:gd name="connsiteY7" fmla="*/ 147158 h 291143"/>
                    <a:gd name="connsiteX8" fmla="*/ 24533 w 984974"/>
                    <a:gd name="connsiteY8" fmla="*/ 10801 h 291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4974" h="291143">
                      <a:moveTo>
                        <a:pt x="359362" y="291144"/>
                      </a:moveTo>
                      <a:lnTo>
                        <a:pt x="358037" y="290060"/>
                      </a:lnTo>
                      <a:lnTo>
                        <a:pt x="0" y="0"/>
                      </a:lnTo>
                      <a:lnTo>
                        <a:pt x="984974" y="145592"/>
                      </a:lnTo>
                      <a:lnTo>
                        <a:pt x="359362" y="291144"/>
                      </a:lnTo>
                      <a:close/>
                      <a:moveTo>
                        <a:pt x="24533" y="10801"/>
                      </a:moveTo>
                      <a:lnTo>
                        <a:pt x="361129" y="283475"/>
                      </a:lnTo>
                      <a:lnTo>
                        <a:pt x="947071" y="147158"/>
                      </a:lnTo>
                      <a:lnTo>
                        <a:pt x="24533" y="10801"/>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85" name="Freeform: Shape 1284">
                  <a:extLst>
                    <a:ext uri="{FF2B5EF4-FFF2-40B4-BE49-F238E27FC236}">
                      <a16:creationId xmlns:a16="http://schemas.microsoft.com/office/drawing/2014/main" id="{8F8E72A8-6767-44F4-F2E0-7D102C4C3D80}"/>
                    </a:ext>
                  </a:extLst>
                </p:cNvPr>
                <p:cNvSpPr/>
                <p:nvPr/>
              </p:nvSpPr>
              <p:spPr>
                <a:xfrm>
                  <a:off x="5308976" y="5539762"/>
                  <a:ext cx="610996" cy="441955"/>
                </a:xfrm>
                <a:custGeom>
                  <a:avLst/>
                  <a:gdLst>
                    <a:gd name="connsiteX0" fmla="*/ 6906 w 610996"/>
                    <a:gd name="connsiteY0" fmla="*/ 441956 h 441955"/>
                    <a:gd name="connsiteX1" fmla="*/ 0 w 610996"/>
                    <a:gd name="connsiteY1" fmla="*/ 440309 h 441955"/>
                    <a:gd name="connsiteX2" fmla="*/ 104235 w 610996"/>
                    <a:gd name="connsiteY2" fmla="*/ 0 h 441955"/>
                    <a:gd name="connsiteX3" fmla="*/ 610996 w 610996"/>
                    <a:gd name="connsiteY3" fmla="*/ 297126 h 441955"/>
                    <a:gd name="connsiteX4" fmla="*/ 607423 w 610996"/>
                    <a:gd name="connsiteY4" fmla="*/ 303270 h 441955"/>
                    <a:gd name="connsiteX5" fmla="*/ 108893 w 610996"/>
                    <a:gd name="connsiteY5" fmla="*/ 10962 h 441955"/>
                    <a:gd name="connsiteX6" fmla="*/ 6906 w 610996"/>
                    <a:gd name="connsiteY6" fmla="*/ 441956 h 441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0996" h="441955">
                      <a:moveTo>
                        <a:pt x="6906" y="441956"/>
                      </a:moveTo>
                      <a:lnTo>
                        <a:pt x="0" y="440309"/>
                      </a:lnTo>
                      <a:lnTo>
                        <a:pt x="104235" y="0"/>
                      </a:lnTo>
                      <a:lnTo>
                        <a:pt x="610996" y="297126"/>
                      </a:lnTo>
                      <a:lnTo>
                        <a:pt x="607423" y="303270"/>
                      </a:lnTo>
                      <a:lnTo>
                        <a:pt x="108893" y="10962"/>
                      </a:lnTo>
                      <a:lnTo>
                        <a:pt x="6906" y="441956"/>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86" name="Freeform: Shape 1285">
                  <a:extLst>
                    <a:ext uri="{FF2B5EF4-FFF2-40B4-BE49-F238E27FC236}">
                      <a16:creationId xmlns:a16="http://schemas.microsoft.com/office/drawing/2014/main" id="{02FD57A4-A368-B573-E392-2D8489A7AFB2}"/>
                    </a:ext>
                  </a:extLst>
                </p:cNvPr>
                <p:cNvSpPr/>
                <p:nvPr/>
              </p:nvSpPr>
              <p:spPr>
                <a:xfrm>
                  <a:off x="3499395" y="3414505"/>
                  <a:ext cx="327923" cy="99215"/>
                </a:xfrm>
                <a:custGeom>
                  <a:avLst/>
                  <a:gdLst>
                    <a:gd name="connsiteX0" fmla="*/ 40 w 327923"/>
                    <a:gd name="connsiteY0" fmla="*/ 99216 h 99215"/>
                    <a:gd name="connsiteX1" fmla="*/ 71310 w 327923"/>
                    <a:gd name="connsiteY1" fmla="*/ 0 h 99215"/>
                    <a:gd name="connsiteX2" fmla="*/ 73238 w 327923"/>
                    <a:gd name="connsiteY2" fmla="*/ 80 h 99215"/>
                    <a:gd name="connsiteX3" fmla="*/ 327923 w 327923"/>
                    <a:gd name="connsiteY3" fmla="*/ 14133 h 99215"/>
                    <a:gd name="connsiteX4" fmla="*/ 0 w 327923"/>
                    <a:gd name="connsiteY4" fmla="*/ 99176 h 99215"/>
                    <a:gd name="connsiteX5" fmla="*/ 74804 w 327923"/>
                    <a:gd name="connsiteY5" fmla="*/ 7268 h 99215"/>
                    <a:gd name="connsiteX6" fmla="*/ 17185 w 327923"/>
                    <a:gd name="connsiteY6" fmla="*/ 87451 h 99215"/>
                    <a:gd name="connsiteX7" fmla="*/ 282150 w 327923"/>
                    <a:gd name="connsiteY7" fmla="*/ 18751 h 99215"/>
                    <a:gd name="connsiteX8" fmla="*/ 74804 w 327923"/>
                    <a:gd name="connsiteY8" fmla="*/ 7308 h 9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7923" h="99215">
                      <a:moveTo>
                        <a:pt x="40" y="99216"/>
                      </a:moveTo>
                      <a:lnTo>
                        <a:pt x="71310" y="0"/>
                      </a:lnTo>
                      <a:lnTo>
                        <a:pt x="73238" y="80"/>
                      </a:lnTo>
                      <a:lnTo>
                        <a:pt x="327923" y="14133"/>
                      </a:lnTo>
                      <a:lnTo>
                        <a:pt x="0" y="99176"/>
                      </a:lnTo>
                      <a:close/>
                      <a:moveTo>
                        <a:pt x="74804" y="7268"/>
                      </a:moveTo>
                      <a:lnTo>
                        <a:pt x="17185" y="87451"/>
                      </a:lnTo>
                      <a:lnTo>
                        <a:pt x="282150" y="18751"/>
                      </a:lnTo>
                      <a:lnTo>
                        <a:pt x="74804" y="7308"/>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87" name="Freeform: Shape 1286">
                  <a:extLst>
                    <a:ext uri="{FF2B5EF4-FFF2-40B4-BE49-F238E27FC236}">
                      <a16:creationId xmlns:a16="http://schemas.microsoft.com/office/drawing/2014/main" id="{62DA3EB6-3F40-12E1-AA34-54C417C36A5B}"/>
                    </a:ext>
                  </a:extLst>
                </p:cNvPr>
                <p:cNvSpPr/>
                <p:nvPr/>
              </p:nvSpPr>
              <p:spPr>
                <a:xfrm>
                  <a:off x="7305987" y="5091221"/>
                  <a:ext cx="408348" cy="568395"/>
                </a:xfrm>
                <a:custGeom>
                  <a:avLst/>
                  <a:gdLst>
                    <a:gd name="connsiteX0" fmla="*/ 0 w 408348"/>
                    <a:gd name="connsiteY0" fmla="*/ 568395 h 568395"/>
                    <a:gd name="connsiteX1" fmla="*/ 13612 w 408348"/>
                    <a:gd name="connsiteY1" fmla="*/ 311260 h 568395"/>
                    <a:gd name="connsiteX2" fmla="*/ 14857 w 408348"/>
                    <a:gd name="connsiteY2" fmla="*/ 310256 h 568395"/>
                    <a:gd name="connsiteX3" fmla="*/ 408348 w 408348"/>
                    <a:gd name="connsiteY3" fmla="*/ 0 h 568395"/>
                    <a:gd name="connsiteX4" fmla="*/ 0 w 408348"/>
                    <a:gd name="connsiteY4" fmla="*/ 568395 h 568395"/>
                    <a:gd name="connsiteX5" fmla="*/ 20518 w 408348"/>
                    <a:gd name="connsiteY5" fmla="*/ 314834 h 568395"/>
                    <a:gd name="connsiteX6" fmla="*/ 8352 w 408348"/>
                    <a:gd name="connsiteY6" fmla="*/ 544625 h 568395"/>
                    <a:gd name="connsiteX7" fmla="*/ 373335 w 408348"/>
                    <a:gd name="connsiteY7" fmla="*/ 36659 h 568395"/>
                    <a:gd name="connsiteX8" fmla="*/ 20518 w 408348"/>
                    <a:gd name="connsiteY8" fmla="*/ 314834 h 568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8348" h="568395">
                      <a:moveTo>
                        <a:pt x="0" y="568395"/>
                      </a:moveTo>
                      <a:lnTo>
                        <a:pt x="13612" y="311260"/>
                      </a:lnTo>
                      <a:lnTo>
                        <a:pt x="14857" y="310256"/>
                      </a:lnTo>
                      <a:lnTo>
                        <a:pt x="408348" y="0"/>
                      </a:lnTo>
                      <a:lnTo>
                        <a:pt x="0" y="568395"/>
                      </a:lnTo>
                      <a:close/>
                      <a:moveTo>
                        <a:pt x="20518" y="314834"/>
                      </a:moveTo>
                      <a:lnTo>
                        <a:pt x="8352" y="544625"/>
                      </a:lnTo>
                      <a:lnTo>
                        <a:pt x="373335" y="36659"/>
                      </a:lnTo>
                      <a:lnTo>
                        <a:pt x="20518" y="314834"/>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88" name="Freeform: Shape 1287">
                  <a:extLst>
                    <a:ext uri="{FF2B5EF4-FFF2-40B4-BE49-F238E27FC236}">
                      <a16:creationId xmlns:a16="http://schemas.microsoft.com/office/drawing/2014/main" id="{DD16A902-7765-FCA0-2101-B5BE596E991C}"/>
                    </a:ext>
                  </a:extLst>
                </p:cNvPr>
                <p:cNvSpPr/>
                <p:nvPr/>
              </p:nvSpPr>
              <p:spPr>
                <a:xfrm>
                  <a:off x="4995668" y="1090654"/>
                  <a:ext cx="432720" cy="461188"/>
                </a:xfrm>
                <a:custGeom>
                  <a:avLst/>
                  <a:gdLst>
                    <a:gd name="connsiteX0" fmla="*/ 194618 w 432720"/>
                    <a:gd name="connsiteY0" fmla="*/ 461188 h 461188"/>
                    <a:gd name="connsiteX1" fmla="*/ 0 w 432720"/>
                    <a:gd name="connsiteY1" fmla="*/ 433524 h 461188"/>
                    <a:gd name="connsiteX2" fmla="*/ 106283 w 432720"/>
                    <a:gd name="connsiteY2" fmla="*/ 324591 h 461188"/>
                    <a:gd name="connsiteX3" fmla="*/ 2168 w 432720"/>
                    <a:gd name="connsiteY3" fmla="*/ 147158 h 461188"/>
                    <a:gd name="connsiteX4" fmla="*/ 432720 w 432720"/>
                    <a:gd name="connsiteY4" fmla="*/ 0 h 461188"/>
                    <a:gd name="connsiteX5" fmla="*/ 115076 w 432720"/>
                    <a:gd name="connsiteY5" fmla="*/ 325635 h 461188"/>
                    <a:gd name="connsiteX6" fmla="*/ 194578 w 432720"/>
                    <a:gd name="connsiteY6" fmla="*/ 461148 h 461188"/>
                    <a:gd name="connsiteX7" fmla="*/ 14816 w 432720"/>
                    <a:gd name="connsiteY7" fmla="*/ 428505 h 461188"/>
                    <a:gd name="connsiteX8" fmla="*/ 181086 w 432720"/>
                    <a:gd name="connsiteY8" fmla="*/ 452114 h 461188"/>
                    <a:gd name="connsiteX9" fmla="*/ 109977 w 432720"/>
                    <a:gd name="connsiteY9" fmla="*/ 330935 h 461188"/>
                    <a:gd name="connsiteX10" fmla="*/ 14816 w 432720"/>
                    <a:gd name="connsiteY10" fmla="*/ 428505 h 461188"/>
                    <a:gd name="connsiteX11" fmla="*/ 12648 w 432720"/>
                    <a:gd name="connsiteY11" fmla="*/ 151053 h 461188"/>
                    <a:gd name="connsiteX12" fmla="*/ 111382 w 432720"/>
                    <a:gd name="connsiteY12" fmla="*/ 319331 h 461188"/>
                    <a:gd name="connsiteX13" fmla="*/ 406943 w 432720"/>
                    <a:gd name="connsiteY13" fmla="*/ 16302 h 461188"/>
                    <a:gd name="connsiteX14" fmla="*/ 12648 w 432720"/>
                    <a:gd name="connsiteY14" fmla="*/ 151053 h 461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32720" h="461188">
                      <a:moveTo>
                        <a:pt x="194618" y="461188"/>
                      </a:moveTo>
                      <a:lnTo>
                        <a:pt x="0" y="433524"/>
                      </a:lnTo>
                      <a:lnTo>
                        <a:pt x="106283" y="324591"/>
                      </a:lnTo>
                      <a:lnTo>
                        <a:pt x="2168" y="147158"/>
                      </a:lnTo>
                      <a:lnTo>
                        <a:pt x="432720" y="0"/>
                      </a:lnTo>
                      <a:lnTo>
                        <a:pt x="115076" y="325635"/>
                      </a:lnTo>
                      <a:lnTo>
                        <a:pt x="194578" y="461148"/>
                      </a:lnTo>
                      <a:close/>
                      <a:moveTo>
                        <a:pt x="14816" y="428505"/>
                      </a:moveTo>
                      <a:lnTo>
                        <a:pt x="181086" y="452114"/>
                      </a:lnTo>
                      <a:lnTo>
                        <a:pt x="109977" y="330935"/>
                      </a:lnTo>
                      <a:lnTo>
                        <a:pt x="14816" y="428505"/>
                      </a:lnTo>
                      <a:close/>
                      <a:moveTo>
                        <a:pt x="12648" y="151053"/>
                      </a:moveTo>
                      <a:lnTo>
                        <a:pt x="111382" y="319331"/>
                      </a:lnTo>
                      <a:lnTo>
                        <a:pt x="406943" y="16302"/>
                      </a:lnTo>
                      <a:lnTo>
                        <a:pt x="12648" y="151053"/>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89" name="Freeform: Shape 1288">
                  <a:extLst>
                    <a:ext uri="{FF2B5EF4-FFF2-40B4-BE49-F238E27FC236}">
                      <a16:creationId xmlns:a16="http://schemas.microsoft.com/office/drawing/2014/main" id="{7523AA70-CC2E-8FE6-1138-D1F8E069F59B}"/>
                    </a:ext>
                  </a:extLst>
                </p:cNvPr>
                <p:cNvSpPr/>
                <p:nvPr/>
              </p:nvSpPr>
              <p:spPr>
                <a:xfrm>
                  <a:off x="8181908" y="4073202"/>
                  <a:ext cx="176348" cy="377631"/>
                </a:xfrm>
                <a:custGeom>
                  <a:avLst/>
                  <a:gdLst>
                    <a:gd name="connsiteX0" fmla="*/ 176309 w 176348"/>
                    <a:gd name="connsiteY0" fmla="*/ 377632 h 377631"/>
                    <a:gd name="connsiteX1" fmla="*/ 0 w 176348"/>
                    <a:gd name="connsiteY1" fmla="*/ 242760 h 377631"/>
                    <a:gd name="connsiteX2" fmla="*/ 149206 w 176348"/>
                    <a:gd name="connsiteY2" fmla="*/ 0 h 377631"/>
                    <a:gd name="connsiteX3" fmla="*/ 176349 w 176348"/>
                    <a:gd name="connsiteY3" fmla="*/ 377591 h 377631"/>
                    <a:gd name="connsiteX4" fmla="*/ 9355 w 176348"/>
                    <a:gd name="connsiteY4" fmla="*/ 241034 h 377631"/>
                    <a:gd name="connsiteX5" fmla="*/ 168117 w 176348"/>
                    <a:gd name="connsiteY5" fmla="*/ 362454 h 377631"/>
                    <a:gd name="connsiteX6" fmla="*/ 143705 w 176348"/>
                    <a:gd name="connsiteY6" fmla="*/ 22485 h 377631"/>
                    <a:gd name="connsiteX7" fmla="*/ 9355 w 176348"/>
                    <a:gd name="connsiteY7" fmla="*/ 241034 h 377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348" h="377631">
                      <a:moveTo>
                        <a:pt x="176309" y="377632"/>
                      </a:moveTo>
                      <a:lnTo>
                        <a:pt x="0" y="242760"/>
                      </a:lnTo>
                      <a:lnTo>
                        <a:pt x="149206" y="0"/>
                      </a:lnTo>
                      <a:lnTo>
                        <a:pt x="176349" y="377591"/>
                      </a:lnTo>
                      <a:close/>
                      <a:moveTo>
                        <a:pt x="9355" y="241034"/>
                      </a:moveTo>
                      <a:lnTo>
                        <a:pt x="168117" y="362454"/>
                      </a:lnTo>
                      <a:lnTo>
                        <a:pt x="143705" y="22485"/>
                      </a:lnTo>
                      <a:lnTo>
                        <a:pt x="9355" y="241034"/>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90" name="Freeform: Shape 1289">
                  <a:extLst>
                    <a:ext uri="{FF2B5EF4-FFF2-40B4-BE49-F238E27FC236}">
                      <a16:creationId xmlns:a16="http://schemas.microsoft.com/office/drawing/2014/main" id="{9897D4A4-DA0B-2421-6235-30FB51EF0AD1}"/>
                    </a:ext>
                  </a:extLst>
                </p:cNvPr>
                <p:cNvSpPr/>
                <p:nvPr/>
              </p:nvSpPr>
              <p:spPr>
                <a:xfrm>
                  <a:off x="3575162" y="2001026"/>
                  <a:ext cx="525472" cy="230674"/>
                </a:xfrm>
                <a:custGeom>
                  <a:avLst/>
                  <a:gdLst>
                    <a:gd name="connsiteX0" fmla="*/ 293473 w 525472"/>
                    <a:gd name="connsiteY0" fmla="*/ 230675 h 230674"/>
                    <a:gd name="connsiteX1" fmla="*/ 193895 w 525472"/>
                    <a:gd name="connsiteY1" fmla="*/ 108853 h 230674"/>
                    <a:gd name="connsiteX2" fmla="*/ 0 w 525472"/>
                    <a:gd name="connsiteY2" fmla="*/ 168158 h 230674"/>
                    <a:gd name="connsiteX3" fmla="*/ 126198 w 525472"/>
                    <a:gd name="connsiteY3" fmla="*/ 14816 h 230674"/>
                    <a:gd name="connsiteX4" fmla="*/ 196385 w 525472"/>
                    <a:gd name="connsiteY4" fmla="*/ 100702 h 230674"/>
                    <a:gd name="connsiteX5" fmla="*/ 525472 w 525472"/>
                    <a:gd name="connsiteY5" fmla="*/ 0 h 230674"/>
                    <a:gd name="connsiteX6" fmla="*/ 293473 w 525472"/>
                    <a:gd name="connsiteY6" fmla="*/ 230675 h 230674"/>
                    <a:gd name="connsiteX7" fmla="*/ 201243 w 525472"/>
                    <a:gd name="connsiteY7" fmla="*/ 106604 h 230674"/>
                    <a:gd name="connsiteX8" fmla="*/ 294035 w 525472"/>
                    <a:gd name="connsiteY8" fmla="*/ 220155 h 230674"/>
                    <a:gd name="connsiteX9" fmla="*/ 500257 w 525472"/>
                    <a:gd name="connsiteY9" fmla="*/ 15137 h 230674"/>
                    <a:gd name="connsiteX10" fmla="*/ 201243 w 525472"/>
                    <a:gd name="connsiteY10" fmla="*/ 106604 h 230674"/>
                    <a:gd name="connsiteX11" fmla="*/ 126198 w 525472"/>
                    <a:gd name="connsiteY11" fmla="*/ 25978 h 230674"/>
                    <a:gd name="connsiteX12" fmla="*/ 20397 w 525472"/>
                    <a:gd name="connsiteY12" fmla="*/ 154546 h 230674"/>
                    <a:gd name="connsiteX13" fmla="*/ 189077 w 525472"/>
                    <a:gd name="connsiteY13" fmla="*/ 102950 h 230674"/>
                    <a:gd name="connsiteX14" fmla="*/ 126198 w 525472"/>
                    <a:gd name="connsiteY14" fmla="*/ 26019 h 230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5472" h="230674">
                      <a:moveTo>
                        <a:pt x="293473" y="230675"/>
                      </a:moveTo>
                      <a:lnTo>
                        <a:pt x="193895" y="108853"/>
                      </a:lnTo>
                      <a:lnTo>
                        <a:pt x="0" y="168158"/>
                      </a:lnTo>
                      <a:lnTo>
                        <a:pt x="126198" y="14816"/>
                      </a:lnTo>
                      <a:lnTo>
                        <a:pt x="196385" y="100702"/>
                      </a:lnTo>
                      <a:lnTo>
                        <a:pt x="525472" y="0"/>
                      </a:lnTo>
                      <a:lnTo>
                        <a:pt x="293473" y="230675"/>
                      </a:lnTo>
                      <a:close/>
                      <a:moveTo>
                        <a:pt x="201243" y="106604"/>
                      </a:moveTo>
                      <a:lnTo>
                        <a:pt x="294035" y="220155"/>
                      </a:lnTo>
                      <a:lnTo>
                        <a:pt x="500257" y="15137"/>
                      </a:lnTo>
                      <a:lnTo>
                        <a:pt x="201243" y="106604"/>
                      </a:lnTo>
                      <a:close/>
                      <a:moveTo>
                        <a:pt x="126198" y="25978"/>
                      </a:moveTo>
                      <a:lnTo>
                        <a:pt x="20397" y="154546"/>
                      </a:lnTo>
                      <a:lnTo>
                        <a:pt x="189077" y="102950"/>
                      </a:lnTo>
                      <a:lnTo>
                        <a:pt x="126198" y="26019"/>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291" name="Graphic 1254">
                <a:extLst>
                  <a:ext uri="{FF2B5EF4-FFF2-40B4-BE49-F238E27FC236}">
                    <a16:creationId xmlns:a16="http://schemas.microsoft.com/office/drawing/2014/main" id="{CDBEA848-9AF2-612E-FDC2-967E300C50FE}"/>
                  </a:ext>
                </a:extLst>
              </p:cNvPr>
              <p:cNvGrpSpPr/>
              <p:nvPr/>
            </p:nvGrpSpPr>
            <p:grpSpPr>
              <a:xfrm>
                <a:off x="2650939" y="0"/>
                <a:ext cx="6873619" cy="6825035"/>
                <a:chOff x="2650939" y="0"/>
                <a:chExt cx="6873619" cy="6825035"/>
              </a:xfrm>
              <a:grpFill/>
            </p:grpSpPr>
            <p:sp>
              <p:nvSpPr>
                <p:cNvPr id="1292" name="Freeform: Shape 1291">
                  <a:extLst>
                    <a:ext uri="{FF2B5EF4-FFF2-40B4-BE49-F238E27FC236}">
                      <a16:creationId xmlns:a16="http://schemas.microsoft.com/office/drawing/2014/main" id="{AB775E9A-2785-AA9C-4C9A-B221A0B8BDFA}"/>
                    </a:ext>
                  </a:extLst>
                </p:cNvPr>
                <p:cNvSpPr/>
                <p:nvPr/>
              </p:nvSpPr>
              <p:spPr>
                <a:xfrm>
                  <a:off x="8257474" y="2425073"/>
                  <a:ext cx="45131" cy="44810"/>
                </a:xfrm>
                <a:custGeom>
                  <a:avLst/>
                  <a:gdLst>
                    <a:gd name="connsiteX0" fmla="*/ 0 w 45131"/>
                    <a:gd name="connsiteY0" fmla="*/ 22405 h 44810"/>
                    <a:gd name="connsiteX1" fmla="*/ 22566 w 45131"/>
                    <a:gd name="connsiteY1" fmla="*/ 0 h 44810"/>
                    <a:gd name="connsiteX2" fmla="*/ 45132 w 45131"/>
                    <a:gd name="connsiteY2" fmla="*/ 22405 h 44810"/>
                    <a:gd name="connsiteX3" fmla="*/ 22566 w 45131"/>
                    <a:gd name="connsiteY3" fmla="*/ 44810 h 44810"/>
                    <a:gd name="connsiteX4" fmla="*/ 0 w 45131"/>
                    <a:gd name="connsiteY4" fmla="*/ 22405 h 44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10">
                      <a:moveTo>
                        <a:pt x="0" y="22405"/>
                      </a:moveTo>
                      <a:cubicBezTo>
                        <a:pt x="0" y="10038"/>
                        <a:pt x="10118" y="0"/>
                        <a:pt x="22566" y="0"/>
                      </a:cubicBezTo>
                      <a:cubicBezTo>
                        <a:pt x="35013" y="0"/>
                        <a:pt x="45132" y="10038"/>
                        <a:pt x="45132" y="22405"/>
                      </a:cubicBezTo>
                      <a:cubicBezTo>
                        <a:pt x="45132" y="34772"/>
                        <a:pt x="35053" y="44810"/>
                        <a:pt x="22566" y="44810"/>
                      </a:cubicBezTo>
                      <a:cubicBezTo>
                        <a:pt x="10078" y="44810"/>
                        <a:pt x="0" y="3477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93" name="Freeform: Shape 1292">
                  <a:extLst>
                    <a:ext uri="{FF2B5EF4-FFF2-40B4-BE49-F238E27FC236}">
                      <a16:creationId xmlns:a16="http://schemas.microsoft.com/office/drawing/2014/main" id="{15CB9763-237E-D947-2DE3-ED10C70EFEAB}"/>
                    </a:ext>
                  </a:extLst>
                </p:cNvPr>
                <p:cNvSpPr/>
                <p:nvPr/>
              </p:nvSpPr>
              <p:spPr>
                <a:xfrm>
                  <a:off x="8325131" y="1411149"/>
                  <a:ext cx="45131" cy="44849"/>
                </a:xfrm>
                <a:custGeom>
                  <a:avLst/>
                  <a:gdLst>
                    <a:gd name="connsiteX0" fmla="*/ 0 w 45131"/>
                    <a:gd name="connsiteY0" fmla="*/ 22405 h 44849"/>
                    <a:gd name="connsiteX1" fmla="*/ 22566 w 45131"/>
                    <a:gd name="connsiteY1" fmla="*/ 0 h 44849"/>
                    <a:gd name="connsiteX2" fmla="*/ 45131 w 45131"/>
                    <a:gd name="connsiteY2" fmla="*/ 22405 h 44849"/>
                    <a:gd name="connsiteX3" fmla="*/ 22566 w 45131"/>
                    <a:gd name="connsiteY3" fmla="*/ 44850 h 44849"/>
                    <a:gd name="connsiteX4" fmla="*/ 0 w 45131"/>
                    <a:gd name="connsiteY4" fmla="*/ 2240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05"/>
                      </a:moveTo>
                      <a:cubicBezTo>
                        <a:pt x="0" y="10038"/>
                        <a:pt x="10118" y="0"/>
                        <a:pt x="22566" y="0"/>
                      </a:cubicBezTo>
                      <a:cubicBezTo>
                        <a:pt x="35013" y="0"/>
                        <a:pt x="45131" y="10038"/>
                        <a:pt x="45131" y="22405"/>
                      </a:cubicBezTo>
                      <a:cubicBezTo>
                        <a:pt x="45131" y="34772"/>
                        <a:pt x="35053" y="44850"/>
                        <a:pt x="22566" y="44850"/>
                      </a:cubicBezTo>
                      <a:cubicBezTo>
                        <a:pt x="1007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94" name="Freeform: Shape 1293">
                  <a:extLst>
                    <a:ext uri="{FF2B5EF4-FFF2-40B4-BE49-F238E27FC236}">
                      <a16:creationId xmlns:a16="http://schemas.microsoft.com/office/drawing/2014/main" id="{5A1CA9C2-A798-F88E-A79C-C3A2E8786903}"/>
                    </a:ext>
                  </a:extLst>
                </p:cNvPr>
                <p:cNvSpPr/>
                <p:nvPr/>
              </p:nvSpPr>
              <p:spPr>
                <a:xfrm>
                  <a:off x="8574837" y="2812663"/>
                  <a:ext cx="57980" cy="57658"/>
                </a:xfrm>
                <a:custGeom>
                  <a:avLst/>
                  <a:gdLst>
                    <a:gd name="connsiteX0" fmla="*/ 0 w 57980"/>
                    <a:gd name="connsiteY0" fmla="*/ 28829 h 57658"/>
                    <a:gd name="connsiteX1" fmla="*/ 28990 w 57980"/>
                    <a:gd name="connsiteY1" fmla="*/ 0 h 57658"/>
                    <a:gd name="connsiteX2" fmla="*/ 57980 w 57980"/>
                    <a:gd name="connsiteY2" fmla="*/ 28829 h 57658"/>
                    <a:gd name="connsiteX3" fmla="*/ 28990 w 57980"/>
                    <a:gd name="connsiteY3" fmla="*/ 57659 h 57658"/>
                    <a:gd name="connsiteX4" fmla="*/ 0 w 57980"/>
                    <a:gd name="connsiteY4" fmla="*/ 28829 h 57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80" h="57658">
                      <a:moveTo>
                        <a:pt x="0" y="28829"/>
                      </a:moveTo>
                      <a:cubicBezTo>
                        <a:pt x="0" y="12889"/>
                        <a:pt x="12969" y="0"/>
                        <a:pt x="28990" y="0"/>
                      </a:cubicBezTo>
                      <a:cubicBezTo>
                        <a:pt x="45010" y="0"/>
                        <a:pt x="57980" y="12929"/>
                        <a:pt x="57980" y="28829"/>
                      </a:cubicBezTo>
                      <a:cubicBezTo>
                        <a:pt x="57980" y="44730"/>
                        <a:pt x="45010" y="57659"/>
                        <a:pt x="28990" y="57659"/>
                      </a:cubicBezTo>
                      <a:cubicBezTo>
                        <a:pt x="12969" y="57659"/>
                        <a:pt x="0" y="44770"/>
                        <a:pt x="0" y="28829"/>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95" name="Freeform: Shape 1294">
                  <a:extLst>
                    <a:ext uri="{FF2B5EF4-FFF2-40B4-BE49-F238E27FC236}">
                      <a16:creationId xmlns:a16="http://schemas.microsoft.com/office/drawing/2014/main" id="{87C99E78-2BAB-5CD5-0A2A-9626967BE648}"/>
                    </a:ext>
                  </a:extLst>
                </p:cNvPr>
                <p:cNvSpPr/>
                <p:nvPr/>
              </p:nvSpPr>
              <p:spPr>
                <a:xfrm>
                  <a:off x="6612558" y="357194"/>
                  <a:ext cx="57979" cy="57658"/>
                </a:xfrm>
                <a:custGeom>
                  <a:avLst/>
                  <a:gdLst>
                    <a:gd name="connsiteX0" fmla="*/ 0 w 57979"/>
                    <a:gd name="connsiteY0" fmla="*/ 28829 h 57658"/>
                    <a:gd name="connsiteX1" fmla="*/ 28990 w 57979"/>
                    <a:gd name="connsiteY1" fmla="*/ 0 h 57658"/>
                    <a:gd name="connsiteX2" fmla="*/ 57980 w 57979"/>
                    <a:gd name="connsiteY2" fmla="*/ 28829 h 57658"/>
                    <a:gd name="connsiteX3" fmla="*/ 28990 w 57979"/>
                    <a:gd name="connsiteY3" fmla="*/ 57659 h 57658"/>
                    <a:gd name="connsiteX4" fmla="*/ 0 w 57979"/>
                    <a:gd name="connsiteY4" fmla="*/ 28829 h 57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79" h="57658">
                      <a:moveTo>
                        <a:pt x="0" y="28829"/>
                      </a:moveTo>
                      <a:cubicBezTo>
                        <a:pt x="0" y="12929"/>
                        <a:pt x="12969" y="0"/>
                        <a:pt x="28990" y="0"/>
                      </a:cubicBezTo>
                      <a:cubicBezTo>
                        <a:pt x="45010" y="0"/>
                        <a:pt x="57980" y="12929"/>
                        <a:pt x="57980" y="28829"/>
                      </a:cubicBezTo>
                      <a:cubicBezTo>
                        <a:pt x="57980" y="44730"/>
                        <a:pt x="45010" y="57659"/>
                        <a:pt x="28990" y="57659"/>
                      </a:cubicBezTo>
                      <a:cubicBezTo>
                        <a:pt x="12969" y="57659"/>
                        <a:pt x="0" y="44730"/>
                        <a:pt x="0" y="28829"/>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96" name="Freeform: Shape 1295">
                  <a:extLst>
                    <a:ext uri="{FF2B5EF4-FFF2-40B4-BE49-F238E27FC236}">
                      <a16:creationId xmlns:a16="http://schemas.microsoft.com/office/drawing/2014/main" id="{110BFEF5-7212-9D91-6381-7320DD9CE13F}"/>
                    </a:ext>
                  </a:extLst>
                </p:cNvPr>
                <p:cNvSpPr/>
                <p:nvPr/>
              </p:nvSpPr>
              <p:spPr>
                <a:xfrm>
                  <a:off x="5040156" y="134550"/>
                  <a:ext cx="57979" cy="57658"/>
                </a:xfrm>
                <a:custGeom>
                  <a:avLst/>
                  <a:gdLst>
                    <a:gd name="connsiteX0" fmla="*/ 0 w 57979"/>
                    <a:gd name="connsiteY0" fmla="*/ 28829 h 57658"/>
                    <a:gd name="connsiteX1" fmla="*/ 28990 w 57979"/>
                    <a:gd name="connsiteY1" fmla="*/ 0 h 57658"/>
                    <a:gd name="connsiteX2" fmla="*/ 57980 w 57979"/>
                    <a:gd name="connsiteY2" fmla="*/ 28829 h 57658"/>
                    <a:gd name="connsiteX3" fmla="*/ 28990 w 57979"/>
                    <a:gd name="connsiteY3" fmla="*/ 57659 h 57658"/>
                    <a:gd name="connsiteX4" fmla="*/ 0 w 57979"/>
                    <a:gd name="connsiteY4" fmla="*/ 28829 h 57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79" h="57658">
                      <a:moveTo>
                        <a:pt x="0" y="28829"/>
                      </a:moveTo>
                      <a:cubicBezTo>
                        <a:pt x="0" y="12889"/>
                        <a:pt x="12969" y="0"/>
                        <a:pt x="28990" y="0"/>
                      </a:cubicBezTo>
                      <a:cubicBezTo>
                        <a:pt x="45011" y="0"/>
                        <a:pt x="57980" y="12889"/>
                        <a:pt x="57980" y="28829"/>
                      </a:cubicBezTo>
                      <a:cubicBezTo>
                        <a:pt x="57980" y="44770"/>
                        <a:pt x="45011" y="57659"/>
                        <a:pt x="28990" y="57659"/>
                      </a:cubicBezTo>
                      <a:cubicBezTo>
                        <a:pt x="12969" y="57659"/>
                        <a:pt x="0" y="44770"/>
                        <a:pt x="0" y="28829"/>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97" name="Freeform: Shape 1296">
                  <a:extLst>
                    <a:ext uri="{FF2B5EF4-FFF2-40B4-BE49-F238E27FC236}">
                      <a16:creationId xmlns:a16="http://schemas.microsoft.com/office/drawing/2014/main" id="{A228EE29-2A75-1582-6444-C70DD22431C8}"/>
                    </a:ext>
                  </a:extLst>
                </p:cNvPr>
                <p:cNvSpPr/>
                <p:nvPr/>
              </p:nvSpPr>
              <p:spPr>
                <a:xfrm>
                  <a:off x="4287784" y="1606570"/>
                  <a:ext cx="57979" cy="57658"/>
                </a:xfrm>
                <a:custGeom>
                  <a:avLst/>
                  <a:gdLst>
                    <a:gd name="connsiteX0" fmla="*/ 0 w 57979"/>
                    <a:gd name="connsiteY0" fmla="*/ 28829 h 57658"/>
                    <a:gd name="connsiteX1" fmla="*/ 28990 w 57979"/>
                    <a:gd name="connsiteY1" fmla="*/ 0 h 57658"/>
                    <a:gd name="connsiteX2" fmla="*/ 57980 w 57979"/>
                    <a:gd name="connsiteY2" fmla="*/ 28829 h 57658"/>
                    <a:gd name="connsiteX3" fmla="*/ 28990 w 57979"/>
                    <a:gd name="connsiteY3" fmla="*/ 57659 h 57658"/>
                    <a:gd name="connsiteX4" fmla="*/ 0 w 57979"/>
                    <a:gd name="connsiteY4" fmla="*/ 28829 h 57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79" h="57658">
                      <a:moveTo>
                        <a:pt x="0" y="28829"/>
                      </a:moveTo>
                      <a:cubicBezTo>
                        <a:pt x="0" y="12889"/>
                        <a:pt x="12969" y="0"/>
                        <a:pt x="28990" y="0"/>
                      </a:cubicBezTo>
                      <a:cubicBezTo>
                        <a:pt x="45011" y="0"/>
                        <a:pt x="57980" y="12889"/>
                        <a:pt x="57980" y="28829"/>
                      </a:cubicBezTo>
                      <a:cubicBezTo>
                        <a:pt x="57980" y="44770"/>
                        <a:pt x="45011" y="57659"/>
                        <a:pt x="28990" y="57659"/>
                      </a:cubicBezTo>
                      <a:cubicBezTo>
                        <a:pt x="12969" y="57659"/>
                        <a:pt x="0" y="44770"/>
                        <a:pt x="0" y="28829"/>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98" name="Freeform: Shape 1297">
                  <a:extLst>
                    <a:ext uri="{FF2B5EF4-FFF2-40B4-BE49-F238E27FC236}">
                      <a16:creationId xmlns:a16="http://schemas.microsoft.com/office/drawing/2014/main" id="{F3F78ED6-5471-05B3-C91E-FA7453CE5AA0}"/>
                    </a:ext>
                  </a:extLst>
                </p:cNvPr>
                <p:cNvSpPr/>
                <p:nvPr/>
              </p:nvSpPr>
              <p:spPr>
                <a:xfrm>
                  <a:off x="3524129" y="2908787"/>
                  <a:ext cx="57979" cy="57658"/>
                </a:xfrm>
                <a:custGeom>
                  <a:avLst/>
                  <a:gdLst>
                    <a:gd name="connsiteX0" fmla="*/ 0 w 57979"/>
                    <a:gd name="connsiteY0" fmla="*/ 28829 h 57658"/>
                    <a:gd name="connsiteX1" fmla="*/ 28990 w 57979"/>
                    <a:gd name="connsiteY1" fmla="*/ 0 h 57658"/>
                    <a:gd name="connsiteX2" fmla="*/ 57980 w 57979"/>
                    <a:gd name="connsiteY2" fmla="*/ 28829 h 57658"/>
                    <a:gd name="connsiteX3" fmla="*/ 28990 w 57979"/>
                    <a:gd name="connsiteY3" fmla="*/ 57659 h 57658"/>
                    <a:gd name="connsiteX4" fmla="*/ 0 w 57979"/>
                    <a:gd name="connsiteY4" fmla="*/ 28829 h 57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79" h="57658">
                      <a:moveTo>
                        <a:pt x="0" y="28829"/>
                      </a:moveTo>
                      <a:cubicBezTo>
                        <a:pt x="0" y="12889"/>
                        <a:pt x="12969" y="0"/>
                        <a:pt x="28990" y="0"/>
                      </a:cubicBezTo>
                      <a:cubicBezTo>
                        <a:pt x="45011" y="0"/>
                        <a:pt x="57980" y="12889"/>
                        <a:pt x="57980" y="28829"/>
                      </a:cubicBezTo>
                      <a:cubicBezTo>
                        <a:pt x="57980" y="44770"/>
                        <a:pt x="45011" y="57659"/>
                        <a:pt x="28990" y="57659"/>
                      </a:cubicBezTo>
                      <a:cubicBezTo>
                        <a:pt x="12969" y="57659"/>
                        <a:pt x="0" y="44730"/>
                        <a:pt x="0" y="28829"/>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99" name="Freeform: Shape 1298">
                  <a:extLst>
                    <a:ext uri="{FF2B5EF4-FFF2-40B4-BE49-F238E27FC236}">
                      <a16:creationId xmlns:a16="http://schemas.microsoft.com/office/drawing/2014/main" id="{2AADF01C-920B-CCD7-3900-48605D84BE00}"/>
                    </a:ext>
                  </a:extLst>
                </p:cNvPr>
                <p:cNvSpPr/>
                <p:nvPr/>
              </p:nvSpPr>
              <p:spPr>
                <a:xfrm>
                  <a:off x="5438426" y="2934364"/>
                  <a:ext cx="57979" cy="57658"/>
                </a:xfrm>
                <a:custGeom>
                  <a:avLst/>
                  <a:gdLst>
                    <a:gd name="connsiteX0" fmla="*/ 0 w 57979"/>
                    <a:gd name="connsiteY0" fmla="*/ 28829 h 57658"/>
                    <a:gd name="connsiteX1" fmla="*/ 28990 w 57979"/>
                    <a:gd name="connsiteY1" fmla="*/ 0 h 57658"/>
                    <a:gd name="connsiteX2" fmla="*/ 57980 w 57979"/>
                    <a:gd name="connsiteY2" fmla="*/ 28829 h 57658"/>
                    <a:gd name="connsiteX3" fmla="*/ 28990 w 57979"/>
                    <a:gd name="connsiteY3" fmla="*/ 57659 h 57658"/>
                    <a:gd name="connsiteX4" fmla="*/ 0 w 57979"/>
                    <a:gd name="connsiteY4" fmla="*/ 28829 h 57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79" h="57658">
                      <a:moveTo>
                        <a:pt x="0" y="28829"/>
                      </a:moveTo>
                      <a:cubicBezTo>
                        <a:pt x="0" y="12889"/>
                        <a:pt x="12969" y="0"/>
                        <a:pt x="28990" y="0"/>
                      </a:cubicBezTo>
                      <a:cubicBezTo>
                        <a:pt x="45011" y="0"/>
                        <a:pt x="57980" y="12929"/>
                        <a:pt x="57980" y="28829"/>
                      </a:cubicBezTo>
                      <a:cubicBezTo>
                        <a:pt x="57980" y="44730"/>
                        <a:pt x="45011" y="57659"/>
                        <a:pt x="28990" y="57659"/>
                      </a:cubicBezTo>
                      <a:cubicBezTo>
                        <a:pt x="12969" y="57659"/>
                        <a:pt x="0" y="44730"/>
                        <a:pt x="0" y="28829"/>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00" name="Freeform: Shape 1299">
                  <a:extLst>
                    <a:ext uri="{FF2B5EF4-FFF2-40B4-BE49-F238E27FC236}">
                      <a16:creationId xmlns:a16="http://schemas.microsoft.com/office/drawing/2014/main" id="{0C1697CF-CC03-6219-BC41-782B8A3C5419}"/>
                    </a:ext>
                  </a:extLst>
                </p:cNvPr>
                <p:cNvSpPr/>
                <p:nvPr/>
              </p:nvSpPr>
              <p:spPr>
                <a:xfrm>
                  <a:off x="6565781" y="3569572"/>
                  <a:ext cx="57979" cy="57658"/>
                </a:xfrm>
                <a:custGeom>
                  <a:avLst/>
                  <a:gdLst>
                    <a:gd name="connsiteX0" fmla="*/ 0 w 57979"/>
                    <a:gd name="connsiteY0" fmla="*/ 28829 h 57658"/>
                    <a:gd name="connsiteX1" fmla="*/ 28990 w 57979"/>
                    <a:gd name="connsiteY1" fmla="*/ 0 h 57658"/>
                    <a:gd name="connsiteX2" fmla="*/ 57980 w 57979"/>
                    <a:gd name="connsiteY2" fmla="*/ 28829 h 57658"/>
                    <a:gd name="connsiteX3" fmla="*/ 28990 w 57979"/>
                    <a:gd name="connsiteY3" fmla="*/ 57659 h 57658"/>
                    <a:gd name="connsiteX4" fmla="*/ 0 w 57979"/>
                    <a:gd name="connsiteY4" fmla="*/ 28829 h 57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79" h="57658">
                      <a:moveTo>
                        <a:pt x="0" y="28829"/>
                      </a:moveTo>
                      <a:cubicBezTo>
                        <a:pt x="0" y="12889"/>
                        <a:pt x="12969" y="0"/>
                        <a:pt x="28990" y="0"/>
                      </a:cubicBezTo>
                      <a:cubicBezTo>
                        <a:pt x="45011" y="0"/>
                        <a:pt x="57980" y="12929"/>
                        <a:pt x="57980" y="28829"/>
                      </a:cubicBezTo>
                      <a:cubicBezTo>
                        <a:pt x="57980" y="44730"/>
                        <a:pt x="45011" y="57659"/>
                        <a:pt x="28990" y="57659"/>
                      </a:cubicBezTo>
                      <a:cubicBezTo>
                        <a:pt x="12969" y="57659"/>
                        <a:pt x="0" y="44730"/>
                        <a:pt x="0" y="28829"/>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01" name="Freeform: Shape 1300">
                  <a:extLst>
                    <a:ext uri="{FF2B5EF4-FFF2-40B4-BE49-F238E27FC236}">
                      <a16:creationId xmlns:a16="http://schemas.microsoft.com/office/drawing/2014/main" id="{D2B89776-ECF3-289E-E573-C160A05F6426}"/>
                    </a:ext>
                  </a:extLst>
                </p:cNvPr>
                <p:cNvSpPr/>
                <p:nvPr/>
              </p:nvSpPr>
              <p:spPr>
                <a:xfrm>
                  <a:off x="2957059" y="4433608"/>
                  <a:ext cx="57979" cy="57659"/>
                </a:xfrm>
                <a:custGeom>
                  <a:avLst/>
                  <a:gdLst>
                    <a:gd name="connsiteX0" fmla="*/ 0 w 57979"/>
                    <a:gd name="connsiteY0" fmla="*/ 28830 h 57659"/>
                    <a:gd name="connsiteX1" fmla="*/ 28990 w 57979"/>
                    <a:gd name="connsiteY1" fmla="*/ 0 h 57659"/>
                    <a:gd name="connsiteX2" fmla="*/ 57980 w 57979"/>
                    <a:gd name="connsiteY2" fmla="*/ 28830 h 57659"/>
                    <a:gd name="connsiteX3" fmla="*/ 28990 w 57979"/>
                    <a:gd name="connsiteY3" fmla="*/ 57659 h 57659"/>
                    <a:gd name="connsiteX4" fmla="*/ 0 w 57979"/>
                    <a:gd name="connsiteY4" fmla="*/ 28830 h 57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79" h="57659">
                      <a:moveTo>
                        <a:pt x="0" y="28830"/>
                      </a:moveTo>
                      <a:cubicBezTo>
                        <a:pt x="0" y="12889"/>
                        <a:pt x="12969" y="0"/>
                        <a:pt x="28990" y="0"/>
                      </a:cubicBezTo>
                      <a:cubicBezTo>
                        <a:pt x="45011" y="0"/>
                        <a:pt x="57980" y="12889"/>
                        <a:pt x="57980" y="28830"/>
                      </a:cubicBezTo>
                      <a:cubicBezTo>
                        <a:pt x="57980" y="44770"/>
                        <a:pt x="45011" y="57659"/>
                        <a:pt x="28990" y="57659"/>
                      </a:cubicBezTo>
                      <a:cubicBezTo>
                        <a:pt x="12969" y="57659"/>
                        <a:pt x="0" y="44770"/>
                        <a:pt x="0" y="28830"/>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02" name="Freeform: Shape 1301">
                  <a:extLst>
                    <a:ext uri="{FF2B5EF4-FFF2-40B4-BE49-F238E27FC236}">
                      <a16:creationId xmlns:a16="http://schemas.microsoft.com/office/drawing/2014/main" id="{1EA6272D-B9F4-A779-4C9A-64A2D48BF91D}"/>
                    </a:ext>
                  </a:extLst>
                </p:cNvPr>
                <p:cNvSpPr/>
                <p:nvPr/>
              </p:nvSpPr>
              <p:spPr>
                <a:xfrm>
                  <a:off x="3712644" y="5855960"/>
                  <a:ext cx="57979" cy="57659"/>
                </a:xfrm>
                <a:custGeom>
                  <a:avLst/>
                  <a:gdLst>
                    <a:gd name="connsiteX0" fmla="*/ 0 w 57979"/>
                    <a:gd name="connsiteY0" fmla="*/ 28830 h 57659"/>
                    <a:gd name="connsiteX1" fmla="*/ 28990 w 57979"/>
                    <a:gd name="connsiteY1" fmla="*/ 0 h 57659"/>
                    <a:gd name="connsiteX2" fmla="*/ 57980 w 57979"/>
                    <a:gd name="connsiteY2" fmla="*/ 28830 h 57659"/>
                    <a:gd name="connsiteX3" fmla="*/ 28990 w 57979"/>
                    <a:gd name="connsiteY3" fmla="*/ 57659 h 57659"/>
                    <a:gd name="connsiteX4" fmla="*/ 0 w 57979"/>
                    <a:gd name="connsiteY4" fmla="*/ 28830 h 57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79" h="57659">
                      <a:moveTo>
                        <a:pt x="0" y="28830"/>
                      </a:moveTo>
                      <a:cubicBezTo>
                        <a:pt x="0" y="12889"/>
                        <a:pt x="12969" y="0"/>
                        <a:pt x="28990" y="0"/>
                      </a:cubicBezTo>
                      <a:cubicBezTo>
                        <a:pt x="45011" y="0"/>
                        <a:pt x="57980" y="12929"/>
                        <a:pt x="57980" y="28830"/>
                      </a:cubicBezTo>
                      <a:cubicBezTo>
                        <a:pt x="57980" y="44730"/>
                        <a:pt x="45011" y="57659"/>
                        <a:pt x="28990" y="57659"/>
                      </a:cubicBezTo>
                      <a:cubicBezTo>
                        <a:pt x="12969" y="57659"/>
                        <a:pt x="0" y="44770"/>
                        <a:pt x="0" y="28830"/>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03" name="Freeform: Shape 1302">
                  <a:extLst>
                    <a:ext uri="{FF2B5EF4-FFF2-40B4-BE49-F238E27FC236}">
                      <a16:creationId xmlns:a16="http://schemas.microsoft.com/office/drawing/2014/main" id="{02FA8241-744B-5BD3-A1F7-5FE012534AA0}"/>
                    </a:ext>
                  </a:extLst>
                </p:cNvPr>
                <p:cNvSpPr/>
                <p:nvPr/>
              </p:nvSpPr>
              <p:spPr>
                <a:xfrm>
                  <a:off x="4833935" y="6184325"/>
                  <a:ext cx="57979" cy="57658"/>
                </a:xfrm>
                <a:custGeom>
                  <a:avLst/>
                  <a:gdLst>
                    <a:gd name="connsiteX0" fmla="*/ 0 w 57979"/>
                    <a:gd name="connsiteY0" fmla="*/ 28830 h 57658"/>
                    <a:gd name="connsiteX1" fmla="*/ 28990 w 57979"/>
                    <a:gd name="connsiteY1" fmla="*/ 0 h 57658"/>
                    <a:gd name="connsiteX2" fmla="*/ 57980 w 57979"/>
                    <a:gd name="connsiteY2" fmla="*/ 28830 h 57658"/>
                    <a:gd name="connsiteX3" fmla="*/ 28990 w 57979"/>
                    <a:gd name="connsiteY3" fmla="*/ 57659 h 57658"/>
                    <a:gd name="connsiteX4" fmla="*/ 0 w 57979"/>
                    <a:gd name="connsiteY4" fmla="*/ 28830 h 57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79" h="57658">
                      <a:moveTo>
                        <a:pt x="0" y="28830"/>
                      </a:moveTo>
                      <a:cubicBezTo>
                        <a:pt x="0" y="12889"/>
                        <a:pt x="12969" y="0"/>
                        <a:pt x="28990" y="0"/>
                      </a:cubicBezTo>
                      <a:cubicBezTo>
                        <a:pt x="45011" y="0"/>
                        <a:pt x="57980" y="12929"/>
                        <a:pt x="57980" y="28830"/>
                      </a:cubicBezTo>
                      <a:cubicBezTo>
                        <a:pt x="57980" y="44730"/>
                        <a:pt x="45011" y="57659"/>
                        <a:pt x="28990" y="57659"/>
                      </a:cubicBezTo>
                      <a:cubicBezTo>
                        <a:pt x="12969" y="57659"/>
                        <a:pt x="0" y="44730"/>
                        <a:pt x="0" y="28830"/>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04" name="Freeform: Shape 1303">
                  <a:extLst>
                    <a:ext uri="{FF2B5EF4-FFF2-40B4-BE49-F238E27FC236}">
                      <a16:creationId xmlns:a16="http://schemas.microsoft.com/office/drawing/2014/main" id="{FE40D4D4-6FDC-2BD3-7028-6A2185470D86}"/>
                    </a:ext>
                  </a:extLst>
                </p:cNvPr>
                <p:cNvSpPr/>
                <p:nvPr/>
              </p:nvSpPr>
              <p:spPr>
                <a:xfrm>
                  <a:off x="5283439" y="5947267"/>
                  <a:ext cx="57979" cy="57658"/>
                </a:xfrm>
                <a:custGeom>
                  <a:avLst/>
                  <a:gdLst>
                    <a:gd name="connsiteX0" fmla="*/ 0 w 57979"/>
                    <a:gd name="connsiteY0" fmla="*/ 28829 h 57658"/>
                    <a:gd name="connsiteX1" fmla="*/ 28990 w 57979"/>
                    <a:gd name="connsiteY1" fmla="*/ 0 h 57658"/>
                    <a:gd name="connsiteX2" fmla="*/ 57980 w 57979"/>
                    <a:gd name="connsiteY2" fmla="*/ 28829 h 57658"/>
                    <a:gd name="connsiteX3" fmla="*/ 28990 w 57979"/>
                    <a:gd name="connsiteY3" fmla="*/ 57659 h 57658"/>
                    <a:gd name="connsiteX4" fmla="*/ 0 w 57979"/>
                    <a:gd name="connsiteY4" fmla="*/ 28829 h 57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79" h="57658">
                      <a:moveTo>
                        <a:pt x="0" y="28829"/>
                      </a:moveTo>
                      <a:cubicBezTo>
                        <a:pt x="0" y="12889"/>
                        <a:pt x="12969" y="0"/>
                        <a:pt x="28990" y="0"/>
                      </a:cubicBezTo>
                      <a:cubicBezTo>
                        <a:pt x="45011" y="0"/>
                        <a:pt x="57980" y="12929"/>
                        <a:pt x="57980" y="28829"/>
                      </a:cubicBezTo>
                      <a:cubicBezTo>
                        <a:pt x="57980" y="44729"/>
                        <a:pt x="45011" y="57659"/>
                        <a:pt x="28990" y="57659"/>
                      </a:cubicBezTo>
                      <a:cubicBezTo>
                        <a:pt x="12969" y="57659"/>
                        <a:pt x="0" y="44729"/>
                        <a:pt x="0" y="28829"/>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05" name="Freeform: Shape 1304">
                  <a:extLst>
                    <a:ext uri="{FF2B5EF4-FFF2-40B4-BE49-F238E27FC236}">
                      <a16:creationId xmlns:a16="http://schemas.microsoft.com/office/drawing/2014/main" id="{417FF6BE-80EF-09A7-86A7-2CCB3D05352F}"/>
                    </a:ext>
                  </a:extLst>
                </p:cNvPr>
                <p:cNvSpPr/>
                <p:nvPr/>
              </p:nvSpPr>
              <p:spPr>
                <a:xfrm>
                  <a:off x="5890822" y="5811111"/>
                  <a:ext cx="57979" cy="57658"/>
                </a:xfrm>
                <a:custGeom>
                  <a:avLst/>
                  <a:gdLst>
                    <a:gd name="connsiteX0" fmla="*/ 0 w 57979"/>
                    <a:gd name="connsiteY0" fmla="*/ 28829 h 57658"/>
                    <a:gd name="connsiteX1" fmla="*/ 28990 w 57979"/>
                    <a:gd name="connsiteY1" fmla="*/ 0 h 57658"/>
                    <a:gd name="connsiteX2" fmla="*/ 57980 w 57979"/>
                    <a:gd name="connsiteY2" fmla="*/ 28829 h 57658"/>
                    <a:gd name="connsiteX3" fmla="*/ 28990 w 57979"/>
                    <a:gd name="connsiteY3" fmla="*/ 57659 h 57658"/>
                    <a:gd name="connsiteX4" fmla="*/ 0 w 57979"/>
                    <a:gd name="connsiteY4" fmla="*/ 28829 h 57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79" h="57658">
                      <a:moveTo>
                        <a:pt x="0" y="28829"/>
                      </a:moveTo>
                      <a:cubicBezTo>
                        <a:pt x="0" y="12889"/>
                        <a:pt x="12969" y="0"/>
                        <a:pt x="28990" y="0"/>
                      </a:cubicBezTo>
                      <a:cubicBezTo>
                        <a:pt x="45010" y="0"/>
                        <a:pt x="57980" y="12889"/>
                        <a:pt x="57980" y="28829"/>
                      </a:cubicBezTo>
                      <a:cubicBezTo>
                        <a:pt x="57980" y="44770"/>
                        <a:pt x="45010" y="57659"/>
                        <a:pt x="28990" y="57659"/>
                      </a:cubicBezTo>
                      <a:cubicBezTo>
                        <a:pt x="12969" y="57659"/>
                        <a:pt x="0" y="44770"/>
                        <a:pt x="0" y="28829"/>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06" name="Freeform: Shape 1305">
                  <a:extLst>
                    <a:ext uri="{FF2B5EF4-FFF2-40B4-BE49-F238E27FC236}">
                      <a16:creationId xmlns:a16="http://schemas.microsoft.com/office/drawing/2014/main" id="{1A8C0721-EA65-E64B-9F13-99C70BF934A0}"/>
                    </a:ext>
                  </a:extLst>
                </p:cNvPr>
                <p:cNvSpPr/>
                <p:nvPr/>
              </p:nvSpPr>
              <p:spPr>
                <a:xfrm>
                  <a:off x="5391368" y="5521211"/>
                  <a:ext cx="57979" cy="57659"/>
                </a:xfrm>
                <a:custGeom>
                  <a:avLst/>
                  <a:gdLst>
                    <a:gd name="connsiteX0" fmla="*/ 0 w 57979"/>
                    <a:gd name="connsiteY0" fmla="*/ 28830 h 57659"/>
                    <a:gd name="connsiteX1" fmla="*/ 28990 w 57979"/>
                    <a:gd name="connsiteY1" fmla="*/ 0 h 57659"/>
                    <a:gd name="connsiteX2" fmla="*/ 57980 w 57979"/>
                    <a:gd name="connsiteY2" fmla="*/ 28830 h 57659"/>
                    <a:gd name="connsiteX3" fmla="*/ 28990 w 57979"/>
                    <a:gd name="connsiteY3" fmla="*/ 57659 h 57659"/>
                    <a:gd name="connsiteX4" fmla="*/ 0 w 57979"/>
                    <a:gd name="connsiteY4" fmla="*/ 28830 h 57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79" h="57659">
                      <a:moveTo>
                        <a:pt x="0" y="28830"/>
                      </a:moveTo>
                      <a:cubicBezTo>
                        <a:pt x="0" y="12889"/>
                        <a:pt x="12969" y="0"/>
                        <a:pt x="28990" y="0"/>
                      </a:cubicBezTo>
                      <a:cubicBezTo>
                        <a:pt x="45010" y="0"/>
                        <a:pt x="57980" y="12929"/>
                        <a:pt x="57980" y="28830"/>
                      </a:cubicBezTo>
                      <a:cubicBezTo>
                        <a:pt x="57980" y="44730"/>
                        <a:pt x="45010" y="57659"/>
                        <a:pt x="28990" y="57659"/>
                      </a:cubicBezTo>
                      <a:cubicBezTo>
                        <a:pt x="12969" y="57659"/>
                        <a:pt x="0" y="44730"/>
                        <a:pt x="0" y="28830"/>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07" name="Freeform: Shape 1306">
                  <a:extLst>
                    <a:ext uri="{FF2B5EF4-FFF2-40B4-BE49-F238E27FC236}">
                      <a16:creationId xmlns:a16="http://schemas.microsoft.com/office/drawing/2014/main" id="{13E0A3A1-4906-A1DD-5C0B-6EA559045252}"/>
                    </a:ext>
                  </a:extLst>
                </p:cNvPr>
                <p:cNvSpPr/>
                <p:nvPr/>
              </p:nvSpPr>
              <p:spPr>
                <a:xfrm>
                  <a:off x="4932227" y="5668570"/>
                  <a:ext cx="57979" cy="57658"/>
                </a:xfrm>
                <a:custGeom>
                  <a:avLst/>
                  <a:gdLst>
                    <a:gd name="connsiteX0" fmla="*/ 0 w 57979"/>
                    <a:gd name="connsiteY0" fmla="*/ 28829 h 57658"/>
                    <a:gd name="connsiteX1" fmla="*/ 28990 w 57979"/>
                    <a:gd name="connsiteY1" fmla="*/ 0 h 57658"/>
                    <a:gd name="connsiteX2" fmla="*/ 57980 w 57979"/>
                    <a:gd name="connsiteY2" fmla="*/ 28829 h 57658"/>
                    <a:gd name="connsiteX3" fmla="*/ 28990 w 57979"/>
                    <a:gd name="connsiteY3" fmla="*/ 57659 h 57658"/>
                    <a:gd name="connsiteX4" fmla="*/ 0 w 57979"/>
                    <a:gd name="connsiteY4" fmla="*/ 28829 h 57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79" h="57658">
                      <a:moveTo>
                        <a:pt x="0" y="28829"/>
                      </a:moveTo>
                      <a:cubicBezTo>
                        <a:pt x="0" y="12889"/>
                        <a:pt x="12969" y="0"/>
                        <a:pt x="28990" y="0"/>
                      </a:cubicBezTo>
                      <a:cubicBezTo>
                        <a:pt x="45011" y="0"/>
                        <a:pt x="57980" y="12929"/>
                        <a:pt x="57980" y="28829"/>
                      </a:cubicBezTo>
                      <a:cubicBezTo>
                        <a:pt x="57980" y="44730"/>
                        <a:pt x="45011" y="57659"/>
                        <a:pt x="28990" y="57659"/>
                      </a:cubicBezTo>
                      <a:cubicBezTo>
                        <a:pt x="12969" y="57659"/>
                        <a:pt x="0" y="44730"/>
                        <a:pt x="0" y="28829"/>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08" name="Freeform: Shape 1307">
                  <a:extLst>
                    <a:ext uri="{FF2B5EF4-FFF2-40B4-BE49-F238E27FC236}">
                      <a16:creationId xmlns:a16="http://schemas.microsoft.com/office/drawing/2014/main" id="{308B99B1-9682-1AAB-CC81-86037D01958B}"/>
                    </a:ext>
                  </a:extLst>
                </p:cNvPr>
                <p:cNvSpPr/>
                <p:nvPr/>
              </p:nvSpPr>
              <p:spPr>
                <a:xfrm>
                  <a:off x="6304831" y="6195568"/>
                  <a:ext cx="57979" cy="57658"/>
                </a:xfrm>
                <a:custGeom>
                  <a:avLst/>
                  <a:gdLst>
                    <a:gd name="connsiteX0" fmla="*/ 0 w 57979"/>
                    <a:gd name="connsiteY0" fmla="*/ 28829 h 57658"/>
                    <a:gd name="connsiteX1" fmla="*/ 28990 w 57979"/>
                    <a:gd name="connsiteY1" fmla="*/ 0 h 57658"/>
                    <a:gd name="connsiteX2" fmla="*/ 57980 w 57979"/>
                    <a:gd name="connsiteY2" fmla="*/ 28829 h 57658"/>
                    <a:gd name="connsiteX3" fmla="*/ 28990 w 57979"/>
                    <a:gd name="connsiteY3" fmla="*/ 57659 h 57658"/>
                    <a:gd name="connsiteX4" fmla="*/ 0 w 57979"/>
                    <a:gd name="connsiteY4" fmla="*/ 28829 h 57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79" h="57658">
                      <a:moveTo>
                        <a:pt x="0" y="28829"/>
                      </a:moveTo>
                      <a:cubicBezTo>
                        <a:pt x="0" y="12889"/>
                        <a:pt x="12969" y="0"/>
                        <a:pt x="28990" y="0"/>
                      </a:cubicBezTo>
                      <a:cubicBezTo>
                        <a:pt x="45010" y="0"/>
                        <a:pt x="57980" y="12889"/>
                        <a:pt x="57980" y="28829"/>
                      </a:cubicBezTo>
                      <a:cubicBezTo>
                        <a:pt x="57980" y="44770"/>
                        <a:pt x="45010" y="57659"/>
                        <a:pt x="28990" y="57659"/>
                      </a:cubicBezTo>
                      <a:cubicBezTo>
                        <a:pt x="12969" y="57659"/>
                        <a:pt x="0" y="44730"/>
                        <a:pt x="0" y="28829"/>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09" name="Freeform: Shape 1308">
                  <a:extLst>
                    <a:ext uri="{FF2B5EF4-FFF2-40B4-BE49-F238E27FC236}">
                      <a16:creationId xmlns:a16="http://schemas.microsoft.com/office/drawing/2014/main" id="{46B16B9B-CB0B-3784-D152-ADFFF08EB210}"/>
                    </a:ext>
                  </a:extLst>
                </p:cNvPr>
                <p:cNvSpPr/>
                <p:nvPr/>
              </p:nvSpPr>
              <p:spPr>
                <a:xfrm>
                  <a:off x="3939785" y="722378"/>
                  <a:ext cx="57979" cy="57658"/>
                </a:xfrm>
                <a:custGeom>
                  <a:avLst/>
                  <a:gdLst>
                    <a:gd name="connsiteX0" fmla="*/ 0 w 57979"/>
                    <a:gd name="connsiteY0" fmla="*/ 28829 h 57658"/>
                    <a:gd name="connsiteX1" fmla="*/ 28990 w 57979"/>
                    <a:gd name="connsiteY1" fmla="*/ 0 h 57658"/>
                    <a:gd name="connsiteX2" fmla="*/ 57980 w 57979"/>
                    <a:gd name="connsiteY2" fmla="*/ 28829 h 57658"/>
                    <a:gd name="connsiteX3" fmla="*/ 28990 w 57979"/>
                    <a:gd name="connsiteY3" fmla="*/ 57659 h 57658"/>
                    <a:gd name="connsiteX4" fmla="*/ 0 w 57979"/>
                    <a:gd name="connsiteY4" fmla="*/ 28829 h 57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79" h="57658">
                      <a:moveTo>
                        <a:pt x="0" y="28829"/>
                      </a:moveTo>
                      <a:cubicBezTo>
                        <a:pt x="0" y="12889"/>
                        <a:pt x="12969" y="0"/>
                        <a:pt x="28990" y="0"/>
                      </a:cubicBezTo>
                      <a:cubicBezTo>
                        <a:pt x="45011" y="0"/>
                        <a:pt x="57980" y="12889"/>
                        <a:pt x="57980" y="28829"/>
                      </a:cubicBezTo>
                      <a:cubicBezTo>
                        <a:pt x="57980" y="44770"/>
                        <a:pt x="45011" y="57659"/>
                        <a:pt x="28990" y="57659"/>
                      </a:cubicBezTo>
                      <a:cubicBezTo>
                        <a:pt x="12969" y="57659"/>
                        <a:pt x="0" y="44770"/>
                        <a:pt x="0" y="28829"/>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10" name="Freeform: Shape 1309">
                  <a:extLst>
                    <a:ext uri="{FF2B5EF4-FFF2-40B4-BE49-F238E27FC236}">
                      <a16:creationId xmlns:a16="http://schemas.microsoft.com/office/drawing/2014/main" id="{3FB6A52F-2ECB-F758-3437-B0CD0CEEA759}"/>
                    </a:ext>
                  </a:extLst>
                </p:cNvPr>
                <p:cNvSpPr/>
                <p:nvPr/>
              </p:nvSpPr>
              <p:spPr>
                <a:xfrm>
                  <a:off x="9466578" y="3141831"/>
                  <a:ext cx="57980" cy="57658"/>
                </a:xfrm>
                <a:custGeom>
                  <a:avLst/>
                  <a:gdLst>
                    <a:gd name="connsiteX0" fmla="*/ 0 w 57980"/>
                    <a:gd name="connsiteY0" fmla="*/ 28829 h 57658"/>
                    <a:gd name="connsiteX1" fmla="*/ 28990 w 57980"/>
                    <a:gd name="connsiteY1" fmla="*/ 0 h 57658"/>
                    <a:gd name="connsiteX2" fmla="*/ 57980 w 57980"/>
                    <a:gd name="connsiteY2" fmla="*/ 28829 h 57658"/>
                    <a:gd name="connsiteX3" fmla="*/ 28990 w 57980"/>
                    <a:gd name="connsiteY3" fmla="*/ 57659 h 57658"/>
                    <a:gd name="connsiteX4" fmla="*/ 0 w 57980"/>
                    <a:gd name="connsiteY4" fmla="*/ 28829 h 57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80" h="57658">
                      <a:moveTo>
                        <a:pt x="0" y="28829"/>
                      </a:moveTo>
                      <a:cubicBezTo>
                        <a:pt x="0" y="12889"/>
                        <a:pt x="12970" y="0"/>
                        <a:pt x="28990" y="0"/>
                      </a:cubicBezTo>
                      <a:cubicBezTo>
                        <a:pt x="45011" y="0"/>
                        <a:pt x="57980" y="12889"/>
                        <a:pt x="57980" y="28829"/>
                      </a:cubicBezTo>
                      <a:cubicBezTo>
                        <a:pt x="57980" y="44770"/>
                        <a:pt x="45011" y="57659"/>
                        <a:pt x="28990" y="57659"/>
                      </a:cubicBezTo>
                      <a:cubicBezTo>
                        <a:pt x="12970" y="57659"/>
                        <a:pt x="0" y="44770"/>
                        <a:pt x="0" y="28829"/>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11" name="Freeform: Shape 1310">
                  <a:extLst>
                    <a:ext uri="{FF2B5EF4-FFF2-40B4-BE49-F238E27FC236}">
                      <a16:creationId xmlns:a16="http://schemas.microsoft.com/office/drawing/2014/main" id="{48A604E9-45D1-9DAF-BE20-1CA98540A001}"/>
                    </a:ext>
                  </a:extLst>
                </p:cNvPr>
                <p:cNvSpPr/>
                <p:nvPr/>
              </p:nvSpPr>
              <p:spPr>
                <a:xfrm>
                  <a:off x="8543438" y="4083641"/>
                  <a:ext cx="57979" cy="57658"/>
                </a:xfrm>
                <a:custGeom>
                  <a:avLst/>
                  <a:gdLst>
                    <a:gd name="connsiteX0" fmla="*/ 0 w 57979"/>
                    <a:gd name="connsiteY0" fmla="*/ 28829 h 57658"/>
                    <a:gd name="connsiteX1" fmla="*/ 28990 w 57979"/>
                    <a:gd name="connsiteY1" fmla="*/ 0 h 57658"/>
                    <a:gd name="connsiteX2" fmla="*/ 57980 w 57979"/>
                    <a:gd name="connsiteY2" fmla="*/ 28829 h 57658"/>
                    <a:gd name="connsiteX3" fmla="*/ 28990 w 57979"/>
                    <a:gd name="connsiteY3" fmla="*/ 57659 h 57658"/>
                    <a:gd name="connsiteX4" fmla="*/ 0 w 57979"/>
                    <a:gd name="connsiteY4" fmla="*/ 28829 h 57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79" h="57658">
                      <a:moveTo>
                        <a:pt x="0" y="28829"/>
                      </a:moveTo>
                      <a:cubicBezTo>
                        <a:pt x="0" y="12889"/>
                        <a:pt x="12969" y="0"/>
                        <a:pt x="28990" y="0"/>
                      </a:cubicBezTo>
                      <a:cubicBezTo>
                        <a:pt x="45010" y="0"/>
                        <a:pt x="57980" y="12889"/>
                        <a:pt x="57980" y="28829"/>
                      </a:cubicBezTo>
                      <a:cubicBezTo>
                        <a:pt x="57980" y="44770"/>
                        <a:pt x="45010" y="57659"/>
                        <a:pt x="28990" y="57659"/>
                      </a:cubicBezTo>
                      <a:cubicBezTo>
                        <a:pt x="12969" y="57659"/>
                        <a:pt x="0" y="44770"/>
                        <a:pt x="0" y="28829"/>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12" name="Freeform: Shape 1311">
                  <a:extLst>
                    <a:ext uri="{FF2B5EF4-FFF2-40B4-BE49-F238E27FC236}">
                      <a16:creationId xmlns:a16="http://schemas.microsoft.com/office/drawing/2014/main" id="{1A2E6030-AC58-CE8F-9874-883BA8E4DE79}"/>
                    </a:ext>
                  </a:extLst>
                </p:cNvPr>
                <p:cNvSpPr/>
                <p:nvPr/>
              </p:nvSpPr>
              <p:spPr>
                <a:xfrm>
                  <a:off x="7794760" y="3706090"/>
                  <a:ext cx="57980" cy="57658"/>
                </a:xfrm>
                <a:custGeom>
                  <a:avLst/>
                  <a:gdLst>
                    <a:gd name="connsiteX0" fmla="*/ 0 w 57980"/>
                    <a:gd name="connsiteY0" fmla="*/ 28829 h 57658"/>
                    <a:gd name="connsiteX1" fmla="*/ 28990 w 57980"/>
                    <a:gd name="connsiteY1" fmla="*/ 0 h 57658"/>
                    <a:gd name="connsiteX2" fmla="*/ 57980 w 57980"/>
                    <a:gd name="connsiteY2" fmla="*/ 28829 h 57658"/>
                    <a:gd name="connsiteX3" fmla="*/ 28990 w 57980"/>
                    <a:gd name="connsiteY3" fmla="*/ 57659 h 57658"/>
                    <a:gd name="connsiteX4" fmla="*/ 0 w 57980"/>
                    <a:gd name="connsiteY4" fmla="*/ 28829 h 57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80" h="57658">
                      <a:moveTo>
                        <a:pt x="0" y="28829"/>
                      </a:moveTo>
                      <a:cubicBezTo>
                        <a:pt x="0" y="12889"/>
                        <a:pt x="12970" y="0"/>
                        <a:pt x="28990" y="0"/>
                      </a:cubicBezTo>
                      <a:cubicBezTo>
                        <a:pt x="45011" y="0"/>
                        <a:pt x="57980" y="12929"/>
                        <a:pt x="57980" y="28829"/>
                      </a:cubicBezTo>
                      <a:cubicBezTo>
                        <a:pt x="57980" y="44730"/>
                        <a:pt x="45011" y="57659"/>
                        <a:pt x="28990" y="57659"/>
                      </a:cubicBezTo>
                      <a:cubicBezTo>
                        <a:pt x="12970" y="57659"/>
                        <a:pt x="0" y="44770"/>
                        <a:pt x="0" y="28829"/>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13" name="Freeform: Shape 1312">
                  <a:extLst>
                    <a:ext uri="{FF2B5EF4-FFF2-40B4-BE49-F238E27FC236}">
                      <a16:creationId xmlns:a16="http://schemas.microsoft.com/office/drawing/2014/main" id="{A0D9E566-DD20-0BD6-8F74-2628826DCF92}"/>
                    </a:ext>
                  </a:extLst>
                </p:cNvPr>
                <p:cNvSpPr/>
                <p:nvPr/>
              </p:nvSpPr>
              <p:spPr>
                <a:xfrm>
                  <a:off x="6770878" y="4882028"/>
                  <a:ext cx="57980" cy="57658"/>
                </a:xfrm>
                <a:custGeom>
                  <a:avLst/>
                  <a:gdLst>
                    <a:gd name="connsiteX0" fmla="*/ 0 w 57980"/>
                    <a:gd name="connsiteY0" fmla="*/ 28830 h 57658"/>
                    <a:gd name="connsiteX1" fmla="*/ 28990 w 57980"/>
                    <a:gd name="connsiteY1" fmla="*/ 0 h 57658"/>
                    <a:gd name="connsiteX2" fmla="*/ 57980 w 57980"/>
                    <a:gd name="connsiteY2" fmla="*/ 28830 h 57658"/>
                    <a:gd name="connsiteX3" fmla="*/ 28990 w 57980"/>
                    <a:gd name="connsiteY3" fmla="*/ 57659 h 57658"/>
                    <a:gd name="connsiteX4" fmla="*/ 0 w 57980"/>
                    <a:gd name="connsiteY4" fmla="*/ 28830 h 57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80" h="57658">
                      <a:moveTo>
                        <a:pt x="0" y="28830"/>
                      </a:moveTo>
                      <a:cubicBezTo>
                        <a:pt x="0" y="12889"/>
                        <a:pt x="12970" y="0"/>
                        <a:pt x="28990" y="0"/>
                      </a:cubicBezTo>
                      <a:cubicBezTo>
                        <a:pt x="45011" y="0"/>
                        <a:pt x="57980" y="12929"/>
                        <a:pt x="57980" y="28830"/>
                      </a:cubicBezTo>
                      <a:cubicBezTo>
                        <a:pt x="57980" y="44730"/>
                        <a:pt x="45011" y="57659"/>
                        <a:pt x="28990" y="57659"/>
                      </a:cubicBezTo>
                      <a:cubicBezTo>
                        <a:pt x="12970" y="57659"/>
                        <a:pt x="0" y="44770"/>
                        <a:pt x="0" y="28830"/>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14" name="Freeform: Shape 1313">
                  <a:extLst>
                    <a:ext uri="{FF2B5EF4-FFF2-40B4-BE49-F238E27FC236}">
                      <a16:creationId xmlns:a16="http://schemas.microsoft.com/office/drawing/2014/main" id="{9176B2F3-E197-6E2F-731B-B43F688DF39C}"/>
                    </a:ext>
                  </a:extLst>
                </p:cNvPr>
                <p:cNvSpPr/>
                <p:nvPr/>
              </p:nvSpPr>
              <p:spPr>
                <a:xfrm>
                  <a:off x="9193503" y="3927489"/>
                  <a:ext cx="57980" cy="57658"/>
                </a:xfrm>
                <a:custGeom>
                  <a:avLst/>
                  <a:gdLst>
                    <a:gd name="connsiteX0" fmla="*/ 0 w 57980"/>
                    <a:gd name="connsiteY0" fmla="*/ 28829 h 57658"/>
                    <a:gd name="connsiteX1" fmla="*/ 28990 w 57980"/>
                    <a:gd name="connsiteY1" fmla="*/ 0 h 57658"/>
                    <a:gd name="connsiteX2" fmla="*/ 57980 w 57980"/>
                    <a:gd name="connsiteY2" fmla="*/ 28829 h 57658"/>
                    <a:gd name="connsiteX3" fmla="*/ 28990 w 57980"/>
                    <a:gd name="connsiteY3" fmla="*/ 57659 h 57658"/>
                    <a:gd name="connsiteX4" fmla="*/ 0 w 57980"/>
                    <a:gd name="connsiteY4" fmla="*/ 28829 h 57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80" h="57658">
                      <a:moveTo>
                        <a:pt x="0" y="28829"/>
                      </a:moveTo>
                      <a:cubicBezTo>
                        <a:pt x="0" y="12889"/>
                        <a:pt x="12970" y="0"/>
                        <a:pt x="28990" y="0"/>
                      </a:cubicBezTo>
                      <a:cubicBezTo>
                        <a:pt x="45011" y="0"/>
                        <a:pt x="57980" y="12889"/>
                        <a:pt x="57980" y="28829"/>
                      </a:cubicBezTo>
                      <a:cubicBezTo>
                        <a:pt x="57980" y="44770"/>
                        <a:pt x="45011" y="57659"/>
                        <a:pt x="28990" y="57659"/>
                      </a:cubicBezTo>
                      <a:cubicBezTo>
                        <a:pt x="12970" y="57659"/>
                        <a:pt x="0" y="44729"/>
                        <a:pt x="0" y="28829"/>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15" name="Freeform: Shape 1314">
                  <a:extLst>
                    <a:ext uri="{FF2B5EF4-FFF2-40B4-BE49-F238E27FC236}">
                      <a16:creationId xmlns:a16="http://schemas.microsoft.com/office/drawing/2014/main" id="{A362FC0E-B433-8E2F-66EA-52E367C44BB4}"/>
                    </a:ext>
                  </a:extLst>
                </p:cNvPr>
                <p:cNvSpPr/>
                <p:nvPr/>
              </p:nvSpPr>
              <p:spPr>
                <a:xfrm>
                  <a:off x="7675869" y="5075923"/>
                  <a:ext cx="57980" cy="57658"/>
                </a:xfrm>
                <a:custGeom>
                  <a:avLst/>
                  <a:gdLst>
                    <a:gd name="connsiteX0" fmla="*/ 0 w 57980"/>
                    <a:gd name="connsiteY0" fmla="*/ 28829 h 57658"/>
                    <a:gd name="connsiteX1" fmla="*/ 28990 w 57980"/>
                    <a:gd name="connsiteY1" fmla="*/ 0 h 57658"/>
                    <a:gd name="connsiteX2" fmla="*/ 57980 w 57980"/>
                    <a:gd name="connsiteY2" fmla="*/ 28829 h 57658"/>
                    <a:gd name="connsiteX3" fmla="*/ 28990 w 57980"/>
                    <a:gd name="connsiteY3" fmla="*/ 57659 h 57658"/>
                    <a:gd name="connsiteX4" fmla="*/ 0 w 57980"/>
                    <a:gd name="connsiteY4" fmla="*/ 28829 h 57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80" h="57658">
                      <a:moveTo>
                        <a:pt x="0" y="28829"/>
                      </a:moveTo>
                      <a:cubicBezTo>
                        <a:pt x="0" y="12889"/>
                        <a:pt x="12969" y="0"/>
                        <a:pt x="28990" y="0"/>
                      </a:cubicBezTo>
                      <a:cubicBezTo>
                        <a:pt x="45011" y="0"/>
                        <a:pt x="57980" y="12929"/>
                        <a:pt x="57980" y="28829"/>
                      </a:cubicBezTo>
                      <a:cubicBezTo>
                        <a:pt x="57980" y="44730"/>
                        <a:pt x="45011" y="57659"/>
                        <a:pt x="28990" y="57659"/>
                      </a:cubicBezTo>
                      <a:cubicBezTo>
                        <a:pt x="12969" y="57659"/>
                        <a:pt x="0" y="44769"/>
                        <a:pt x="0" y="28829"/>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16" name="Freeform: Shape 1315">
                  <a:extLst>
                    <a:ext uri="{FF2B5EF4-FFF2-40B4-BE49-F238E27FC236}">
                      <a16:creationId xmlns:a16="http://schemas.microsoft.com/office/drawing/2014/main" id="{F63E23BF-ABE5-32C1-AA0E-2E0D872D56A9}"/>
                    </a:ext>
                  </a:extLst>
                </p:cNvPr>
                <p:cNvSpPr/>
                <p:nvPr/>
              </p:nvSpPr>
              <p:spPr>
                <a:xfrm>
                  <a:off x="4766961" y="4526802"/>
                  <a:ext cx="57979" cy="57658"/>
                </a:xfrm>
                <a:custGeom>
                  <a:avLst/>
                  <a:gdLst>
                    <a:gd name="connsiteX0" fmla="*/ 0 w 57979"/>
                    <a:gd name="connsiteY0" fmla="*/ 28829 h 57658"/>
                    <a:gd name="connsiteX1" fmla="*/ 28990 w 57979"/>
                    <a:gd name="connsiteY1" fmla="*/ 0 h 57658"/>
                    <a:gd name="connsiteX2" fmla="*/ 57980 w 57979"/>
                    <a:gd name="connsiteY2" fmla="*/ 28829 h 57658"/>
                    <a:gd name="connsiteX3" fmla="*/ 28990 w 57979"/>
                    <a:gd name="connsiteY3" fmla="*/ 57659 h 57658"/>
                    <a:gd name="connsiteX4" fmla="*/ 0 w 57979"/>
                    <a:gd name="connsiteY4" fmla="*/ 28829 h 57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79" h="57658">
                      <a:moveTo>
                        <a:pt x="0" y="28829"/>
                      </a:moveTo>
                      <a:cubicBezTo>
                        <a:pt x="0" y="12889"/>
                        <a:pt x="12969" y="0"/>
                        <a:pt x="28990" y="0"/>
                      </a:cubicBezTo>
                      <a:cubicBezTo>
                        <a:pt x="45011" y="0"/>
                        <a:pt x="57980" y="12889"/>
                        <a:pt x="57980" y="28829"/>
                      </a:cubicBezTo>
                      <a:cubicBezTo>
                        <a:pt x="57980" y="44770"/>
                        <a:pt x="45011" y="57659"/>
                        <a:pt x="28990" y="57659"/>
                      </a:cubicBezTo>
                      <a:cubicBezTo>
                        <a:pt x="12969" y="57659"/>
                        <a:pt x="0" y="44770"/>
                        <a:pt x="0" y="28829"/>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17" name="Freeform: Shape 1316">
                  <a:extLst>
                    <a:ext uri="{FF2B5EF4-FFF2-40B4-BE49-F238E27FC236}">
                      <a16:creationId xmlns:a16="http://schemas.microsoft.com/office/drawing/2014/main" id="{B0B2E6D3-61A5-EC6F-CB61-C9BBA093AF8D}"/>
                    </a:ext>
                  </a:extLst>
                </p:cNvPr>
                <p:cNvSpPr/>
                <p:nvPr/>
              </p:nvSpPr>
              <p:spPr>
                <a:xfrm>
                  <a:off x="8814104" y="5020674"/>
                  <a:ext cx="57980" cy="57658"/>
                </a:xfrm>
                <a:custGeom>
                  <a:avLst/>
                  <a:gdLst>
                    <a:gd name="connsiteX0" fmla="*/ 0 w 57980"/>
                    <a:gd name="connsiteY0" fmla="*/ 28829 h 57658"/>
                    <a:gd name="connsiteX1" fmla="*/ 28990 w 57980"/>
                    <a:gd name="connsiteY1" fmla="*/ 0 h 57658"/>
                    <a:gd name="connsiteX2" fmla="*/ 57980 w 57980"/>
                    <a:gd name="connsiteY2" fmla="*/ 28829 h 57658"/>
                    <a:gd name="connsiteX3" fmla="*/ 28990 w 57980"/>
                    <a:gd name="connsiteY3" fmla="*/ 57659 h 57658"/>
                    <a:gd name="connsiteX4" fmla="*/ 0 w 57980"/>
                    <a:gd name="connsiteY4" fmla="*/ 28829 h 57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80" h="57658">
                      <a:moveTo>
                        <a:pt x="0" y="28829"/>
                      </a:moveTo>
                      <a:cubicBezTo>
                        <a:pt x="0" y="12889"/>
                        <a:pt x="12970" y="0"/>
                        <a:pt x="28990" y="0"/>
                      </a:cubicBezTo>
                      <a:cubicBezTo>
                        <a:pt x="45011" y="0"/>
                        <a:pt x="57980" y="12889"/>
                        <a:pt x="57980" y="28829"/>
                      </a:cubicBezTo>
                      <a:cubicBezTo>
                        <a:pt x="57980" y="44770"/>
                        <a:pt x="45011" y="57659"/>
                        <a:pt x="28990" y="57659"/>
                      </a:cubicBezTo>
                      <a:cubicBezTo>
                        <a:pt x="12970" y="57659"/>
                        <a:pt x="0" y="44730"/>
                        <a:pt x="0" y="28829"/>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18" name="Freeform: Shape 1317">
                  <a:extLst>
                    <a:ext uri="{FF2B5EF4-FFF2-40B4-BE49-F238E27FC236}">
                      <a16:creationId xmlns:a16="http://schemas.microsoft.com/office/drawing/2014/main" id="{B038D144-E464-718C-2F27-1B63CA0EF62C}"/>
                    </a:ext>
                  </a:extLst>
                </p:cNvPr>
                <p:cNvSpPr/>
                <p:nvPr/>
              </p:nvSpPr>
              <p:spPr>
                <a:xfrm>
                  <a:off x="7893374" y="5839980"/>
                  <a:ext cx="57979" cy="57658"/>
                </a:xfrm>
                <a:custGeom>
                  <a:avLst/>
                  <a:gdLst>
                    <a:gd name="connsiteX0" fmla="*/ 0 w 57979"/>
                    <a:gd name="connsiteY0" fmla="*/ 28830 h 57658"/>
                    <a:gd name="connsiteX1" fmla="*/ 28990 w 57979"/>
                    <a:gd name="connsiteY1" fmla="*/ 0 h 57658"/>
                    <a:gd name="connsiteX2" fmla="*/ 57980 w 57979"/>
                    <a:gd name="connsiteY2" fmla="*/ 28830 h 57658"/>
                    <a:gd name="connsiteX3" fmla="*/ 28990 w 57979"/>
                    <a:gd name="connsiteY3" fmla="*/ 57659 h 57658"/>
                    <a:gd name="connsiteX4" fmla="*/ 0 w 57979"/>
                    <a:gd name="connsiteY4" fmla="*/ 28830 h 57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79" h="57658">
                      <a:moveTo>
                        <a:pt x="0" y="28830"/>
                      </a:moveTo>
                      <a:cubicBezTo>
                        <a:pt x="0" y="12889"/>
                        <a:pt x="12969" y="0"/>
                        <a:pt x="28990" y="0"/>
                      </a:cubicBezTo>
                      <a:cubicBezTo>
                        <a:pt x="45010" y="0"/>
                        <a:pt x="57980" y="12929"/>
                        <a:pt x="57980" y="28830"/>
                      </a:cubicBezTo>
                      <a:cubicBezTo>
                        <a:pt x="57980" y="44730"/>
                        <a:pt x="45010" y="57659"/>
                        <a:pt x="28990" y="57659"/>
                      </a:cubicBezTo>
                      <a:cubicBezTo>
                        <a:pt x="12969" y="57659"/>
                        <a:pt x="0" y="44730"/>
                        <a:pt x="0" y="28830"/>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19" name="Freeform: Shape 1318">
                  <a:extLst>
                    <a:ext uri="{FF2B5EF4-FFF2-40B4-BE49-F238E27FC236}">
                      <a16:creationId xmlns:a16="http://schemas.microsoft.com/office/drawing/2014/main" id="{F4CDDE49-A646-855E-E515-253857167A2A}"/>
                    </a:ext>
                  </a:extLst>
                </p:cNvPr>
                <p:cNvSpPr/>
                <p:nvPr/>
              </p:nvSpPr>
              <p:spPr>
                <a:xfrm>
                  <a:off x="9257947" y="2170388"/>
                  <a:ext cx="45131" cy="44850"/>
                </a:xfrm>
                <a:custGeom>
                  <a:avLst/>
                  <a:gdLst>
                    <a:gd name="connsiteX0" fmla="*/ 0 w 45131"/>
                    <a:gd name="connsiteY0" fmla="*/ 22405 h 44850"/>
                    <a:gd name="connsiteX1" fmla="*/ 22566 w 45131"/>
                    <a:gd name="connsiteY1" fmla="*/ 0 h 44850"/>
                    <a:gd name="connsiteX2" fmla="*/ 45131 w 45131"/>
                    <a:gd name="connsiteY2" fmla="*/ 22405 h 44850"/>
                    <a:gd name="connsiteX3" fmla="*/ 22566 w 45131"/>
                    <a:gd name="connsiteY3" fmla="*/ 44850 h 44850"/>
                    <a:gd name="connsiteX4" fmla="*/ 0 w 45131"/>
                    <a:gd name="connsiteY4" fmla="*/ 2240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05"/>
                      </a:moveTo>
                      <a:cubicBezTo>
                        <a:pt x="0" y="10038"/>
                        <a:pt x="10118" y="0"/>
                        <a:pt x="22566" y="0"/>
                      </a:cubicBezTo>
                      <a:cubicBezTo>
                        <a:pt x="35013" y="0"/>
                        <a:pt x="45131" y="10038"/>
                        <a:pt x="45131" y="22405"/>
                      </a:cubicBezTo>
                      <a:cubicBezTo>
                        <a:pt x="45131" y="34772"/>
                        <a:pt x="35053" y="44850"/>
                        <a:pt x="22566" y="44850"/>
                      </a:cubicBezTo>
                      <a:cubicBezTo>
                        <a:pt x="1007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20" name="Freeform: Shape 1319">
                  <a:extLst>
                    <a:ext uri="{FF2B5EF4-FFF2-40B4-BE49-F238E27FC236}">
                      <a16:creationId xmlns:a16="http://schemas.microsoft.com/office/drawing/2014/main" id="{87E4FE6C-9B60-2B7B-23FE-87DF9F95361A}"/>
                    </a:ext>
                  </a:extLst>
                </p:cNvPr>
                <p:cNvSpPr/>
                <p:nvPr/>
              </p:nvSpPr>
              <p:spPr>
                <a:xfrm>
                  <a:off x="9127452" y="2626878"/>
                  <a:ext cx="45131" cy="44810"/>
                </a:xfrm>
                <a:custGeom>
                  <a:avLst/>
                  <a:gdLst>
                    <a:gd name="connsiteX0" fmla="*/ 0 w 45131"/>
                    <a:gd name="connsiteY0" fmla="*/ 22405 h 44810"/>
                    <a:gd name="connsiteX1" fmla="*/ 22566 w 45131"/>
                    <a:gd name="connsiteY1" fmla="*/ 0 h 44810"/>
                    <a:gd name="connsiteX2" fmla="*/ 45131 w 45131"/>
                    <a:gd name="connsiteY2" fmla="*/ 22405 h 44810"/>
                    <a:gd name="connsiteX3" fmla="*/ 22566 w 45131"/>
                    <a:gd name="connsiteY3" fmla="*/ 44810 h 44810"/>
                    <a:gd name="connsiteX4" fmla="*/ 0 w 45131"/>
                    <a:gd name="connsiteY4" fmla="*/ 22405 h 44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10">
                      <a:moveTo>
                        <a:pt x="0" y="22405"/>
                      </a:moveTo>
                      <a:cubicBezTo>
                        <a:pt x="0" y="10038"/>
                        <a:pt x="10078" y="0"/>
                        <a:pt x="22566" y="0"/>
                      </a:cubicBezTo>
                      <a:cubicBezTo>
                        <a:pt x="35053" y="0"/>
                        <a:pt x="45131" y="10038"/>
                        <a:pt x="45131" y="22405"/>
                      </a:cubicBezTo>
                      <a:cubicBezTo>
                        <a:pt x="45131" y="34772"/>
                        <a:pt x="35013" y="44810"/>
                        <a:pt x="22566" y="44810"/>
                      </a:cubicBezTo>
                      <a:cubicBezTo>
                        <a:pt x="10118" y="44810"/>
                        <a:pt x="0" y="3477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21" name="Freeform: Shape 1320">
                  <a:extLst>
                    <a:ext uri="{FF2B5EF4-FFF2-40B4-BE49-F238E27FC236}">
                      <a16:creationId xmlns:a16="http://schemas.microsoft.com/office/drawing/2014/main" id="{380F35C7-9FEF-0F43-27AC-E069B491C8EC}"/>
                    </a:ext>
                  </a:extLst>
                </p:cNvPr>
                <p:cNvSpPr/>
                <p:nvPr/>
              </p:nvSpPr>
              <p:spPr>
                <a:xfrm>
                  <a:off x="8854377" y="3311594"/>
                  <a:ext cx="45131" cy="44849"/>
                </a:xfrm>
                <a:custGeom>
                  <a:avLst/>
                  <a:gdLst>
                    <a:gd name="connsiteX0" fmla="*/ 0 w 45131"/>
                    <a:gd name="connsiteY0" fmla="*/ 22445 h 44849"/>
                    <a:gd name="connsiteX1" fmla="*/ 22566 w 45131"/>
                    <a:gd name="connsiteY1" fmla="*/ 0 h 44849"/>
                    <a:gd name="connsiteX2" fmla="*/ 45131 w 45131"/>
                    <a:gd name="connsiteY2" fmla="*/ 22445 h 44849"/>
                    <a:gd name="connsiteX3" fmla="*/ 22566 w 45131"/>
                    <a:gd name="connsiteY3" fmla="*/ 44850 h 44849"/>
                    <a:gd name="connsiteX4" fmla="*/ 0 w 45131"/>
                    <a:gd name="connsiteY4" fmla="*/ 2244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45"/>
                      </a:moveTo>
                      <a:cubicBezTo>
                        <a:pt x="0" y="10078"/>
                        <a:pt x="10118" y="0"/>
                        <a:pt x="22566" y="0"/>
                      </a:cubicBezTo>
                      <a:cubicBezTo>
                        <a:pt x="35013" y="0"/>
                        <a:pt x="45131" y="10038"/>
                        <a:pt x="45131" y="22445"/>
                      </a:cubicBezTo>
                      <a:cubicBezTo>
                        <a:pt x="45131" y="34852"/>
                        <a:pt x="35053" y="44850"/>
                        <a:pt x="22566" y="44850"/>
                      </a:cubicBezTo>
                      <a:cubicBezTo>
                        <a:pt x="1007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22" name="Freeform: Shape 1321">
                  <a:extLst>
                    <a:ext uri="{FF2B5EF4-FFF2-40B4-BE49-F238E27FC236}">
                      <a16:creationId xmlns:a16="http://schemas.microsoft.com/office/drawing/2014/main" id="{59CD1030-72F0-E819-4316-FDDD3AA2B4D3}"/>
                    </a:ext>
                  </a:extLst>
                </p:cNvPr>
                <p:cNvSpPr/>
                <p:nvPr/>
              </p:nvSpPr>
              <p:spPr>
                <a:xfrm>
                  <a:off x="8305777" y="4054049"/>
                  <a:ext cx="45131" cy="44810"/>
                </a:xfrm>
                <a:custGeom>
                  <a:avLst/>
                  <a:gdLst>
                    <a:gd name="connsiteX0" fmla="*/ 0 w 45131"/>
                    <a:gd name="connsiteY0" fmla="*/ 22405 h 44810"/>
                    <a:gd name="connsiteX1" fmla="*/ 22566 w 45131"/>
                    <a:gd name="connsiteY1" fmla="*/ 0 h 44810"/>
                    <a:gd name="connsiteX2" fmla="*/ 45131 w 45131"/>
                    <a:gd name="connsiteY2" fmla="*/ 22405 h 44810"/>
                    <a:gd name="connsiteX3" fmla="*/ 22566 w 45131"/>
                    <a:gd name="connsiteY3" fmla="*/ 44810 h 44810"/>
                    <a:gd name="connsiteX4" fmla="*/ 0 w 45131"/>
                    <a:gd name="connsiteY4" fmla="*/ 22405 h 44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10">
                      <a:moveTo>
                        <a:pt x="0" y="22405"/>
                      </a:moveTo>
                      <a:cubicBezTo>
                        <a:pt x="0" y="10038"/>
                        <a:pt x="10118" y="0"/>
                        <a:pt x="22566" y="0"/>
                      </a:cubicBezTo>
                      <a:cubicBezTo>
                        <a:pt x="35013" y="0"/>
                        <a:pt x="45131" y="10038"/>
                        <a:pt x="45131" y="22405"/>
                      </a:cubicBezTo>
                      <a:cubicBezTo>
                        <a:pt x="45131" y="34772"/>
                        <a:pt x="35013" y="44810"/>
                        <a:pt x="22566" y="44810"/>
                      </a:cubicBezTo>
                      <a:cubicBezTo>
                        <a:pt x="10118" y="44810"/>
                        <a:pt x="0" y="3477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23" name="Freeform: Shape 1322">
                  <a:extLst>
                    <a:ext uri="{FF2B5EF4-FFF2-40B4-BE49-F238E27FC236}">
                      <a16:creationId xmlns:a16="http://schemas.microsoft.com/office/drawing/2014/main" id="{AD55B938-D077-841D-CB25-A39D9EAAED90}"/>
                    </a:ext>
                  </a:extLst>
                </p:cNvPr>
                <p:cNvSpPr/>
                <p:nvPr/>
              </p:nvSpPr>
              <p:spPr>
                <a:xfrm>
                  <a:off x="7511646" y="3066345"/>
                  <a:ext cx="45131" cy="44810"/>
                </a:xfrm>
                <a:custGeom>
                  <a:avLst/>
                  <a:gdLst>
                    <a:gd name="connsiteX0" fmla="*/ 0 w 45131"/>
                    <a:gd name="connsiteY0" fmla="*/ 22405 h 44810"/>
                    <a:gd name="connsiteX1" fmla="*/ 22566 w 45131"/>
                    <a:gd name="connsiteY1" fmla="*/ 0 h 44810"/>
                    <a:gd name="connsiteX2" fmla="*/ 45132 w 45131"/>
                    <a:gd name="connsiteY2" fmla="*/ 22405 h 44810"/>
                    <a:gd name="connsiteX3" fmla="*/ 22566 w 45131"/>
                    <a:gd name="connsiteY3" fmla="*/ 44810 h 44810"/>
                    <a:gd name="connsiteX4" fmla="*/ 0 w 45131"/>
                    <a:gd name="connsiteY4" fmla="*/ 22405 h 44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10">
                      <a:moveTo>
                        <a:pt x="0" y="22405"/>
                      </a:moveTo>
                      <a:cubicBezTo>
                        <a:pt x="0" y="10038"/>
                        <a:pt x="10118" y="0"/>
                        <a:pt x="22566" y="0"/>
                      </a:cubicBezTo>
                      <a:cubicBezTo>
                        <a:pt x="35013" y="0"/>
                        <a:pt x="45132" y="10038"/>
                        <a:pt x="45132" y="22405"/>
                      </a:cubicBezTo>
                      <a:cubicBezTo>
                        <a:pt x="45132" y="34772"/>
                        <a:pt x="35013" y="44810"/>
                        <a:pt x="22566" y="44810"/>
                      </a:cubicBezTo>
                      <a:cubicBezTo>
                        <a:pt x="10118" y="44810"/>
                        <a:pt x="0" y="3477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24" name="Freeform: Shape 1323">
                  <a:extLst>
                    <a:ext uri="{FF2B5EF4-FFF2-40B4-BE49-F238E27FC236}">
                      <a16:creationId xmlns:a16="http://schemas.microsoft.com/office/drawing/2014/main" id="{5CAA14C5-FB51-5028-75AB-4A6C7A99FA0B}"/>
                    </a:ext>
                  </a:extLst>
                </p:cNvPr>
                <p:cNvSpPr/>
                <p:nvPr/>
              </p:nvSpPr>
              <p:spPr>
                <a:xfrm>
                  <a:off x="6073233" y="3112279"/>
                  <a:ext cx="45131" cy="44849"/>
                </a:xfrm>
                <a:custGeom>
                  <a:avLst/>
                  <a:gdLst>
                    <a:gd name="connsiteX0" fmla="*/ 0 w 45131"/>
                    <a:gd name="connsiteY0" fmla="*/ 22405 h 44849"/>
                    <a:gd name="connsiteX1" fmla="*/ 22566 w 45131"/>
                    <a:gd name="connsiteY1" fmla="*/ 0 h 44849"/>
                    <a:gd name="connsiteX2" fmla="*/ 45131 w 45131"/>
                    <a:gd name="connsiteY2" fmla="*/ 22405 h 44849"/>
                    <a:gd name="connsiteX3" fmla="*/ 22566 w 45131"/>
                    <a:gd name="connsiteY3" fmla="*/ 44850 h 44849"/>
                    <a:gd name="connsiteX4" fmla="*/ 0 w 45131"/>
                    <a:gd name="connsiteY4" fmla="*/ 2240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05"/>
                      </a:moveTo>
                      <a:cubicBezTo>
                        <a:pt x="0" y="10038"/>
                        <a:pt x="10118" y="0"/>
                        <a:pt x="22566" y="0"/>
                      </a:cubicBezTo>
                      <a:cubicBezTo>
                        <a:pt x="35013" y="0"/>
                        <a:pt x="45131" y="10038"/>
                        <a:pt x="45131" y="22405"/>
                      </a:cubicBezTo>
                      <a:cubicBezTo>
                        <a:pt x="45131" y="34772"/>
                        <a:pt x="35053" y="44850"/>
                        <a:pt x="22566" y="44850"/>
                      </a:cubicBezTo>
                      <a:cubicBezTo>
                        <a:pt x="1007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25" name="Freeform: Shape 1324">
                  <a:extLst>
                    <a:ext uri="{FF2B5EF4-FFF2-40B4-BE49-F238E27FC236}">
                      <a16:creationId xmlns:a16="http://schemas.microsoft.com/office/drawing/2014/main" id="{2824275B-1314-A5C1-5FF4-A0BAD46394FF}"/>
                    </a:ext>
                  </a:extLst>
                </p:cNvPr>
                <p:cNvSpPr/>
                <p:nvPr/>
              </p:nvSpPr>
              <p:spPr>
                <a:xfrm>
                  <a:off x="5487974" y="3862563"/>
                  <a:ext cx="45131" cy="44850"/>
                </a:xfrm>
                <a:custGeom>
                  <a:avLst/>
                  <a:gdLst>
                    <a:gd name="connsiteX0" fmla="*/ 0 w 45131"/>
                    <a:gd name="connsiteY0" fmla="*/ 22405 h 44850"/>
                    <a:gd name="connsiteX1" fmla="*/ 22566 w 45131"/>
                    <a:gd name="connsiteY1" fmla="*/ 0 h 44850"/>
                    <a:gd name="connsiteX2" fmla="*/ 45131 w 45131"/>
                    <a:gd name="connsiteY2" fmla="*/ 22405 h 44850"/>
                    <a:gd name="connsiteX3" fmla="*/ 22566 w 45131"/>
                    <a:gd name="connsiteY3" fmla="*/ 44850 h 44850"/>
                    <a:gd name="connsiteX4" fmla="*/ 0 w 45131"/>
                    <a:gd name="connsiteY4" fmla="*/ 2240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05"/>
                      </a:moveTo>
                      <a:cubicBezTo>
                        <a:pt x="0" y="10038"/>
                        <a:pt x="10118" y="0"/>
                        <a:pt x="22566" y="0"/>
                      </a:cubicBezTo>
                      <a:cubicBezTo>
                        <a:pt x="35013" y="0"/>
                        <a:pt x="45131" y="10038"/>
                        <a:pt x="45131" y="22405"/>
                      </a:cubicBezTo>
                      <a:cubicBezTo>
                        <a:pt x="45131" y="34772"/>
                        <a:pt x="35013" y="44850"/>
                        <a:pt x="22566" y="44850"/>
                      </a:cubicBezTo>
                      <a:cubicBezTo>
                        <a:pt x="1011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26" name="Freeform: Shape 1325">
                  <a:extLst>
                    <a:ext uri="{FF2B5EF4-FFF2-40B4-BE49-F238E27FC236}">
                      <a16:creationId xmlns:a16="http://schemas.microsoft.com/office/drawing/2014/main" id="{C4FA049C-4D4C-0CD2-5209-BFCDD8D4D893}"/>
                    </a:ext>
                  </a:extLst>
                </p:cNvPr>
                <p:cNvSpPr/>
                <p:nvPr/>
              </p:nvSpPr>
              <p:spPr>
                <a:xfrm>
                  <a:off x="6372006" y="4337243"/>
                  <a:ext cx="45131" cy="44850"/>
                </a:xfrm>
                <a:custGeom>
                  <a:avLst/>
                  <a:gdLst>
                    <a:gd name="connsiteX0" fmla="*/ 0 w 45131"/>
                    <a:gd name="connsiteY0" fmla="*/ 22405 h 44850"/>
                    <a:gd name="connsiteX1" fmla="*/ 22566 w 45131"/>
                    <a:gd name="connsiteY1" fmla="*/ 0 h 44850"/>
                    <a:gd name="connsiteX2" fmla="*/ 45131 w 45131"/>
                    <a:gd name="connsiteY2" fmla="*/ 22405 h 44850"/>
                    <a:gd name="connsiteX3" fmla="*/ 22566 w 45131"/>
                    <a:gd name="connsiteY3" fmla="*/ 44850 h 44850"/>
                    <a:gd name="connsiteX4" fmla="*/ 0 w 45131"/>
                    <a:gd name="connsiteY4" fmla="*/ 2240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05"/>
                      </a:moveTo>
                      <a:cubicBezTo>
                        <a:pt x="0" y="10038"/>
                        <a:pt x="10118" y="0"/>
                        <a:pt x="22566" y="0"/>
                      </a:cubicBezTo>
                      <a:cubicBezTo>
                        <a:pt x="35013" y="0"/>
                        <a:pt x="45131" y="10038"/>
                        <a:pt x="45131" y="22405"/>
                      </a:cubicBezTo>
                      <a:cubicBezTo>
                        <a:pt x="45131" y="34772"/>
                        <a:pt x="35053" y="44850"/>
                        <a:pt x="22566" y="44850"/>
                      </a:cubicBezTo>
                      <a:cubicBezTo>
                        <a:pt x="1007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27" name="Freeform: Shape 1326">
                  <a:extLst>
                    <a:ext uri="{FF2B5EF4-FFF2-40B4-BE49-F238E27FC236}">
                      <a16:creationId xmlns:a16="http://schemas.microsoft.com/office/drawing/2014/main" id="{3450A70D-AC4D-A962-14E3-272F32DF8E4C}"/>
                    </a:ext>
                  </a:extLst>
                </p:cNvPr>
                <p:cNvSpPr/>
                <p:nvPr/>
              </p:nvSpPr>
              <p:spPr>
                <a:xfrm>
                  <a:off x="5620437" y="4818025"/>
                  <a:ext cx="45131" cy="44810"/>
                </a:xfrm>
                <a:custGeom>
                  <a:avLst/>
                  <a:gdLst>
                    <a:gd name="connsiteX0" fmla="*/ 0 w 45131"/>
                    <a:gd name="connsiteY0" fmla="*/ 22405 h 44810"/>
                    <a:gd name="connsiteX1" fmla="*/ 22566 w 45131"/>
                    <a:gd name="connsiteY1" fmla="*/ 0 h 44810"/>
                    <a:gd name="connsiteX2" fmla="*/ 45131 w 45131"/>
                    <a:gd name="connsiteY2" fmla="*/ 22405 h 44810"/>
                    <a:gd name="connsiteX3" fmla="*/ 22566 w 45131"/>
                    <a:gd name="connsiteY3" fmla="*/ 44810 h 44810"/>
                    <a:gd name="connsiteX4" fmla="*/ 0 w 45131"/>
                    <a:gd name="connsiteY4" fmla="*/ 22405 h 44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10">
                      <a:moveTo>
                        <a:pt x="0" y="22405"/>
                      </a:moveTo>
                      <a:cubicBezTo>
                        <a:pt x="0" y="10038"/>
                        <a:pt x="10118" y="0"/>
                        <a:pt x="22566" y="0"/>
                      </a:cubicBezTo>
                      <a:cubicBezTo>
                        <a:pt x="35013" y="0"/>
                        <a:pt x="45131" y="10038"/>
                        <a:pt x="45131" y="22405"/>
                      </a:cubicBezTo>
                      <a:cubicBezTo>
                        <a:pt x="45131" y="34772"/>
                        <a:pt x="35053" y="44810"/>
                        <a:pt x="22566" y="44810"/>
                      </a:cubicBezTo>
                      <a:cubicBezTo>
                        <a:pt x="10078" y="44810"/>
                        <a:pt x="0" y="3477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28" name="Freeform: Shape 1327">
                  <a:extLst>
                    <a:ext uri="{FF2B5EF4-FFF2-40B4-BE49-F238E27FC236}">
                      <a16:creationId xmlns:a16="http://schemas.microsoft.com/office/drawing/2014/main" id="{02FCA0BA-91B8-43C8-C5EE-8B61BEA8458C}"/>
                    </a:ext>
                  </a:extLst>
                </p:cNvPr>
                <p:cNvSpPr/>
                <p:nvPr/>
              </p:nvSpPr>
              <p:spPr>
                <a:xfrm>
                  <a:off x="6710810" y="2539628"/>
                  <a:ext cx="45131" cy="44849"/>
                </a:xfrm>
                <a:custGeom>
                  <a:avLst/>
                  <a:gdLst>
                    <a:gd name="connsiteX0" fmla="*/ 0 w 45131"/>
                    <a:gd name="connsiteY0" fmla="*/ 22405 h 44849"/>
                    <a:gd name="connsiteX1" fmla="*/ 22566 w 45131"/>
                    <a:gd name="connsiteY1" fmla="*/ 0 h 44849"/>
                    <a:gd name="connsiteX2" fmla="*/ 45131 w 45131"/>
                    <a:gd name="connsiteY2" fmla="*/ 22405 h 44849"/>
                    <a:gd name="connsiteX3" fmla="*/ 22566 w 45131"/>
                    <a:gd name="connsiteY3" fmla="*/ 44850 h 44849"/>
                    <a:gd name="connsiteX4" fmla="*/ 0 w 45131"/>
                    <a:gd name="connsiteY4" fmla="*/ 2240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05"/>
                      </a:moveTo>
                      <a:cubicBezTo>
                        <a:pt x="0" y="10038"/>
                        <a:pt x="10118" y="0"/>
                        <a:pt x="22566" y="0"/>
                      </a:cubicBezTo>
                      <a:cubicBezTo>
                        <a:pt x="35013" y="0"/>
                        <a:pt x="45131" y="10038"/>
                        <a:pt x="45131" y="22405"/>
                      </a:cubicBezTo>
                      <a:cubicBezTo>
                        <a:pt x="45131" y="34772"/>
                        <a:pt x="35053" y="44850"/>
                        <a:pt x="22566" y="44850"/>
                      </a:cubicBezTo>
                      <a:cubicBezTo>
                        <a:pt x="1007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29" name="Freeform: Shape 1328">
                  <a:extLst>
                    <a:ext uri="{FF2B5EF4-FFF2-40B4-BE49-F238E27FC236}">
                      <a16:creationId xmlns:a16="http://schemas.microsoft.com/office/drawing/2014/main" id="{1DFF73BE-AFB7-02E1-856B-C4FBEF7A444E}"/>
                    </a:ext>
                  </a:extLst>
                </p:cNvPr>
                <p:cNvSpPr/>
                <p:nvPr/>
              </p:nvSpPr>
              <p:spPr>
                <a:xfrm>
                  <a:off x="6245727" y="1896550"/>
                  <a:ext cx="45131" cy="44809"/>
                </a:xfrm>
                <a:custGeom>
                  <a:avLst/>
                  <a:gdLst>
                    <a:gd name="connsiteX0" fmla="*/ 0 w 45131"/>
                    <a:gd name="connsiteY0" fmla="*/ 22405 h 44809"/>
                    <a:gd name="connsiteX1" fmla="*/ 22566 w 45131"/>
                    <a:gd name="connsiteY1" fmla="*/ 0 h 44809"/>
                    <a:gd name="connsiteX2" fmla="*/ 45131 w 45131"/>
                    <a:gd name="connsiteY2" fmla="*/ 22405 h 44809"/>
                    <a:gd name="connsiteX3" fmla="*/ 22566 w 45131"/>
                    <a:gd name="connsiteY3" fmla="*/ 44810 h 44809"/>
                    <a:gd name="connsiteX4" fmla="*/ 0 w 45131"/>
                    <a:gd name="connsiteY4" fmla="*/ 22405 h 44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09">
                      <a:moveTo>
                        <a:pt x="0" y="22405"/>
                      </a:moveTo>
                      <a:cubicBezTo>
                        <a:pt x="0" y="10038"/>
                        <a:pt x="10118" y="0"/>
                        <a:pt x="22566" y="0"/>
                      </a:cubicBezTo>
                      <a:cubicBezTo>
                        <a:pt x="35013" y="0"/>
                        <a:pt x="45131" y="10038"/>
                        <a:pt x="45131" y="22405"/>
                      </a:cubicBezTo>
                      <a:cubicBezTo>
                        <a:pt x="45131" y="34772"/>
                        <a:pt x="35013" y="44810"/>
                        <a:pt x="22566" y="44810"/>
                      </a:cubicBezTo>
                      <a:cubicBezTo>
                        <a:pt x="10118" y="44810"/>
                        <a:pt x="0" y="3477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30" name="Freeform: Shape 1329">
                  <a:extLst>
                    <a:ext uri="{FF2B5EF4-FFF2-40B4-BE49-F238E27FC236}">
                      <a16:creationId xmlns:a16="http://schemas.microsoft.com/office/drawing/2014/main" id="{9F28DA94-DB10-1B5B-1D2E-129E1DF382DC}"/>
                    </a:ext>
                  </a:extLst>
                </p:cNvPr>
                <p:cNvSpPr/>
                <p:nvPr/>
              </p:nvSpPr>
              <p:spPr>
                <a:xfrm>
                  <a:off x="8842291" y="3885852"/>
                  <a:ext cx="45131" cy="44849"/>
                </a:xfrm>
                <a:custGeom>
                  <a:avLst/>
                  <a:gdLst>
                    <a:gd name="connsiteX0" fmla="*/ 0 w 45131"/>
                    <a:gd name="connsiteY0" fmla="*/ 22405 h 44849"/>
                    <a:gd name="connsiteX1" fmla="*/ 22566 w 45131"/>
                    <a:gd name="connsiteY1" fmla="*/ 0 h 44849"/>
                    <a:gd name="connsiteX2" fmla="*/ 45131 w 45131"/>
                    <a:gd name="connsiteY2" fmla="*/ 22405 h 44849"/>
                    <a:gd name="connsiteX3" fmla="*/ 22566 w 45131"/>
                    <a:gd name="connsiteY3" fmla="*/ 44850 h 44849"/>
                    <a:gd name="connsiteX4" fmla="*/ 0 w 45131"/>
                    <a:gd name="connsiteY4" fmla="*/ 2240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05"/>
                      </a:moveTo>
                      <a:cubicBezTo>
                        <a:pt x="0" y="10038"/>
                        <a:pt x="10078" y="0"/>
                        <a:pt x="22566" y="0"/>
                      </a:cubicBezTo>
                      <a:cubicBezTo>
                        <a:pt x="35053" y="0"/>
                        <a:pt x="45131" y="10038"/>
                        <a:pt x="45131" y="22405"/>
                      </a:cubicBezTo>
                      <a:cubicBezTo>
                        <a:pt x="45131" y="34772"/>
                        <a:pt x="35013" y="44850"/>
                        <a:pt x="22566" y="44850"/>
                      </a:cubicBezTo>
                      <a:cubicBezTo>
                        <a:pt x="1011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31" name="Freeform: Shape 1330">
                  <a:extLst>
                    <a:ext uri="{FF2B5EF4-FFF2-40B4-BE49-F238E27FC236}">
                      <a16:creationId xmlns:a16="http://schemas.microsoft.com/office/drawing/2014/main" id="{6D4A2A1A-7FE6-A0D4-4D17-0AEA59F3D002}"/>
                    </a:ext>
                  </a:extLst>
                </p:cNvPr>
                <p:cNvSpPr/>
                <p:nvPr/>
              </p:nvSpPr>
              <p:spPr>
                <a:xfrm>
                  <a:off x="8331555" y="4420840"/>
                  <a:ext cx="45131" cy="44849"/>
                </a:xfrm>
                <a:custGeom>
                  <a:avLst/>
                  <a:gdLst>
                    <a:gd name="connsiteX0" fmla="*/ 0 w 45131"/>
                    <a:gd name="connsiteY0" fmla="*/ 22405 h 44849"/>
                    <a:gd name="connsiteX1" fmla="*/ 22566 w 45131"/>
                    <a:gd name="connsiteY1" fmla="*/ 0 h 44849"/>
                    <a:gd name="connsiteX2" fmla="*/ 45131 w 45131"/>
                    <a:gd name="connsiteY2" fmla="*/ 22405 h 44849"/>
                    <a:gd name="connsiteX3" fmla="*/ 22566 w 45131"/>
                    <a:gd name="connsiteY3" fmla="*/ 44850 h 44849"/>
                    <a:gd name="connsiteX4" fmla="*/ 0 w 45131"/>
                    <a:gd name="connsiteY4" fmla="*/ 2240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05"/>
                      </a:moveTo>
                      <a:cubicBezTo>
                        <a:pt x="0" y="10038"/>
                        <a:pt x="10118" y="0"/>
                        <a:pt x="22566" y="0"/>
                      </a:cubicBezTo>
                      <a:cubicBezTo>
                        <a:pt x="35013" y="0"/>
                        <a:pt x="45131" y="10038"/>
                        <a:pt x="45131" y="22405"/>
                      </a:cubicBezTo>
                      <a:cubicBezTo>
                        <a:pt x="45131" y="34772"/>
                        <a:pt x="35053" y="44850"/>
                        <a:pt x="22566" y="44850"/>
                      </a:cubicBezTo>
                      <a:cubicBezTo>
                        <a:pt x="1007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32" name="Freeform: Shape 1331">
                  <a:extLst>
                    <a:ext uri="{FF2B5EF4-FFF2-40B4-BE49-F238E27FC236}">
                      <a16:creationId xmlns:a16="http://schemas.microsoft.com/office/drawing/2014/main" id="{FE6DD8E1-9403-3382-22DC-34DEDD2C7A7C}"/>
                    </a:ext>
                  </a:extLst>
                </p:cNvPr>
                <p:cNvSpPr/>
                <p:nvPr/>
              </p:nvSpPr>
              <p:spPr>
                <a:xfrm>
                  <a:off x="8166449" y="4291911"/>
                  <a:ext cx="45131" cy="44849"/>
                </a:xfrm>
                <a:custGeom>
                  <a:avLst/>
                  <a:gdLst>
                    <a:gd name="connsiteX0" fmla="*/ 0 w 45131"/>
                    <a:gd name="connsiteY0" fmla="*/ 22405 h 44849"/>
                    <a:gd name="connsiteX1" fmla="*/ 22566 w 45131"/>
                    <a:gd name="connsiteY1" fmla="*/ 0 h 44849"/>
                    <a:gd name="connsiteX2" fmla="*/ 45131 w 45131"/>
                    <a:gd name="connsiteY2" fmla="*/ 22405 h 44849"/>
                    <a:gd name="connsiteX3" fmla="*/ 22566 w 45131"/>
                    <a:gd name="connsiteY3" fmla="*/ 44850 h 44849"/>
                    <a:gd name="connsiteX4" fmla="*/ 0 w 45131"/>
                    <a:gd name="connsiteY4" fmla="*/ 2240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05"/>
                      </a:moveTo>
                      <a:cubicBezTo>
                        <a:pt x="0" y="10038"/>
                        <a:pt x="10118" y="0"/>
                        <a:pt x="22566" y="0"/>
                      </a:cubicBezTo>
                      <a:cubicBezTo>
                        <a:pt x="35013" y="0"/>
                        <a:pt x="45131" y="10038"/>
                        <a:pt x="45131" y="22405"/>
                      </a:cubicBezTo>
                      <a:cubicBezTo>
                        <a:pt x="45131" y="34771"/>
                        <a:pt x="35013" y="44850"/>
                        <a:pt x="22566" y="44850"/>
                      </a:cubicBezTo>
                      <a:cubicBezTo>
                        <a:pt x="1011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33" name="Freeform: Shape 1332">
                  <a:extLst>
                    <a:ext uri="{FF2B5EF4-FFF2-40B4-BE49-F238E27FC236}">
                      <a16:creationId xmlns:a16="http://schemas.microsoft.com/office/drawing/2014/main" id="{4C80FAE3-9D3C-E62D-5532-8F72F4D7D452}"/>
                    </a:ext>
                  </a:extLst>
                </p:cNvPr>
                <p:cNvSpPr/>
                <p:nvPr/>
              </p:nvSpPr>
              <p:spPr>
                <a:xfrm>
                  <a:off x="7303698" y="5382646"/>
                  <a:ext cx="45131" cy="44849"/>
                </a:xfrm>
                <a:custGeom>
                  <a:avLst/>
                  <a:gdLst>
                    <a:gd name="connsiteX0" fmla="*/ 0 w 45131"/>
                    <a:gd name="connsiteY0" fmla="*/ 22445 h 44849"/>
                    <a:gd name="connsiteX1" fmla="*/ 22566 w 45131"/>
                    <a:gd name="connsiteY1" fmla="*/ 0 h 44849"/>
                    <a:gd name="connsiteX2" fmla="*/ 45131 w 45131"/>
                    <a:gd name="connsiteY2" fmla="*/ 22445 h 44849"/>
                    <a:gd name="connsiteX3" fmla="*/ 22566 w 45131"/>
                    <a:gd name="connsiteY3" fmla="*/ 44850 h 44849"/>
                    <a:gd name="connsiteX4" fmla="*/ 0 w 45131"/>
                    <a:gd name="connsiteY4" fmla="*/ 2244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45"/>
                      </a:moveTo>
                      <a:cubicBezTo>
                        <a:pt x="0" y="10038"/>
                        <a:pt x="10118" y="0"/>
                        <a:pt x="22566" y="0"/>
                      </a:cubicBezTo>
                      <a:cubicBezTo>
                        <a:pt x="35013" y="0"/>
                        <a:pt x="45131" y="10038"/>
                        <a:pt x="45131" y="22445"/>
                      </a:cubicBezTo>
                      <a:cubicBezTo>
                        <a:pt x="45131" y="34852"/>
                        <a:pt x="35013" y="44850"/>
                        <a:pt x="22566" y="44850"/>
                      </a:cubicBezTo>
                      <a:cubicBezTo>
                        <a:pt x="1011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34" name="Freeform: Shape 1333">
                  <a:extLst>
                    <a:ext uri="{FF2B5EF4-FFF2-40B4-BE49-F238E27FC236}">
                      <a16:creationId xmlns:a16="http://schemas.microsoft.com/office/drawing/2014/main" id="{615CCCB5-901B-9459-6847-C800C3241A86}"/>
                    </a:ext>
                  </a:extLst>
                </p:cNvPr>
                <p:cNvSpPr/>
                <p:nvPr/>
              </p:nvSpPr>
              <p:spPr>
                <a:xfrm>
                  <a:off x="7166699" y="4236140"/>
                  <a:ext cx="45131" cy="44849"/>
                </a:xfrm>
                <a:custGeom>
                  <a:avLst/>
                  <a:gdLst>
                    <a:gd name="connsiteX0" fmla="*/ 0 w 45131"/>
                    <a:gd name="connsiteY0" fmla="*/ 22445 h 44849"/>
                    <a:gd name="connsiteX1" fmla="*/ 22566 w 45131"/>
                    <a:gd name="connsiteY1" fmla="*/ 0 h 44849"/>
                    <a:gd name="connsiteX2" fmla="*/ 45131 w 45131"/>
                    <a:gd name="connsiteY2" fmla="*/ 22445 h 44849"/>
                    <a:gd name="connsiteX3" fmla="*/ 22566 w 45131"/>
                    <a:gd name="connsiteY3" fmla="*/ 44850 h 44849"/>
                    <a:gd name="connsiteX4" fmla="*/ 0 w 45131"/>
                    <a:gd name="connsiteY4" fmla="*/ 2244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45"/>
                      </a:moveTo>
                      <a:cubicBezTo>
                        <a:pt x="0" y="10038"/>
                        <a:pt x="10078" y="0"/>
                        <a:pt x="22566" y="0"/>
                      </a:cubicBezTo>
                      <a:cubicBezTo>
                        <a:pt x="35053" y="0"/>
                        <a:pt x="45131" y="10038"/>
                        <a:pt x="45131" y="22445"/>
                      </a:cubicBezTo>
                      <a:cubicBezTo>
                        <a:pt x="45131" y="34852"/>
                        <a:pt x="35013" y="44850"/>
                        <a:pt x="22566" y="44850"/>
                      </a:cubicBezTo>
                      <a:cubicBezTo>
                        <a:pt x="1011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35" name="Freeform: Shape 1334">
                  <a:extLst>
                    <a:ext uri="{FF2B5EF4-FFF2-40B4-BE49-F238E27FC236}">
                      <a16:creationId xmlns:a16="http://schemas.microsoft.com/office/drawing/2014/main" id="{032D832E-500C-95EE-0A8C-EBD466F62C68}"/>
                    </a:ext>
                  </a:extLst>
                </p:cNvPr>
                <p:cNvSpPr/>
                <p:nvPr/>
              </p:nvSpPr>
              <p:spPr>
                <a:xfrm>
                  <a:off x="8656989" y="5577264"/>
                  <a:ext cx="45131" cy="44849"/>
                </a:xfrm>
                <a:custGeom>
                  <a:avLst/>
                  <a:gdLst>
                    <a:gd name="connsiteX0" fmla="*/ 0 w 45131"/>
                    <a:gd name="connsiteY0" fmla="*/ 22445 h 44849"/>
                    <a:gd name="connsiteX1" fmla="*/ 22566 w 45131"/>
                    <a:gd name="connsiteY1" fmla="*/ 0 h 44849"/>
                    <a:gd name="connsiteX2" fmla="*/ 45132 w 45131"/>
                    <a:gd name="connsiteY2" fmla="*/ 22445 h 44849"/>
                    <a:gd name="connsiteX3" fmla="*/ 22566 w 45131"/>
                    <a:gd name="connsiteY3" fmla="*/ 44850 h 44849"/>
                    <a:gd name="connsiteX4" fmla="*/ 0 w 45131"/>
                    <a:gd name="connsiteY4" fmla="*/ 2244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45"/>
                      </a:moveTo>
                      <a:cubicBezTo>
                        <a:pt x="0" y="10078"/>
                        <a:pt x="10078" y="0"/>
                        <a:pt x="22566" y="0"/>
                      </a:cubicBezTo>
                      <a:cubicBezTo>
                        <a:pt x="35053" y="0"/>
                        <a:pt x="45132" y="10038"/>
                        <a:pt x="45132" y="22445"/>
                      </a:cubicBezTo>
                      <a:cubicBezTo>
                        <a:pt x="45132" y="34852"/>
                        <a:pt x="35053" y="44850"/>
                        <a:pt x="22566" y="44850"/>
                      </a:cubicBezTo>
                      <a:cubicBezTo>
                        <a:pt x="1007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36" name="Freeform: Shape 1335">
                  <a:extLst>
                    <a:ext uri="{FF2B5EF4-FFF2-40B4-BE49-F238E27FC236}">
                      <a16:creationId xmlns:a16="http://schemas.microsoft.com/office/drawing/2014/main" id="{16E19E0C-3B10-AEE5-491E-44556114019A}"/>
                    </a:ext>
                  </a:extLst>
                </p:cNvPr>
                <p:cNvSpPr/>
                <p:nvPr/>
              </p:nvSpPr>
              <p:spPr>
                <a:xfrm>
                  <a:off x="8304171" y="5786296"/>
                  <a:ext cx="45131" cy="44890"/>
                </a:xfrm>
                <a:custGeom>
                  <a:avLst/>
                  <a:gdLst>
                    <a:gd name="connsiteX0" fmla="*/ 0 w 45131"/>
                    <a:gd name="connsiteY0" fmla="*/ 22445 h 44890"/>
                    <a:gd name="connsiteX1" fmla="*/ 22566 w 45131"/>
                    <a:gd name="connsiteY1" fmla="*/ 0 h 44890"/>
                    <a:gd name="connsiteX2" fmla="*/ 45131 w 45131"/>
                    <a:gd name="connsiteY2" fmla="*/ 22445 h 44890"/>
                    <a:gd name="connsiteX3" fmla="*/ 22566 w 45131"/>
                    <a:gd name="connsiteY3" fmla="*/ 44890 h 44890"/>
                    <a:gd name="connsiteX4" fmla="*/ 0 w 45131"/>
                    <a:gd name="connsiteY4" fmla="*/ 22445 h 44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90">
                      <a:moveTo>
                        <a:pt x="0" y="22445"/>
                      </a:moveTo>
                      <a:cubicBezTo>
                        <a:pt x="0" y="10078"/>
                        <a:pt x="10078" y="0"/>
                        <a:pt x="22566" y="0"/>
                      </a:cubicBezTo>
                      <a:cubicBezTo>
                        <a:pt x="35053" y="0"/>
                        <a:pt x="45131" y="10038"/>
                        <a:pt x="45131" y="22445"/>
                      </a:cubicBezTo>
                      <a:cubicBezTo>
                        <a:pt x="45131" y="34852"/>
                        <a:pt x="35053" y="44890"/>
                        <a:pt x="22566" y="44890"/>
                      </a:cubicBezTo>
                      <a:cubicBezTo>
                        <a:pt x="10078" y="44890"/>
                        <a:pt x="0" y="3485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37" name="Freeform: Shape 1336">
                  <a:extLst>
                    <a:ext uri="{FF2B5EF4-FFF2-40B4-BE49-F238E27FC236}">
                      <a16:creationId xmlns:a16="http://schemas.microsoft.com/office/drawing/2014/main" id="{BE274D79-33C0-2B3A-70FD-310F84B7D799}"/>
                    </a:ext>
                  </a:extLst>
                </p:cNvPr>
                <p:cNvSpPr/>
                <p:nvPr/>
              </p:nvSpPr>
              <p:spPr>
                <a:xfrm>
                  <a:off x="8271849" y="5984729"/>
                  <a:ext cx="45131" cy="44810"/>
                </a:xfrm>
                <a:custGeom>
                  <a:avLst/>
                  <a:gdLst>
                    <a:gd name="connsiteX0" fmla="*/ 0 w 45131"/>
                    <a:gd name="connsiteY0" fmla="*/ 22405 h 44810"/>
                    <a:gd name="connsiteX1" fmla="*/ 22566 w 45131"/>
                    <a:gd name="connsiteY1" fmla="*/ 0 h 44810"/>
                    <a:gd name="connsiteX2" fmla="*/ 45131 w 45131"/>
                    <a:gd name="connsiteY2" fmla="*/ 22405 h 44810"/>
                    <a:gd name="connsiteX3" fmla="*/ 22566 w 45131"/>
                    <a:gd name="connsiteY3" fmla="*/ 44810 h 44810"/>
                    <a:gd name="connsiteX4" fmla="*/ 0 w 45131"/>
                    <a:gd name="connsiteY4" fmla="*/ 22405 h 44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10">
                      <a:moveTo>
                        <a:pt x="0" y="22405"/>
                      </a:moveTo>
                      <a:cubicBezTo>
                        <a:pt x="0" y="10038"/>
                        <a:pt x="10078" y="0"/>
                        <a:pt x="22566" y="0"/>
                      </a:cubicBezTo>
                      <a:cubicBezTo>
                        <a:pt x="35053" y="0"/>
                        <a:pt x="45131" y="10038"/>
                        <a:pt x="45131" y="22405"/>
                      </a:cubicBezTo>
                      <a:cubicBezTo>
                        <a:pt x="45131" y="34772"/>
                        <a:pt x="35013" y="44810"/>
                        <a:pt x="22566" y="44810"/>
                      </a:cubicBezTo>
                      <a:cubicBezTo>
                        <a:pt x="10118" y="44810"/>
                        <a:pt x="0" y="3477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38" name="Freeform: Shape 1337">
                  <a:extLst>
                    <a:ext uri="{FF2B5EF4-FFF2-40B4-BE49-F238E27FC236}">
                      <a16:creationId xmlns:a16="http://schemas.microsoft.com/office/drawing/2014/main" id="{7546CC4E-F828-06FB-D8E0-B347426EF5AB}"/>
                    </a:ext>
                  </a:extLst>
                </p:cNvPr>
                <p:cNvSpPr/>
                <p:nvPr/>
              </p:nvSpPr>
              <p:spPr>
                <a:xfrm>
                  <a:off x="7286794" y="5637372"/>
                  <a:ext cx="45131" cy="44850"/>
                </a:xfrm>
                <a:custGeom>
                  <a:avLst/>
                  <a:gdLst>
                    <a:gd name="connsiteX0" fmla="*/ 0 w 45131"/>
                    <a:gd name="connsiteY0" fmla="*/ 22405 h 44850"/>
                    <a:gd name="connsiteX1" fmla="*/ 22566 w 45131"/>
                    <a:gd name="connsiteY1" fmla="*/ 0 h 44850"/>
                    <a:gd name="connsiteX2" fmla="*/ 45132 w 45131"/>
                    <a:gd name="connsiteY2" fmla="*/ 22405 h 44850"/>
                    <a:gd name="connsiteX3" fmla="*/ 22566 w 45131"/>
                    <a:gd name="connsiteY3" fmla="*/ 44850 h 44850"/>
                    <a:gd name="connsiteX4" fmla="*/ 0 w 45131"/>
                    <a:gd name="connsiteY4" fmla="*/ 2240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05"/>
                      </a:moveTo>
                      <a:cubicBezTo>
                        <a:pt x="0" y="10038"/>
                        <a:pt x="10118" y="0"/>
                        <a:pt x="22566" y="0"/>
                      </a:cubicBezTo>
                      <a:cubicBezTo>
                        <a:pt x="35013" y="0"/>
                        <a:pt x="45132" y="10038"/>
                        <a:pt x="45132" y="22405"/>
                      </a:cubicBezTo>
                      <a:cubicBezTo>
                        <a:pt x="45132" y="34772"/>
                        <a:pt x="35013" y="44850"/>
                        <a:pt x="22566" y="44850"/>
                      </a:cubicBezTo>
                      <a:cubicBezTo>
                        <a:pt x="1011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39" name="Freeform: Shape 1338">
                  <a:extLst>
                    <a:ext uri="{FF2B5EF4-FFF2-40B4-BE49-F238E27FC236}">
                      <a16:creationId xmlns:a16="http://schemas.microsoft.com/office/drawing/2014/main" id="{3ABF9116-6BF1-9338-DD49-1B4152D32459}"/>
                    </a:ext>
                  </a:extLst>
                </p:cNvPr>
                <p:cNvSpPr/>
                <p:nvPr/>
              </p:nvSpPr>
              <p:spPr>
                <a:xfrm>
                  <a:off x="7832142" y="5308164"/>
                  <a:ext cx="45131" cy="44850"/>
                </a:xfrm>
                <a:custGeom>
                  <a:avLst/>
                  <a:gdLst>
                    <a:gd name="connsiteX0" fmla="*/ 0 w 45131"/>
                    <a:gd name="connsiteY0" fmla="*/ 22445 h 44850"/>
                    <a:gd name="connsiteX1" fmla="*/ 22566 w 45131"/>
                    <a:gd name="connsiteY1" fmla="*/ 0 h 44850"/>
                    <a:gd name="connsiteX2" fmla="*/ 45131 w 45131"/>
                    <a:gd name="connsiteY2" fmla="*/ 22445 h 44850"/>
                    <a:gd name="connsiteX3" fmla="*/ 22566 w 45131"/>
                    <a:gd name="connsiteY3" fmla="*/ 44850 h 44850"/>
                    <a:gd name="connsiteX4" fmla="*/ 0 w 45131"/>
                    <a:gd name="connsiteY4" fmla="*/ 2244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45"/>
                      </a:moveTo>
                      <a:cubicBezTo>
                        <a:pt x="0" y="10078"/>
                        <a:pt x="10078" y="0"/>
                        <a:pt x="22566" y="0"/>
                      </a:cubicBezTo>
                      <a:cubicBezTo>
                        <a:pt x="35053" y="0"/>
                        <a:pt x="45131" y="10038"/>
                        <a:pt x="45131" y="22445"/>
                      </a:cubicBezTo>
                      <a:cubicBezTo>
                        <a:pt x="45131" y="34852"/>
                        <a:pt x="35053" y="44850"/>
                        <a:pt x="22566" y="44850"/>
                      </a:cubicBezTo>
                      <a:cubicBezTo>
                        <a:pt x="1007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40" name="Freeform: Shape 1339">
                  <a:extLst>
                    <a:ext uri="{FF2B5EF4-FFF2-40B4-BE49-F238E27FC236}">
                      <a16:creationId xmlns:a16="http://schemas.microsoft.com/office/drawing/2014/main" id="{137E8585-AEED-568C-22C4-9C2954EB5594}"/>
                    </a:ext>
                  </a:extLst>
                </p:cNvPr>
                <p:cNvSpPr/>
                <p:nvPr/>
              </p:nvSpPr>
              <p:spPr>
                <a:xfrm>
                  <a:off x="9168528" y="4808470"/>
                  <a:ext cx="45131" cy="44809"/>
                </a:xfrm>
                <a:custGeom>
                  <a:avLst/>
                  <a:gdLst>
                    <a:gd name="connsiteX0" fmla="*/ 0 w 45131"/>
                    <a:gd name="connsiteY0" fmla="*/ 22405 h 44809"/>
                    <a:gd name="connsiteX1" fmla="*/ 22566 w 45131"/>
                    <a:gd name="connsiteY1" fmla="*/ 0 h 44809"/>
                    <a:gd name="connsiteX2" fmla="*/ 45131 w 45131"/>
                    <a:gd name="connsiteY2" fmla="*/ 22405 h 44809"/>
                    <a:gd name="connsiteX3" fmla="*/ 22566 w 45131"/>
                    <a:gd name="connsiteY3" fmla="*/ 44810 h 44809"/>
                    <a:gd name="connsiteX4" fmla="*/ 0 w 45131"/>
                    <a:gd name="connsiteY4" fmla="*/ 22405 h 44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09">
                      <a:moveTo>
                        <a:pt x="0" y="22405"/>
                      </a:moveTo>
                      <a:cubicBezTo>
                        <a:pt x="0" y="10038"/>
                        <a:pt x="10118" y="0"/>
                        <a:pt x="22566" y="0"/>
                      </a:cubicBezTo>
                      <a:cubicBezTo>
                        <a:pt x="35013" y="0"/>
                        <a:pt x="45131" y="10038"/>
                        <a:pt x="45131" y="22405"/>
                      </a:cubicBezTo>
                      <a:cubicBezTo>
                        <a:pt x="45131" y="34771"/>
                        <a:pt x="35013" y="44810"/>
                        <a:pt x="22566" y="44810"/>
                      </a:cubicBezTo>
                      <a:cubicBezTo>
                        <a:pt x="10118" y="44810"/>
                        <a:pt x="0" y="34771"/>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41" name="Freeform: Shape 1340">
                  <a:extLst>
                    <a:ext uri="{FF2B5EF4-FFF2-40B4-BE49-F238E27FC236}">
                      <a16:creationId xmlns:a16="http://schemas.microsoft.com/office/drawing/2014/main" id="{98268AAA-F198-B769-FF8A-5DF54F6FA87E}"/>
                    </a:ext>
                  </a:extLst>
                </p:cNvPr>
                <p:cNvSpPr/>
                <p:nvPr/>
              </p:nvSpPr>
              <p:spPr>
                <a:xfrm>
                  <a:off x="8843897" y="1845235"/>
                  <a:ext cx="45131" cy="44850"/>
                </a:xfrm>
                <a:custGeom>
                  <a:avLst/>
                  <a:gdLst>
                    <a:gd name="connsiteX0" fmla="*/ 0 w 45131"/>
                    <a:gd name="connsiteY0" fmla="*/ 22405 h 44850"/>
                    <a:gd name="connsiteX1" fmla="*/ 22566 w 45131"/>
                    <a:gd name="connsiteY1" fmla="*/ 0 h 44850"/>
                    <a:gd name="connsiteX2" fmla="*/ 45131 w 45131"/>
                    <a:gd name="connsiteY2" fmla="*/ 22405 h 44850"/>
                    <a:gd name="connsiteX3" fmla="*/ 22566 w 45131"/>
                    <a:gd name="connsiteY3" fmla="*/ 44850 h 44850"/>
                    <a:gd name="connsiteX4" fmla="*/ 0 w 45131"/>
                    <a:gd name="connsiteY4" fmla="*/ 2240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05"/>
                      </a:moveTo>
                      <a:cubicBezTo>
                        <a:pt x="0" y="9998"/>
                        <a:pt x="10078" y="0"/>
                        <a:pt x="22566" y="0"/>
                      </a:cubicBezTo>
                      <a:cubicBezTo>
                        <a:pt x="35053" y="0"/>
                        <a:pt x="45131" y="10038"/>
                        <a:pt x="45131" y="22405"/>
                      </a:cubicBezTo>
                      <a:cubicBezTo>
                        <a:pt x="45131" y="34772"/>
                        <a:pt x="35053" y="44850"/>
                        <a:pt x="22566" y="44850"/>
                      </a:cubicBezTo>
                      <a:cubicBezTo>
                        <a:pt x="1007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42" name="Freeform: Shape 1341">
                  <a:extLst>
                    <a:ext uri="{FF2B5EF4-FFF2-40B4-BE49-F238E27FC236}">
                      <a16:creationId xmlns:a16="http://schemas.microsoft.com/office/drawing/2014/main" id="{7DA8509F-0B9E-44A1-CC7D-513B87E3B0B6}"/>
                    </a:ext>
                  </a:extLst>
                </p:cNvPr>
                <p:cNvSpPr/>
                <p:nvPr/>
              </p:nvSpPr>
              <p:spPr>
                <a:xfrm>
                  <a:off x="8914766" y="1499203"/>
                  <a:ext cx="45131" cy="44890"/>
                </a:xfrm>
                <a:custGeom>
                  <a:avLst/>
                  <a:gdLst>
                    <a:gd name="connsiteX0" fmla="*/ 0 w 45131"/>
                    <a:gd name="connsiteY0" fmla="*/ 22445 h 44890"/>
                    <a:gd name="connsiteX1" fmla="*/ 22566 w 45131"/>
                    <a:gd name="connsiteY1" fmla="*/ 0 h 44890"/>
                    <a:gd name="connsiteX2" fmla="*/ 45131 w 45131"/>
                    <a:gd name="connsiteY2" fmla="*/ 22445 h 44890"/>
                    <a:gd name="connsiteX3" fmla="*/ 22566 w 45131"/>
                    <a:gd name="connsiteY3" fmla="*/ 44890 h 44890"/>
                    <a:gd name="connsiteX4" fmla="*/ 0 w 45131"/>
                    <a:gd name="connsiteY4" fmla="*/ 22445 h 44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90">
                      <a:moveTo>
                        <a:pt x="0" y="22445"/>
                      </a:moveTo>
                      <a:cubicBezTo>
                        <a:pt x="0" y="10078"/>
                        <a:pt x="10078" y="0"/>
                        <a:pt x="22566" y="0"/>
                      </a:cubicBezTo>
                      <a:cubicBezTo>
                        <a:pt x="35053" y="0"/>
                        <a:pt x="45131" y="10038"/>
                        <a:pt x="45131" y="22445"/>
                      </a:cubicBezTo>
                      <a:cubicBezTo>
                        <a:pt x="45131" y="34852"/>
                        <a:pt x="35053" y="44890"/>
                        <a:pt x="22566" y="44890"/>
                      </a:cubicBezTo>
                      <a:cubicBezTo>
                        <a:pt x="10078" y="44890"/>
                        <a:pt x="0" y="3485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43" name="Freeform: Shape 1342">
                  <a:extLst>
                    <a:ext uri="{FF2B5EF4-FFF2-40B4-BE49-F238E27FC236}">
                      <a16:creationId xmlns:a16="http://schemas.microsoft.com/office/drawing/2014/main" id="{868E1965-8FE6-150A-F294-E95E0E5D3865}"/>
                    </a:ext>
                  </a:extLst>
                </p:cNvPr>
                <p:cNvSpPr/>
                <p:nvPr/>
              </p:nvSpPr>
              <p:spPr>
                <a:xfrm>
                  <a:off x="8299353" y="1710645"/>
                  <a:ext cx="45131" cy="44849"/>
                </a:xfrm>
                <a:custGeom>
                  <a:avLst/>
                  <a:gdLst>
                    <a:gd name="connsiteX0" fmla="*/ 0 w 45131"/>
                    <a:gd name="connsiteY0" fmla="*/ 22445 h 44849"/>
                    <a:gd name="connsiteX1" fmla="*/ 22566 w 45131"/>
                    <a:gd name="connsiteY1" fmla="*/ 0 h 44849"/>
                    <a:gd name="connsiteX2" fmla="*/ 45131 w 45131"/>
                    <a:gd name="connsiteY2" fmla="*/ 22445 h 44849"/>
                    <a:gd name="connsiteX3" fmla="*/ 22566 w 45131"/>
                    <a:gd name="connsiteY3" fmla="*/ 44850 h 44849"/>
                    <a:gd name="connsiteX4" fmla="*/ 0 w 45131"/>
                    <a:gd name="connsiteY4" fmla="*/ 2244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45"/>
                      </a:moveTo>
                      <a:cubicBezTo>
                        <a:pt x="0" y="10078"/>
                        <a:pt x="10118" y="0"/>
                        <a:pt x="22566" y="0"/>
                      </a:cubicBezTo>
                      <a:cubicBezTo>
                        <a:pt x="35013" y="0"/>
                        <a:pt x="45131" y="10038"/>
                        <a:pt x="45131" y="22445"/>
                      </a:cubicBezTo>
                      <a:cubicBezTo>
                        <a:pt x="45131" y="34852"/>
                        <a:pt x="35053" y="44850"/>
                        <a:pt x="22566" y="44850"/>
                      </a:cubicBezTo>
                      <a:cubicBezTo>
                        <a:pt x="1007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44" name="Freeform: Shape 1343">
                  <a:extLst>
                    <a:ext uri="{FF2B5EF4-FFF2-40B4-BE49-F238E27FC236}">
                      <a16:creationId xmlns:a16="http://schemas.microsoft.com/office/drawing/2014/main" id="{E67100BA-9C07-74D2-3749-38B07B90A1F8}"/>
                    </a:ext>
                  </a:extLst>
                </p:cNvPr>
                <p:cNvSpPr/>
                <p:nvPr/>
              </p:nvSpPr>
              <p:spPr>
                <a:xfrm>
                  <a:off x="7790263" y="1883661"/>
                  <a:ext cx="45131" cy="44849"/>
                </a:xfrm>
                <a:custGeom>
                  <a:avLst/>
                  <a:gdLst>
                    <a:gd name="connsiteX0" fmla="*/ 0 w 45131"/>
                    <a:gd name="connsiteY0" fmla="*/ 22405 h 44849"/>
                    <a:gd name="connsiteX1" fmla="*/ 22566 w 45131"/>
                    <a:gd name="connsiteY1" fmla="*/ 0 h 44849"/>
                    <a:gd name="connsiteX2" fmla="*/ 45131 w 45131"/>
                    <a:gd name="connsiteY2" fmla="*/ 22405 h 44849"/>
                    <a:gd name="connsiteX3" fmla="*/ 22566 w 45131"/>
                    <a:gd name="connsiteY3" fmla="*/ 44850 h 44849"/>
                    <a:gd name="connsiteX4" fmla="*/ 0 w 45131"/>
                    <a:gd name="connsiteY4" fmla="*/ 2240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05"/>
                      </a:moveTo>
                      <a:cubicBezTo>
                        <a:pt x="0" y="10038"/>
                        <a:pt x="10118" y="0"/>
                        <a:pt x="22566" y="0"/>
                      </a:cubicBezTo>
                      <a:cubicBezTo>
                        <a:pt x="35013" y="0"/>
                        <a:pt x="45131" y="10038"/>
                        <a:pt x="45131" y="22405"/>
                      </a:cubicBezTo>
                      <a:cubicBezTo>
                        <a:pt x="45131" y="34772"/>
                        <a:pt x="35013" y="44850"/>
                        <a:pt x="22566" y="44850"/>
                      </a:cubicBezTo>
                      <a:cubicBezTo>
                        <a:pt x="1011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45" name="Freeform: Shape 1344">
                  <a:extLst>
                    <a:ext uri="{FF2B5EF4-FFF2-40B4-BE49-F238E27FC236}">
                      <a16:creationId xmlns:a16="http://schemas.microsoft.com/office/drawing/2014/main" id="{734E4B97-4EDE-A7E3-CAF3-1B7EF9B4B925}"/>
                    </a:ext>
                  </a:extLst>
                </p:cNvPr>
                <p:cNvSpPr/>
                <p:nvPr/>
              </p:nvSpPr>
              <p:spPr>
                <a:xfrm>
                  <a:off x="7841818" y="1627409"/>
                  <a:ext cx="45131" cy="44809"/>
                </a:xfrm>
                <a:custGeom>
                  <a:avLst/>
                  <a:gdLst>
                    <a:gd name="connsiteX0" fmla="*/ 0 w 45131"/>
                    <a:gd name="connsiteY0" fmla="*/ 22405 h 44809"/>
                    <a:gd name="connsiteX1" fmla="*/ 22566 w 45131"/>
                    <a:gd name="connsiteY1" fmla="*/ 0 h 44809"/>
                    <a:gd name="connsiteX2" fmla="*/ 45131 w 45131"/>
                    <a:gd name="connsiteY2" fmla="*/ 22405 h 44809"/>
                    <a:gd name="connsiteX3" fmla="*/ 22566 w 45131"/>
                    <a:gd name="connsiteY3" fmla="*/ 44810 h 44809"/>
                    <a:gd name="connsiteX4" fmla="*/ 0 w 45131"/>
                    <a:gd name="connsiteY4" fmla="*/ 22405 h 44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09">
                      <a:moveTo>
                        <a:pt x="0" y="22405"/>
                      </a:moveTo>
                      <a:cubicBezTo>
                        <a:pt x="0" y="9998"/>
                        <a:pt x="10118" y="0"/>
                        <a:pt x="22566" y="0"/>
                      </a:cubicBezTo>
                      <a:cubicBezTo>
                        <a:pt x="35013" y="0"/>
                        <a:pt x="45131" y="10038"/>
                        <a:pt x="45131" y="22405"/>
                      </a:cubicBezTo>
                      <a:cubicBezTo>
                        <a:pt x="45131" y="34772"/>
                        <a:pt x="35053" y="44810"/>
                        <a:pt x="22566" y="44810"/>
                      </a:cubicBezTo>
                      <a:cubicBezTo>
                        <a:pt x="10078" y="44810"/>
                        <a:pt x="0" y="3477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46" name="Freeform: Shape 1345">
                  <a:extLst>
                    <a:ext uri="{FF2B5EF4-FFF2-40B4-BE49-F238E27FC236}">
                      <a16:creationId xmlns:a16="http://schemas.microsoft.com/office/drawing/2014/main" id="{54210117-BAFC-EEEB-B389-A2AA54F398B9}"/>
                    </a:ext>
                  </a:extLst>
                </p:cNvPr>
                <p:cNvSpPr/>
                <p:nvPr/>
              </p:nvSpPr>
              <p:spPr>
                <a:xfrm>
                  <a:off x="7535698" y="1816406"/>
                  <a:ext cx="45131" cy="44809"/>
                </a:xfrm>
                <a:custGeom>
                  <a:avLst/>
                  <a:gdLst>
                    <a:gd name="connsiteX0" fmla="*/ 0 w 45131"/>
                    <a:gd name="connsiteY0" fmla="*/ 22405 h 44809"/>
                    <a:gd name="connsiteX1" fmla="*/ 22566 w 45131"/>
                    <a:gd name="connsiteY1" fmla="*/ 0 h 44809"/>
                    <a:gd name="connsiteX2" fmla="*/ 45131 w 45131"/>
                    <a:gd name="connsiteY2" fmla="*/ 22405 h 44809"/>
                    <a:gd name="connsiteX3" fmla="*/ 22566 w 45131"/>
                    <a:gd name="connsiteY3" fmla="*/ 44810 h 44809"/>
                    <a:gd name="connsiteX4" fmla="*/ 0 w 45131"/>
                    <a:gd name="connsiteY4" fmla="*/ 22405 h 44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09">
                      <a:moveTo>
                        <a:pt x="0" y="22405"/>
                      </a:moveTo>
                      <a:cubicBezTo>
                        <a:pt x="0" y="10038"/>
                        <a:pt x="10078" y="0"/>
                        <a:pt x="22566" y="0"/>
                      </a:cubicBezTo>
                      <a:cubicBezTo>
                        <a:pt x="35053" y="0"/>
                        <a:pt x="45131" y="10038"/>
                        <a:pt x="45131" y="22405"/>
                      </a:cubicBezTo>
                      <a:cubicBezTo>
                        <a:pt x="45131" y="34772"/>
                        <a:pt x="35013" y="44810"/>
                        <a:pt x="22566" y="44810"/>
                      </a:cubicBezTo>
                      <a:cubicBezTo>
                        <a:pt x="10118" y="44810"/>
                        <a:pt x="0" y="3477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47" name="Freeform: Shape 1346">
                  <a:extLst>
                    <a:ext uri="{FF2B5EF4-FFF2-40B4-BE49-F238E27FC236}">
                      <a16:creationId xmlns:a16="http://schemas.microsoft.com/office/drawing/2014/main" id="{8084C3C1-5926-3C8D-CBD4-90AD166858AD}"/>
                    </a:ext>
                  </a:extLst>
                </p:cNvPr>
                <p:cNvSpPr/>
                <p:nvPr/>
              </p:nvSpPr>
              <p:spPr>
                <a:xfrm>
                  <a:off x="7455152" y="1274953"/>
                  <a:ext cx="45131" cy="44850"/>
                </a:xfrm>
                <a:custGeom>
                  <a:avLst/>
                  <a:gdLst>
                    <a:gd name="connsiteX0" fmla="*/ 0 w 45131"/>
                    <a:gd name="connsiteY0" fmla="*/ 22445 h 44850"/>
                    <a:gd name="connsiteX1" fmla="*/ 22566 w 45131"/>
                    <a:gd name="connsiteY1" fmla="*/ 0 h 44850"/>
                    <a:gd name="connsiteX2" fmla="*/ 45131 w 45131"/>
                    <a:gd name="connsiteY2" fmla="*/ 22445 h 44850"/>
                    <a:gd name="connsiteX3" fmla="*/ 22566 w 45131"/>
                    <a:gd name="connsiteY3" fmla="*/ 44850 h 44850"/>
                    <a:gd name="connsiteX4" fmla="*/ 0 w 45131"/>
                    <a:gd name="connsiteY4" fmla="*/ 2244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45"/>
                      </a:moveTo>
                      <a:cubicBezTo>
                        <a:pt x="0" y="10038"/>
                        <a:pt x="10118" y="0"/>
                        <a:pt x="22566" y="0"/>
                      </a:cubicBezTo>
                      <a:cubicBezTo>
                        <a:pt x="35013" y="0"/>
                        <a:pt x="45131" y="10038"/>
                        <a:pt x="45131" y="22445"/>
                      </a:cubicBezTo>
                      <a:cubicBezTo>
                        <a:pt x="45131" y="34852"/>
                        <a:pt x="35013" y="44850"/>
                        <a:pt x="22566" y="44850"/>
                      </a:cubicBezTo>
                      <a:cubicBezTo>
                        <a:pt x="1011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48" name="Freeform: Shape 1347">
                  <a:extLst>
                    <a:ext uri="{FF2B5EF4-FFF2-40B4-BE49-F238E27FC236}">
                      <a16:creationId xmlns:a16="http://schemas.microsoft.com/office/drawing/2014/main" id="{42583CF1-B40E-50AE-163A-DE1649A4E9FB}"/>
                    </a:ext>
                  </a:extLst>
                </p:cNvPr>
                <p:cNvSpPr/>
                <p:nvPr/>
              </p:nvSpPr>
              <p:spPr>
                <a:xfrm>
                  <a:off x="7339153" y="1512012"/>
                  <a:ext cx="45131" cy="44849"/>
                </a:xfrm>
                <a:custGeom>
                  <a:avLst/>
                  <a:gdLst>
                    <a:gd name="connsiteX0" fmla="*/ 0 w 45131"/>
                    <a:gd name="connsiteY0" fmla="*/ 22445 h 44849"/>
                    <a:gd name="connsiteX1" fmla="*/ 22566 w 45131"/>
                    <a:gd name="connsiteY1" fmla="*/ 0 h 44849"/>
                    <a:gd name="connsiteX2" fmla="*/ 45131 w 45131"/>
                    <a:gd name="connsiteY2" fmla="*/ 22445 h 44849"/>
                    <a:gd name="connsiteX3" fmla="*/ 22566 w 45131"/>
                    <a:gd name="connsiteY3" fmla="*/ 44850 h 44849"/>
                    <a:gd name="connsiteX4" fmla="*/ 0 w 45131"/>
                    <a:gd name="connsiteY4" fmla="*/ 2244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45"/>
                      </a:moveTo>
                      <a:cubicBezTo>
                        <a:pt x="0" y="10078"/>
                        <a:pt x="10118" y="0"/>
                        <a:pt x="22566" y="0"/>
                      </a:cubicBezTo>
                      <a:cubicBezTo>
                        <a:pt x="35013" y="0"/>
                        <a:pt x="45131" y="10038"/>
                        <a:pt x="45131" y="22445"/>
                      </a:cubicBezTo>
                      <a:cubicBezTo>
                        <a:pt x="45131" y="34852"/>
                        <a:pt x="35053" y="44850"/>
                        <a:pt x="22566" y="44850"/>
                      </a:cubicBezTo>
                      <a:cubicBezTo>
                        <a:pt x="1007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49" name="Freeform: Shape 1348">
                  <a:extLst>
                    <a:ext uri="{FF2B5EF4-FFF2-40B4-BE49-F238E27FC236}">
                      <a16:creationId xmlns:a16="http://schemas.microsoft.com/office/drawing/2014/main" id="{41AC1BF6-FA88-8CA7-BA3C-B1DFEEBCB9CE}"/>
                    </a:ext>
                  </a:extLst>
                </p:cNvPr>
                <p:cNvSpPr/>
                <p:nvPr/>
              </p:nvSpPr>
              <p:spPr>
                <a:xfrm>
                  <a:off x="7042709" y="1230143"/>
                  <a:ext cx="45131" cy="44809"/>
                </a:xfrm>
                <a:custGeom>
                  <a:avLst/>
                  <a:gdLst>
                    <a:gd name="connsiteX0" fmla="*/ 0 w 45131"/>
                    <a:gd name="connsiteY0" fmla="*/ 22405 h 44809"/>
                    <a:gd name="connsiteX1" fmla="*/ 22566 w 45131"/>
                    <a:gd name="connsiteY1" fmla="*/ 0 h 44809"/>
                    <a:gd name="connsiteX2" fmla="*/ 45131 w 45131"/>
                    <a:gd name="connsiteY2" fmla="*/ 22405 h 44809"/>
                    <a:gd name="connsiteX3" fmla="*/ 22566 w 45131"/>
                    <a:gd name="connsiteY3" fmla="*/ 44810 h 44809"/>
                    <a:gd name="connsiteX4" fmla="*/ 0 w 45131"/>
                    <a:gd name="connsiteY4" fmla="*/ 22405 h 44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09">
                      <a:moveTo>
                        <a:pt x="0" y="22405"/>
                      </a:moveTo>
                      <a:cubicBezTo>
                        <a:pt x="0" y="9998"/>
                        <a:pt x="10078" y="0"/>
                        <a:pt x="22566" y="0"/>
                      </a:cubicBezTo>
                      <a:cubicBezTo>
                        <a:pt x="35053" y="0"/>
                        <a:pt x="45131" y="10038"/>
                        <a:pt x="45131" y="22405"/>
                      </a:cubicBezTo>
                      <a:cubicBezTo>
                        <a:pt x="45131" y="34772"/>
                        <a:pt x="35013" y="44810"/>
                        <a:pt x="22566" y="44810"/>
                      </a:cubicBezTo>
                      <a:cubicBezTo>
                        <a:pt x="10118" y="44810"/>
                        <a:pt x="0" y="3477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50" name="Freeform: Shape 1349">
                  <a:extLst>
                    <a:ext uri="{FF2B5EF4-FFF2-40B4-BE49-F238E27FC236}">
                      <a16:creationId xmlns:a16="http://schemas.microsoft.com/office/drawing/2014/main" id="{7C20E700-3EB3-F8AA-AF9E-6A3A9FAF637C}"/>
                    </a:ext>
                  </a:extLst>
                </p:cNvPr>
                <p:cNvSpPr/>
                <p:nvPr/>
              </p:nvSpPr>
              <p:spPr>
                <a:xfrm>
                  <a:off x="6106680" y="746389"/>
                  <a:ext cx="45131" cy="44850"/>
                </a:xfrm>
                <a:custGeom>
                  <a:avLst/>
                  <a:gdLst>
                    <a:gd name="connsiteX0" fmla="*/ 0 w 45131"/>
                    <a:gd name="connsiteY0" fmla="*/ 22445 h 44850"/>
                    <a:gd name="connsiteX1" fmla="*/ 22566 w 45131"/>
                    <a:gd name="connsiteY1" fmla="*/ 0 h 44850"/>
                    <a:gd name="connsiteX2" fmla="*/ 45131 w 45131"/>
                    <a:gd name="connsiteY2" fmla="*/ 22445 h 44850"/>
                    <a:gd name="connsiteX3" fmla="*/ 22566 w 45131"/>
                    <a:gd name="connsiteY3" fmla="*/ 44850 h 44850"/>
                    <a:gd name="connsiteX4" fmla="*/ 0 w 45131"/>
                    <a:gd name="connsiteY4" fmla="*/ 2244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45"/>
                      </a:moveTo>
                      <a:cubicBezTo>
                        <a:pt x="0" y="10078"/>
                        <a:pt x="10118" y="0"/>
                        <a:pt x="22566" y="0"/>
                      </a:cubicBezTo>
                      <a:cubicBezTo>
                        <a:pt x="35013" y="0"/>
                        <a:pt x="45131" y="10038"/>
                        <a:pt x="45131" y="22445"/>
                      </a:cubicBezTo>
                      <a:cubicBezTo>
                        <a:pt x="45131" y="34852"/>
                        <a:pt x="35053" y="44850"/>
                        <a:pt x="22566" y="44850"/>
                      </a:cubicBezTo>
                      <a:cubicBezTo>
                        <a:pt x="1007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51" name="Freeform: Shape 1350">
                  <a:extLst>
                    <a:ext uri="{FF2B5EF4-FFF2-40B4-BE49-F238E27FC236}">
                      <a16:creationId xmlns:a16="http://schemas.microsoft.com/office/drawing/2014/main" id="{6250926C-5B67-F932-B73E-BD3B03331535}"/>
                    </a:ext>
                  </a:extLst>
                </p:cNvPr>
                <p:cNvSpPr/>
                <p:nvPr/>
              </p:nvSpPr>
              <p:spPr>
                <a:xfrm>
                  <a:off x="5755468" y="320334"/>
                  <a:ext cx="45131" cy="44850"/>
                </a:xfrm>
                <a:custGeom>
                  <a:avLst/>
                  <a:gdLst>
                    <a:gd name="connsiteX0" fmla="*/ 0 w 45131"/>
                    <a:gd name="connsiteY0" fmla="*/ 22445 h 44850"/>
                    <a:gd name="connsiteX1" fmla="*/ 22566 w 45131"/>
                    <a:gd name="connsiteY1" fmla="*/ 0 h 44850"/>
                    <a:gd name="connsiteX2" fmla="*/ 45131 w 45131"/>
                    <a:gd name="connsiteY2" fmla="*/ 22445 h 44850"/>
                    <a:gd name="connsiteX3" fmla="*/ 22566 w 45131"/>
                    <a:gd name="connsiteY3" fmla="*/ 44850 h 44850"/>
                    <a:gd name="connsiteX4" fmla="*/ 0 w 45131"/>
                    <a:gd name="connsiteY4" fmla="*/ 2244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45"/>
                      </a:moveTo>
                      <a:cubicBezTo>
                        <a:pt x="0" y="10078"/>
                        <a:pt x="10078" y="0"/>
                        <a:pt x="22566" y="0"/>
                      </a:cubicBezTo>
                      <a:cubicBezTo>
                        <a:pt x="35053" y="0"/>
                        <a:pt x="45131" y="10038"/>
                        <a:pt x="45131" y="22445"/>
                      </a:cubicBezTo>
                      <a:cubicBezTo>
                        <a:pt x="45131" y="34852"/>
                        <a:pt x="35013" y="44850"/>
                        <a:pt x="22566" y="44850"/>
                      </a:cubicBezTo>
                      <a:cubicBezTo>
                        <a:pt x="1011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52" name="Freeform: Shape 1351">
                  <a:extLst>
                    <a:ext uri="{FF2B5EF4-FFF2-40B4-BE49-F238E27FC236}">
                      <a16:creationId xmlns:a16="http://schemas.microsoft.com/office/drawing/2014/main" id="{2AE06B28-C6EA-6797-09F2-E08019CB384F}"/>
                    </a:ext>
                  </a:extLst>
                </p:cNvPr>
                <p:cNvSpPr/>
                <p:nvPr/>
              </p:nvSpPr>
              <p:spPr>
                <a:xfrm>
                  <a:off x="5757075" y="0"/>
                  <a:ext cx="45131" cy="44850"/>
                </a:xfrm>
                <a:custGeom>
                  <a:avLst/>
                  <a:gdLst>
                    <a:gd name="connsiteX0" fmla="*/ 0 w 45131"/>
                    <a:gd name="connsiteY0" fmla="*/ 22405 h 44850"/>
                    <a:gd name="connsiteX1" fmla="*/ 22566 w 45131"/>
                    <a:gd name="connsiteY1" fmla="*/ 0 h 44850"/>
                    <a:gd name="connsiteX2" fmla="*/ 45131 w 45131"/>
                    <a:gd name="connsiteY2" fmla="*/ 22405 h 44850"/>
                    <a:gd name="connsiteX3" fmla="*/ 22566 w 45131"/>
                    <a:gd name="connsiteY3" fmla="*/ 44850 h 44850"/>
                    <a:gd name="connsiteX4" fmla="*/ 0 w 45131"/>
                    <a:gd name="connsiteY4" fmla="*/ 2240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05"/>
                      </a:moveTo>
                      <a:cubicBezTo>
                        <a:pt x="0" y="10038"/>
                        <a:pt x="10118" y="0"/>
                        <a:pt x="22566" y="0"/>
                      </a:cubicBezTo>
                      <a:cubicBezTo>
                        <a:pt x="35013" y="0"/>
                        <a:pt x="45131" y="10038"/>
                        <a:pt x="45131" y="22405"/>
                      </a:cubicBezTo>
                      <a:cubicBezTo>
                        <a:pt x="45131" y="34772"/>
                        <a:pt x="35053" y="44850"/>
                        <a:pt x="22566" y="44850"/>
                      </a:cubicBezTo>
                      <a:cubicBezTo>
                        <a:pt x="1007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53" name="Freeform: Shape 1352">
                  <a:extLst>
                    <a:ext uri="{FF2B5EF4-FFF2-40B4-BE49-F238E27FC236}">
                      <a16:creationId xmlns:a16="http://schemas.microsoft.com/office/drawing/2014/main" id="{EE046B0F-7BB8-1024-4625-313584136450}"/>
                    </a:ext>
                  </a:extLst>
                </p:cNvPr>
                <p:cNvSpPr/>
                <p:nvPr/>
              </p:nvSpPr>
              <p:spPr>
                <a:xfrm>
                  <a:off x="6175942" y="176187"/>
                  <a:ext cx="45131" cy="44850"/>
                </a:xfrm>
                <a:custGeom>
                  <a:avLst/>
                  <a:gdLst>
                    <a:gd name="connsiteX0" fmla="*/ 0 w 45131"/>
                    <a:gd name="connsiteY0" fmla="*/ 22445 h 44850"/>
                    <a:gd name="connsiteX1" fmla="*/ 22566 w 45131"/>
                    <a:gd name="connsiteY1" fmla="*/ 0 h 44850"/>
                    <a:gd name="connsiteX2" fmla="*/ 45131 w 45131"/>
                    <a:gd name="connsiteY2" fmla="*/ 22445 h 44850"/>
                    <a:gd name="connsiteX3" fmla="*/ 22566 w 45131"/>
                    <a:gd name="connsiteY3" fmla="*/ 44850 h 44850"/>
                    <a:gd name="connsiteX4" fmla="*/ 0 w 45131"/>
                    <a:gd name="connsiteY4" fmla="*/ 2244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45"/>
                      </a:moveTo>
                      <a:cubicBezTo>
                        <a:pt x="0" y="10038"/>
                        <a:pt x="10078" y="0"/>
                        <a:pt x="22566" y="0"/>
                      </a:cubicBezTo>
                      <a:cubicBezTo>
                        <a:pt x="35053" y="0"/>
                        <a:pt x="45131" y="10038"/>
                        <a:pt x="45131" y="22445"/>
                      </a:cubicBezTo>
                      <a:cubicBezTo>
                        <a:pt x="45131" y="34852"/>
                        <a:pt x="35013" y="44850"/>
                        <a:pt x="22566" y="44850"/>
                      </a:cubicBezTo>
                      <a:cubicBezTo>
                        <a:pt x="1011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54" name="Freeform: Shape 1353">
                  <a:extLst>
                    <a:ext uri="{FF2B5EF4-FFF2-40B4-BE49-F238E27FC236}">
                      <a16:creationId xmlns:a16="http://schemas.microsoft.com/office/drawing/2014/main" id="{C9BB506F-3225-3432-6FA0-DE98CE3A897E}"/>
                    </a:ext>
                  </a:extLst>
                </p:cNvPr>
                <p:cNvSpPr/>
                <p:nvPr/>
              </p:nvSpPr>
              <p:spPr>
                <a:xfrm>
                  <a:off x="6610952" y="28789"/>
                  <a:ext cx="45131" cy="44890"/>
                </a:xfrm>
                <a:custGeom>
                  <a:avLst/>
                  <a:gdLst>
                    <a:gd name="connsiteX0" fmla="*/ 0 w 45131"/>
                    <a:gd name="connsiteY0" fmla="*/ 22445 h 44890"/>
                    <a:gd name="connsiteX1" fmla="*/ 22566 w 45131"/>
                    <a:gd name="connsiteY1" fmla="*/ 0 h 44890"/>
                    <a:gd name="connsiteX2" fmla="*/ 45131 w 45131"/>
                    <a:gd name="connsiteY2" fmla="*/ 22445 h 44890"/>
                    <a:gd name="connsiteX3" fmla="*/ 22566 w 45131"/>
                    <a:gd name="connsiteY3" fmla="*/ 44890 h 44890"/>
                    <a:gd name="connsiteX4" fmla="*/ 0 w 45131"/>
                    <a:gd name="connsiteY4" fmla="*/ 22445 h 44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90">
                      <a:moveTo>
                        <a:pt x="0" y="22445"/>
                      </a:moveTo>
                      <a:cubicBezTo>
                        <a:pt x="0" y="10078"/>
                        <a:pt x="10078" y="0"/>
                        <a:pt x="22566" y="0"/>
                      </a:cubicBezTo>
                      <a:cubicBezTo>
                        <a:pt x="35053" y="0"/>
                        <a:pt x="45131" y="10038"/>
                        <a:pt x="45131" y="22445"/>
                      </a:cubicBezTo>
                      <a:cubicBezTo>
                        <a:pt x="45131" y="34852"/>
                        <a:pt x="35013" y="44890"/>
                        <a:pt x="22566" y="44890"/>
                      </a:cubicBezTo>
                      <a:cubicBezTo>
                        <a:pt x="10118" y="44890"/>
                        <a:pt x="0" y="3485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55" name="Freeform: Shape 1354">
                  <a:extLst>
                    <a:ext uri="{FF2B5EF4-FFF2-40B4-BE49-F238E27FC236}">
                      <a16:creationId xmlns:a16="http://schemas.microsoft.com/office/drawing/2014/main" id="{C8D1B124-F3A9-0733-90B7-9AED71AD54D3}"/>
                    </a:ext>
                  </a:extLst>
                </p:cNvPr>
                <p:cNvSpPr/>
                <p:nvPr/>
              </p:nvSpPr>
              <p:spPr>
                <a:xfrm>
                  <a:off x="7313375" y="224250"/>
                  <a:ext cx="45131" cy="44850"/>
                </a:xfrm>
                <a:custGeom>
                  <a:avLst/>
                  <a:gdLst>
                    <a:gd name="connsiteX0" fmla="*/ 0 w 45131"/>
                    <a:gd name="connsiteY0" fmla="*/ 22405 h 44850"/>
                    <a:gd name="connsiteX1" fmla="*/ 22566 w 45131"/>
                    <a:gd name="connsiteY1" fmla="*/ 0 h 44850"/>
                    <a:gd name="connsiteX2" fmla="*/ 45132 w 45131"/>
                    <a:gd name="connsiteY2" fmla="*/ 22405 h 44850"/>
                    <a:gd name="connsiteX3" fmla="*/ 22566 w 45131"/>
                    <a:gd name="connsiteY3" fmla="*/ 44850 h 44850"/>
                    <a:gd name="connsiteX4" fmla="*/ 0 w 45131"/>
                    <a:gd name="connsiteY4" fmla="*/ 2240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05"/>
                      </a:moveTo>
                      <a:cubicBezTo>
                        <a:pt x="0" y="10038"/>
                        <a:pt x="10118" y="0"/>
                        <a:pt x="22566" y="0"/>
                      </a:cubicBezTo>
                      <a:cubicBezTo>
                        <a:pt x="35013" y="0"/>
                        <a:pt x="45132" y="10038"/>
                        <a:pt x="45132" y="22405"/>
                      </a:cubicBezTo>
                      <a:cubicBezTo>
                        <a:pt x="45132" y="34772"/>
                        <a:pt x="35053" y="44850"/>
                        <a:pt x="22566" y="44850"/>
                      </a:cubicBezTo>
                      <a:cubicBezTo>
                        <a:pt x="1007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56" name="Freeform: Shape 1355">
                  <a:extLst>
                    <a:ext uri="{FF2B5EF4-FFF2-40B4-BE49-F238E27FC236}">
                      <a16:creationId xmlns:a16="http://schemas.microsoft.com/office/drawing/2014/main" id="{816D7E28-FFCD-0273-EC71-CD3F91A6108E}"/>
                    </a:ext>
                  </a:extLst>
                </p:cNvPr>
                <p:cNvSpPr/>
                <p:nvPr/>
              </p:nvSpPr>
              <p:spPr>
                <a:xfrm>
                  <a:off x="7609819" y="352375"/>
                  <a:ext cx="45131" cy="44850"/>
                </a:xfrm>
                <a:custGeom>
                  <a:avLst/>
                  <a:gdLst>
                    <a:gd name="connsiteX0" fmla="*/ 0 w 45131"/>
                    <a:gd name="connsiteY0" fmla="*/ 22445 h 44850"/>
                    <a:gd name="connsiteX1" fmla="*/ 22566 w 45131"/>
                    <a:gd name="connsiteY1" fmla="*/ 0 h 44850"/>
                    <a:gd name="connsiteX2" fmla="*/ 45131 w 45131"/>
                    <a:gd name="connsiteY2" fmla="*/ 22445 h 44850"/>
                    <a:gd name="connsiteX3" fmla="*/ 22566 w 45131"/>
                    <a:gd name="connsiteY3" fmla="*/ 44850 h 44850"/>
                    <a:gd name="connsiteX4" fmla="*/ 0 w 45131"/>
                    <a:gd name="connsiteY4" fmla="*/ 2244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45"/>
                      </a:moveTo>
                      <a:cubicBezTo>
                        <a:pt x="0" y="10078"/>
                        <a:pt x="10078" y="0"/>
                        <a:pt x="22566" y="0"/>
                      </a:cubicBezTo>
                      <a:cubicBezTo>
                        <a:pt x="35053" y="0"/>
                        <a:pt x="45131" y="10038"/>
                        <a:pt x="45131" y="22445"/>
                      </a:cubicBezTo>
                      <a:cubicBezTo>
                        <a:pt x="45131" y="34852"/>
                        <a:pt x="35013" y="44850"/>
                        <a:pt x="22566" y="44850"/>
                      </a:cubicBezTo>
                      <a:cubicBezTo>
                        <a:pt x="1011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57" name="Freeform: Shape 1356">
                  <a:extLst>
                    <a:ext uri="{FF2B5EF4-FFF2-40B4-BE49-F238E27FC236}">
                      <a16:creationId xmlns:a16="http://schemas.microsoft.com/office/drawing/2014/main" id="{1D6EF594-9C72-00CA-4562-0D958B6A4413}"/>
                    </a:ext>
                  </a:extLst>
                </p:cNvPr>
                <p:cNvSpPr/>
                <p:nvPr/>
              </p:nvSpPr>
              <p:spPr>
                <a:xfrm>
                  <a:off x="5392974" y="1076400"/>
                  <a:ext cx="45131" cy="44850"/>
                </a:xfrm>
                <a:custGeom>
                  <a:avLst/>
                  <a:gdLst>
                    <a:gd name="connsiteX0" fmla="*/ 0 w 45131"/>
                    <a:gd name="connsiteY0" fmla="*/ 22405 h 44850"/>
                    <a:gd name="connsiteX1" fmla="*/ 22566 w 45131"/>
                    <a:gd name="connsiteY1" fmla="*/ 0 h 44850"/>
                    <a:gd name="connsiteX2" fmla="*/ 45131 w 45131"/>
                    <a:gd name="connsiteY2" fmla="*/ 22405 h 44850"/>
                    <a:gd name="connsiteX3" fmla="*/ 22566 w 45131"/>
                    <a:gd name="connsiteY3" fmla="*/ 44850 h 44850"/>
                    <a:gd name="connsiteX4" fmla="*/ 0 w 45131"/>
                    <a:gd name="connsiteY4" fmla="*/ 2240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05"/>
                      </a:moveTo>
                      <a:cubicBezTo>
                        <a:pt x="0" y="10038"/>
                        <a:pt x="10078" y="0"/>
                        <a:pt x="22566" y="0"/>
                      </a:cubicBezTo>
                      <a:cubicBezTo>
                        <a:pt x="35053" y="0"/>
                        <a:pt x="45131" y="10038"/>
                        <a:pt x="45131" y="22405"/>
                      </a:cubicBezTo>
                      <a:cubicBezTo>
                        <a:pt x="45131" y="34772"/>
                        <a:pt x="35013" y="44850"/>
                        <a:pt x="22566" y="44850"/>
                      </a:cubicBezTo>
                      <a:cubicBezTo>
                        <a:pt x="1011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58" name="Freeform: Shape 1357">
                  <a:extLst>
                    <a:ext uri="{FF2B5EF4-FFF2-40B4-BE49-F238E27FC236}">
                      <a16:creationId xmlns:a16="http://schemas.microsoft.com/office/drawing/2014/main" id="{02C91053-9307-1E3C-8F99-64D2863A6E5C}"/>
                    </a:ext>
                  </a:extLst>
                </p:cNvPr>
                <p:cNvSpPr/>
                <p:nvPr/>
              </p:nvSpPr>
              <p:spPr>
                <a:xfrm>
                  <a:off x="4978924" y="1214122"/>
                  <a:ext cx="45131" cy="44849"/>
                </a:xfrm>
                <a:custGeom>
                  <a:avLst/>
                  <a:gdLst>
                    <a:gd name="connsiteX0" fmla="*/ 0 w 45131"/>
                    <a:gd name="connsiteY0" fmla="*/ 22405 h 44849"/>
                    <a:gd name="connsiteX1" fmla="*/ 22566 w 45131"/>
                    <a:gd name="connsiteY1" fmla="*/ 0 h 44849"/>
                    <a:gd name="connsiteX2" fmla="*/ 45131 w 45131"/>
                    <a:gd name="connsiteY2" fmla="*/ 22405 h 44849"/>
                    <a:gd name="connsiteX3" fmla="*/ 22566 w 45131"/>
                    <a:gd name="connsiteY3" fmla="*/ 44850 h 44849"/>
                    <a:gd name="connsiteX4" fmla="*/ 0 w 45131"/>
                    <a:gd name="connsiteY4" fmla="*/ 2240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05"/>
                      </a:moveTo>
                      <a:cubicBezTo>
                        <a:pt x="0" y="10038"/>
                        <a:pt x="10118" y="0"/>
                        <a:pt x="22566" y="0"/>
                      </a:cubicBezTo>
                      <a:cubicBezTo>
                        <a:pt x="35013" y="0"/>
                        <a:pt x="45131" y="10038"/>
                        <a:pt x="45131" y="22405"/>
                      </a:cubicBezTo>
                      <a:cubicBezTo>
                        <a:pt x="45131" y="34772"/>
                        <a:pt x="35013" y="44850"/>
                        <a:pt x="22566" y="44850"/>
                      </a:cubicBezTo>
                      <a:cubicBezTo>
                        <a:pt x="1011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59" name="Freeform: Shape 1358">
                  <a:extLst>
                    <a:ext uri="{FF2B5EF4-FFF2-40B4-BE49-F238E27FC236}">
                      <a16:creationId xmlns:a16="http://schemas.microsoft.com/office/drawing/2014/main" id="{4AEF6B29-73A2-5C0A-3CD3-9423927B304F}"/>
                    </a:ext>
                  </a:extLst>
                </p:cNvPr>
                <p:cNvSpPr/>
                <p:nvPr/>
              </p:nvSpPr>
              <p:spPr>
                <a:xfrm>
                  <a:off x="5160975" y="1524820"/>
                  <a:ext cx="45131" cy="44849"/>
                </a:xfrm>
                <a:custGeom>
                  <a:avLst/>
                  <a:gdLst>
                    <a:gd name="connsiteX0" fmla="*/ 0 w 45131"/>
                    <a:gd name="connsiteY0" fmla="*/ 22445 h 44849"/>
                    <a:gd name="connsiteX1" fmla="*/ 22566 w 45131"/>
                    <a:gd name="connsiteY1" fmla="*/ 0 h 44849"/>
                    <a:gd name="connsiteX2" fmla="*/ 45131 w 45131"/>
                    <a:gd name="connsiteY2" fmla="*/ 22445 h 44849"/>
                    <a:gd name="connsiteX3" fmla="*/ 22566 w 45131"/>
                    <a:gd name="connsiteY3" fmla="*/ 44850 h 44849"/>
                    <a:gd name="connsiteX4" fmla="*/ 0 w 45131"/>
                    <a:gd name="connsiteY4" fmla="*/ 2244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45"/>
                      </a:moveTo>
                      <a:cubicBezTo>
                        <a:pt x="0" y="10078"/>
                        <a:pt x="10078" y="0"/>
                        <a:pt x="22566" y="0"/>
                      </a:cubicBezTo>
                      <a:cubicBezTo>
                        <a:pt x="35053" y="0"/>
                        <a:pt x="45131" y="10038"/>
                        <a:pt x="45131" y="22445"/>
                      </a:cubicBezTo>
                      <a:cubicBezTo>
                        <a:pt x="45131" y="34852"/>
                        <a:pt x="35013" y="44850"/>
                        <a:pt x="22566" y="44850"/>
                      </a:cubicBezTo>
                      <a:cubicBezTo>
                        <a:pt x="1011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60" name="Freeform: Shape 1359">
                  <a:extLst>
                    <a:ext uri="{FF2B5EF4-FFF2-40B4-BE49-F238E27FC236}">
                      <a16:creationId xmlns:a16="http://schemas.microsoft.com/office/drawing/2014/main" id="{FE3B6278-424B-0456-FEE0-773B25495616}"/>
                    </a:ext>
                  </a:extLst>
                </p:cNvPr>
                <p:cNvSpPr/>
                <p:nvPr/>
              </p:nvSpPr>
              <p:spPr>
                <a:xfrm>
                  <a:off x="4980531" y="1499203"/>
                  <a:ext cx="45131" cy="44890"/>
                </a:xfrm>
                <a:custGeom>
                  <a:avLst/>
                  <a:gdLst>
                    <a:gd name="connsiteX0" fmla="*/ 0 w 45131"/>
                    <a:gd name="connsiteY0" fmla="*/ 22445 h 44890"/>
                    <a:gd name="connsiteX1" fmla="*/ 22566 w 45131"/>
                    <a:gd name="connsiteY1" fmla="*/ 0 h 44890"/>
                    <a:gd name="connsiteX2" fmla="*/ 45131 w 45131"/>
                    <a:gd name="connsiteY2" fmla="*/ 22445 h 44890"/>
                    <a:gd name="connsiteX3" fmla="*/ 22566 w 45131"/>
                    <a:gd name="connsiteY3" fmla="*/ 44890 h 44890"/>
                    <a:gd name="connsiteX4" fmla="*/ 0 w 45131"/>
                    <a:gd name="connsiteY4" fmla="*/ 22445 h 44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90">
                      <a:moveTo>
                        <a:pt x="0" y="22445"/>
                      </a:moveTo>
                      <a:cubicBezTo>
                        <a:pt x="0" y="10078"/>
                        <a:pt x="10118" y="0"/>
                        <a:pt x="22566" y="0"/>
                      </a:cubicBezTo>
                      <a:cubicBezTo>
                        <a:pt x="35013" y="0"/>
                        <a:pt x="45131" y="10038"/>
                        <a:pt x="45131" y="22445"/>
                      </a:cubicBezTo>
                      <a:cubicBezTo>
                        <a:pt x="45131" y="34852"/>
                        <a:pt x="35013" y="44890"/>
                        <a:pt x="22566" y="44890"/>
                      </a:cubicBezTo>
                      <a:cubicBezTo>
                        <a:pt x="10118" y="44890"/>
                        <a:pt x="0" y="3485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61" name="Freeform: Shape 1360">
                  <a:extLst>
                    <a:ext uri="{FF2B5EF4-FFF2-40B4-BE49-F238E27FC236}">
                      <a16:creationId xmlns:a16="http://schemas.microsoft.com/office/drawing/2014/main" id="{DCD1660D-7CE2-B94B-BE80-B3760E258375}"/>
                    </a:ext>
                  </a:extLst>
                </p:cNvPr>
                <p:cNvSpPr/>
                <p:nvPr/>
              </p:nvSpPr>
              <p:spPr>
                <a:xfrm>
                  <a:off x="4075138" y="1979745"/>
                  <a:ext cx="45131" cy="44850"/>
                </a:xfrm>
                <a:custGeom>
                  <a:avLst/>
                  <a:gdLst>
                    <a:gd name="connsiteX0" fmla="*/ 0 w 45131"/>
                    <a:gd name="connsiteY0" fmla="*/ 22445 h 44850"/>
                    <a:gd name="connsiteX1" fmla="*/ 22566 w 45131"/>
                    <a:gd name="connsiteY1" fmla="*/ 0 h 44850"/>
                    <a:gd name="connsiteX2" fmla="*/ 45131 w 45131"/>
                    <a:gd name="connsiteY2" fmla="*/ 22445 h 44850"/>
                    <a:gd name="connsiteX3" fmla="*/ 22566 w 45131"/>
                    <a:gd name="connsiteY3" fmla="*/ 44850 h 44850"/>
                    <a:gd name="connsiteX4" fmla="*/ 0 w 45131"/>
                    <a:gd name="connsiteY4" fmla="*/ 2244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45"/>
                      </a:moveTo>
                      <a:cubicBezTo>
                        <a:pt x="0" y="10078"/>
                        <a:pt x="10078" y="0"/>
                        <a:pt x="22566" y="0"/>
                      </a:cubicBezTo>
                      <a:cubicBezTo>
                        <a:pt x="35053" y="0"/>
                        <a:pt x="45131" y="10038"/>
                        <a:pt x="45131" y="22445"/>
                      </a:cubicBezTo>
                      <a:cubicBezTo>
                        <a:pt x="45131" y="34852"/>
                        <a:pt x="35013" y="44850"/>
                        <a:pt x="22566" y="44850"/>
                      </a:cubicBezTo>
                      <a:cubicBezTo>
                        <a:pt x="1011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62" name="Freeform: Shape 1361">
                  <a:extLst>
                    <a:ext uri="{FF2B5EF4-FFF2-40B4-BE49-F238E27FC236}">
                      <a16:creationId xmlns:a16="http://schemas.microsoft.com/office/drawing/2014/main" id="{40C3BFBF-C4FE-D74B-82B9-099EE8E6517E}"/>
                    </a:ext>
                  </a:extLst>
                </p:cNvPr>
                <p:cNvSpPr/>
                <p:nvPr/>
              </p:nvSpPr>
              <p:spPr>
                <a:xfrm>
                  <a:off x="3846351" y="2204035"/>
                  <a:ext cx="45131" cy="44850"/>
                </a:xfrm>
                <a:custGeom>
                  <a:avLst/>
                  <a:gdLst>
                    <a:gd name="connsiteX0" fmla="*/ 0 w 45131"/>
                    <a:gd name="connsiteY0" fmla="*/ 22405 h 44850"/>
                    <a:gd name="connsiteX1" fmla="*/ 22566 w 45131"/>
                    <a:gd name="connsiteY1" fmla="*/ 0 h 44850"/>
                    <a:gd name="connsiteX2" fmla="*/ 45131 w 45131"/>
                    <a:gd name="connsiteY2" fmla="*/ 22405 h 44850"/>
                    <a:gd name="connsiteX3" fmla="*/ 22566 w 45131"/>
                    <a:gd name="connsiteY3" fmla="*/ 44850 h 44850"/>
                    <a:gd name="connsiteX4" fmla="*/ 0 w 45131"/>
                    <a:gd name="connsiteY4" fmla="*/ 2240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05"/>
                      </a:moveTo>
                      <a:cubicBezTo>
                        <a:pt x="0" y="10038"/>
                        <a:pt x="10118" y="0"/>
                        <a:pt x="22566" y="0"/>
                      </a:cubicBezTo>
                      <a:cubicBezTo>
                        <a:pt x="35013" y="0"/>
                        <a:pt x="45131" y="10038"/>
                        <a:pt x="45131" y="22405"/>
                      </a:cubicBezTo>
                      <a:cubicBezTo>
                        <a:pt x="45131" y="34772"/>
                        <a:pt x="35053" y="44850"/>
                        <a:pt x="22566" y="44850"/>
                      </a:cubicBezTo>
                      <a:cubicBezTo>
                        <a:pt x="1007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63" name="Freeform: Shape 1362">
                  <a:extLst>
                    <a:ext uri="{FF2B5EF4-FFF2-40B4-BE49-F238E27FC236}">
                      <a16:creationId xmlns:a16="http://schemas.microsoft.com/office/drawing/2014/main" id="{C2262551-6C40-B4AD-130A-81A3271BA7B3}"/>
                    </a:ext>
                  </a:extLst>
                </p:cNvPr>
                <p:cNvSpPr/>
                <p:nvPr/>
              </p:nvSpPr>
              <p:spPr>
                <a:xfrm>
                  <a:off x="3678795" y="2005362"/>
                  <a:ext cx="45131" cy="44890"/>
                </a:xfrm>
                <a:custGeom>
                  <a:avLst/>
                  <a:gdLst>
                    <a:gd name="connsiteX0" fmla="*/ 0 w 45131"/>
                    <a:gd name="connsiteY0" fmla="*/ 22445 h 44890"/>
                    <a:gd name="connsiteX1" fmla="*/ 22565 w 45131"/>
                    <a:gd name="connsiteY1" fmla="*/ 0 h 44890"/>
                    <a:gd name="connsiteX2" fmla="*/ 45131 w 45131"/>
                    <a:gd name="connsiteY2" fmla="*/ 22445 h 44890"/>
                    <a:gd name="connsiteX3" fmla="*/ 22565 w 45131"/>
                    <a:gd name="connsiteY3" fmla="*/ 44890 h 44890"/>
                    <a:gd name="connsiteX4" fmla="*/ 0 w 45131"/>
                    <a:gd name="connsiteY4" fmla="*/ 22445 h 44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90">
                      <a:moveTo>
                        <a:pt x="0" y="22445"/>
                      </a:moveTo>
                      <a:cubicBezTo>
                        <a:pt x="0" y="10078"/>
                        <a:pt x="10078" y="0"/>
                        <a:pt x="22565" y="0"/>
                      </a:cubicBezTo>
                      <a:cubicBezTo>
                        <a:pt x="35053" y="0"/>
                        <a:pt x="45131" y="10038"/>
                        <a:pt x="45131" y="22445"/>
                      </a:cubicBezTo>
                      <a:cubicBezTo>
                        <a:pt x="45131" y="34852"/>
                        <a:pt x="35013" y="44890"/>
                        <a:pt x="22565" y="44890"/>
                      </a:cubicBezTo>
                      <a:cubicBezTo>
                        <a:pt x="10118" y="44890"/>
                        <a:pt x="0" y="3485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64" name="Freeform: Shape 1363">
                  <a:extLst>
                    <a:ext uri="{FF2B5EF4-FFF2-40B4-BE49-F238E27FC236}">
                      <a16:creationId xmlns:a16="http://schemas.microsoft.com/office/drawing/2014/main" id="{952BEE85-49E2-936B-FB35-51FAB461C68F}"/>
                    </a:ext>
                  </a:extLst>
                </p:cNvPr>
                <p:cNvSpPr/>
                <p:nvPr/>
              </p:nvSpPr>
              <p:spPr>
                <a:xfrm>
                  <a:off x="3562796" y="2139912"/>
                  <a:ext cx="45131" cy="44890"/>
                </a:xfrm>
                <a:custGeom>
                  <a:avLst/>
                  <a:gdLst>
                    <a:gd name="connsiteX0" fmla="*/ 0 w 45131"/>
                    <a:gd name="connsiteY0" fmla="*/ 22445 h 44890"/>
                    <a:gd name="connsiteX1" fmla="*/ 22566 w 45131"/>
                    <a:gd name="connsiteY1" fmla="*/ 0 h 44890"/>
                    <a:gd name="connsiteX2" fmla="*/ 45131 w 45131"/>
                    <a:gd name="connsiteY2" fmla="*/ 22445 h 44890"/>
                    <a:gd name="connsiteX3" fmla="*/ 22566 w 45131"/>
                    <a:gd name="connsiteY3" fmla="*/ 44890 h 44890"/>
                    <a:gd name="connsiteX4" fmla="*/ 0 w 45131"/>
                    <a:gd name="connsiteY4" fmla="*/ 22445 h 44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90">
                      <a:moveTo>
                        <a:pt x="0" y="22445"/>
                      </a:moveTo>
                      <a:cubicBezTo>
                        <a:pt x="0" y="10078"/>
                        <a:pt x="10078" y="0"/>
                        <a:pt x="22566" y="0"/>
                      </a:cubicBezTo>
                      <a:cubicBezTo>
                        <a:pt x="35053" y="0"/>
                        <a:pt x="45131" y="10038"/>
                        <a:pt x="45131" y="22445"/>
                      </a:cubicBezTo>
                      <a:cubicBezTo>
                        <a:pt x="45131" y="34852"/>
                        <a:pt x="35053" y="44890"/>
                        <a:pt x="22566" y="44890"/>
                      </a:cubicBezTo>
                      <a:cubicBezTo>
                        <a:pt x="10078" y="44890"/>
                        <a:pt x="0" y="3485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65" name="Freeform: Shape 1364">
                  <a:extLst>
                    <a:ext uri="{FF2B5EF4-FFF2-40B4-BE49-F238E27FC236}">
                      <a16:creationId xmlns:a16="http://schemas.microsoft.com/office/drawing/2014/main" id="{BFE04BBE-A12D-C912-6AD3-BCF36A9DE363}"/>
                    </a:ext>
                  </a:extLst>
                </p:cNvPr>
                <p:cNvSpPr/>
                <p:nvPr/>
              </p:nvSpPr>
              <p:spPr>
                <a:xfrm>
                  <a:off x="3301806" y="2069485"/>
                  <a:ext cx="45131" cy="44850"/>
                </a:xfrm>
                <a:custGeom>
                  <a:avLst/>
                  <a:gdLst>
                    <a:gd name="connsiteX0" fmla="*/ 0 w 45131"/>
                    <a:gd name="connsiteY0" fmla="*/ 22405 h 44850"/>
                    <a:gd name="connsiteX1" fmla="*/ 22566 w 45131"/>
                    <a:gd name="connsiteY1" fmla="*/ 0 h 44850"/>
                    <a:gd name="connsiteX2" fmla="*/ 45131 w 45131"/>
                    <a:gd name="connsiteY2" fmla="*/ 22405 h 44850"/>
                    <a:gd name="connsiteX3" fmla="*/ 22566 w 45131"/>
                    <a:gd name="connsiteY3" fmla="*/ 44850 h 44850"/>
                    <a:gd name="connsiteX4" fmla="*/ 0 w 45131"/>
                    <a:gd name="connsiteY4" fmla="*/ 2240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05"/>
                      </a:moveTo>
                      <a:cubicBezTo>
                        <a:pt x="0" y="10038"/>
                        <a:pt x="10118" y="0"/>
                        <a:pt x="22566" y="0"/>
                      </a:cubicBezTo>
                      <a:cubicBezTo>
                        <a:pt x="35013" y="0"/>
                        <a:pt x="45131" y="10038"/>
                        <a:pt x="45131" y="22405"/>
                      </a:cubicBezTo>
                      <a:cubicBezTo>
                        <a:pt x="45131" y="34772"/>
                        <a:pt x="35053" y="44850"/>
                        <a:pt x="22566" y="44850"/>
                      </a:cubicBezTo>
                      <a:cubicBezTo>
                        <a:pt x="1007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66" name="Freeform: Shape 1365">
                  <a:extLst>
                    <a:ext uri="{FF2B5EF4-FFF2-40B4-BE49-F238E27FC236}">
                      <a16:creationId xmlns:a16="http://schemas.microsoft.com/office/drawing/2014/main" id="{00C3D3AA-C70F-D522-6959-895D9ED5D459}"/>
                    </a:ext>
                  </a:extLst>
                </p:cNvPr>
                <p:cNvSpPr/>
                <p:nvPr/>
              </p:nvSpPr>
              <p:spPr>
                <a:xfrm>
                  <a:off x="2969948" y="2660486"/>
                  <a:ext cx="45131" cy="44850"/>
                </a:xfrm>
                <a:custGeom>
                  <a:avLst/>
                  <a:gdLst>
                    <a:gd name="connsiteX0" fmla="*/ 0 w 45131"/>
                    <a:gd name="connsiteY0" fmla="*/ 22445 h 44850"/>
                    <a:gd name="connsiteX1" fmla="*/ 22566 w 45131"/>
                    <a:gd name="connsiteY1" fmla="*/ 0 h 44850"/>
                    <a:gd name="connsiteX2" fmla="*/ 45131 w 45131"/>
                    <a:gd name="connsiteY2" fmla="*/ 22445 h 44850"/>
                    <a:gd name="connsiteX3" fmla="*/ 22566 w 45131"/>
                    <a:gd name="connsiteY3" fmla="*/ 44850 h 44850"/>
                    <a:gd name="connsiteX4" fmla="*/ 0 w 45131"/>
                    <a:gd name="connsiteY4" fmla="*/ 2244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45"/>
                      </a:moveTo>
                      <a:cubicBezTo>
                        <a:pt x="0" y="10078"/>
                        <a:pt x="10118" y="0"/>
                        <a:pt x="22566" y="0"/>
                      </a:cubicBezTo>
                      <a:cubicBezTo>
                        <a:pt x="35013" y="0"/>
                        <a:pt x="45131" y="10038"/>
                        <a:pt x="45131" y="22445"/>
                      </a:cubicBezTo>
                      <a:cubicBezTo>
                        <a:pt x="45131" y="34852"/>
                        <a:pt x="35053" y="44850"/>
                        <a:pt x="22566" y="44850"/>
                      </a:cubicBezTo>
                      <a:cubicBezTo>
                        <a:pt x="1007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67" name="Freeform: Shape 1366">
                  <a:extLst>
                    <a:ext uri="{FF2B5EF4-FFF2-40B4-BE49-F238E27FC236}">
                      <a16:creationId xmlns:a16="http://schemas.microsoft.com/office/drawing/2014/main" id="{D9838862-A9E1-843F-ED86-0AFD8ECEC707}"/>
                    </a:ext>
                  </a:extLst>
                </p:cNvPr>
                <p:cNvSpPr/>
                <p:nvPr/>
              </p:nvSpPr>
              <p:spPr>
                <a:xfrm>
                  <a:off x="2650939" y="3179494"/>
                  <a:ext cx="45131" cy="44850"/>
                </a:xfrm>
                <a:custGeom>
                  <a:avLst/>
                  <a:gdLst>
                    <a:gd name="connsiteX0" fmla="*/ 0 w 45131"/>
                    <a:gd name="connsiteY0" fmla="*/ 22405 h 44850"/>
                    <a:gd name="connsiteX1" fmla="*/ 22566 w 45131"/>
                    <a:gd name="connsiteY1" fmla="*/ 0 h 44850"/>
                    <a:gd name="connsiteX2" fmla="*/ 45131 w 45131"/>
                    <a:gd name="connsiteY2" fmla="*/ 22405 h 44850"/>
                    <a:gd name="connsiteX3" fmla="*/ 22566 w 45131"/>
                    <a:gd name="connsiteY3" fmla="*/ 44850 h 44850"/>
                    <a:gd name="connsiteX4" fmla="*/ 0 w 45131"/>
                    <a:gd name="connsiteY4" fmla="*/ 2240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05"/>
                      </a:moveTo>
                      <a:cubicBezTo>
                        <a:pt x="0" y="10038"/>
                        <a:pt x="10078" y="0"/>
                        <a:pt x="22566" y="0"/>
                      </a:cubicBezTo>
                      <a:cubicBezTo>
                        <a:pt x="35053" y="0"/>
                        <a:pt x="45131" y="10038"/>
                        <a:pt x="45131" y="22405"/>
                      </a:cubicBezTo>
                      <a:cubicBezTo>
                        <a:pt x="45131" y="34772"/>
                        <a:pt x="35013" y="44850"/>
                        <a:pt x="22566" y="44850"/>
                      </a:cubicBezTo>
                      <a:cubicBezTo>
                        <a:pt x="1011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68" name="Freeform: Shape 1367">
                  <a:extLst>
                    <a:ext uri="{FF2B5EF4-FFF2-40B4-BE49-F238E27FC236}">
                      <a16:creationId xmlns:a16="http://schemas.microsoft.com/office/drawing/2014/main" id="{246D1599-BE56-32F0-723E-8C87F0AAAFC6}"/>
                    </a:ext>
                  </a:extLst>
                </p:cNvPr>
                <p:cNvSpPr/>
                <p:nvPr/>
              </p:nvSpPr>
              <p:spPr>
                <a:xfrm>
                  <a:off x="2725060" y="4138891"/>
                  <a:ext cx="45131" cy="44849"/>
                </a:xfrm>
                <a:custGeom>
                  <a:avLst/>
                  <a:gdLst>
                    <a:gd name="connsiteX0" fmla="*/ 0 w 45131"/>
                    <a:gd name="connsiteY0" fmla="*/ 22445 h 44849"/>
                    <a:gd name="connsiteX1" fmla="*/ 22566 w 45131"/>
                    <a:gd name="connsiteY1" fmla="*/ 0 h 44849"/>
                    <a:gd name="connsiteX2" fmla="*/ 45131 w 45131"/>
                    <a:gd name="connsiteY2" fmla="*/ 22445 h 44849"/>
                    <a:gd name="connsiteX3" fmla="*/ 22566 w 45131"/>
                    <a:gd name="connsiteY3" fmla="*/ 44850 h 44849"/>
                    <a:gd name="connsiteX4" fmla="*/ 0 w 45131"/>
                    <a:gd name="connsiteY4" fmla="*/ 2244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45"/>
                      </a:moveTo>
                      <a:cubicBezTo>
                        <a:pt x="0" y="10078"/>
                        <a:pt x="10078" y="0"/>
                        <a:pt x="22566" y="0"/>
                      </a:cubicBezTo>
                      <a:cubicBezTo>
                        <a:pt x="35053" y="0"/>
                        <a:pt x="45131" y="10038"/>
                        <a:pt x="45131" y="22445"/>
                      </a:cubicBezTo>
                      <a:cubicBezTo>
                        <a:pt x="45131" y="34852"/>
                        <a:pt x="35013" y="44850"/>
                        <a:pt x="22566" y="44850"/>
                      </a:cubicBezTo>
                      <a:cubicBezTo>
                        <a:pt x="1011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69" name="Freeform: Shape 1368">
                  <a:extLst>
                    <a:ext uri="{FF2B5EF4-FFF2-40B4-BE49-F238E27FC236}">
                      <a16:creationId xmlns:a16="http://schemas.microsoft.com/office/drawing/2014/main" id="{C343955D-9EAC-D918-23BC-2D45212689E1}"/>
                    </a:ext>
                  </a:extLst>
                </p:cNvPr>
                <p:cNvSpPr/>
                <p:nvPr/>
              </p:nvSpPr>
              <p:spPr>
                <a:xfrm>
                  <a:off x="3129433" y="3938692"/>
                  <a:ext cx="45131" cy="44809"/>
                </a:xfrm>
                <a:custGeom>
                  <a:avLst/>
                  <a:gdLst>
                    <a:gd name="connsiteX0" fmla="*/ 0 w 45131"/>
                    <a:gd name="connsiteY0" fmla="*/ 22405 h 44809"/>
                    <a:gd name="connsiteX1" fmla="*/ 22566 w 45131"/>
                    <a:gd name="connsiteY1" fmla="*/ 0 h 44809"/>
                    <a:gd name="connsiteX2" fmla="*/ 45131 w 45131"/>
                    <a:gd name="connsiteY2" fmla="*/ 22405 h 44809"/>
                    <a:gd name="connsiteX3" fmla="*/ 22566 w 45131"/>
                    <a:gd name="connsiteY3" fmla="*/ 44810 h 44809"/>
                    <a:gd name="connsiteX4" fmla="*/ 0 w 45131"/>
                    <a:gd name="connsiteY4" fmla="*/ 22405 h 44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09">
                      <a:moveTo>
                        <a:pt x="0" y="22405"/>
                      </a:moveTo>
                      <a:cubicBezTo>
                        <a:pt x="0" y="10038"/>
                        <a:pt x="10118" y="0"/>
                        <a:pt x="22566" y="0"/>
                      </a:cubicBezTo>
                      <a:cubicBezTo>
                        <a:pt x="35013" y="0"/>
                        <a:pt x="45131" y="10038"/>
                        <a:pt x="45131" y="22405"/>
                      </a:cubicBezTo>
                      <a:cubicBezTo>
                        <a:pt x="45131" y="34772"/>
                        <a:pt x="35053" y="44810"/>
                        <a:pt x="22566" y="44810"/>
                      </a:cubicBezTo>
                      <a:cubicBezTo>
                        <a:pt x="10078" y="44810"/>
                        <a:pt x="0" y="3477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70" name="Freeform: Shape 1369">
                  <a:extLst>
                    <a:ext uri="{FF2B5EF4-FFF2-40B4-BE49-F238E27FC236}">
                      <a16:creationId xmlns:a16="http://schemas.microsoft.com/office/drawing/2014/main" id="{29CCE11F-488B-9968-3D81-5CBF6B03E0D2}"/>
                    </a:ext>
                  </a:extLst>
                </p:cNvPr>
                <p:cNvSpPr/>
                <p:nvPr/>
              </p:nvSpPr>
              <p:spPr>
                <a:xfrm>
                  <a:off x="3503210" y="4079666"/>
                  <a:ext cx="45131" cy="44809"/>
                </a:xfrm>
                <a:custGeom>
                  <a:avLst/>
                  <a:gdLst>
                    <a:gd name="connsiteX0" fmla="*/ 0 w 45131"/>
                    <a:gd name="connsiteY0" fmla="*/ 22405 h 44809"/>
                    <a:gd name="connsiteX1" fmla="*/ 22566 w 45131"/>
                    <a:gd name="connsiteY1" fmla="*/ 0 h 44809"/>
                    <a:gd name="connsiteX2" fmla="*/ 45131 w 45131"/>
                    <a:gd name="connsiteY2" fmla="*/ 22405 h 44809"/>
                    <a:gd name="connsiteX3" fmla="*/ 22566 w 45131"/>
                    <a:gd name="connsiteY3" fmla="*/ 44810 h 44809"/>
                    <a:gd name="connsiteX4" fmla="*/ 0 w 45131"/>
                    <a:gd name="connsiteY4" fmla="*/ 22405 h 44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09">
                      <a:moveTo>
                        <a:pt x="0" y="22405"/>
                      </a:moveTo>
                      <a:cubicBezTo>
                        <a:pt x="0" y="10038"/>
                        <a:pt x="10118" y="0"/>
                        <a:pt x="22566" y="0"/>
                      </a:cubicBezTo>
                      <a:cubicBezTo>
                        <a:pt x="35013" y="0"/>
                        <a:pt x="45131" y="10038"/>
                        <a:pt x="45131" y="22405"/>
                      </a:cubicBezTo>
                      <a:cubicBezTo>
                        <a:pt x="45131" y="34772"/>
                        <a:pt x="35053" y="44810"/>
                        <a:pt x="22566" y="44810"/>
                      </a:cubicBezTo>
                      <a:cubicBezTo>
                        <a:pt x="10078" y="44810"/>
                        <a:pt x="0" y="3477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71" name="Freeform: Shape 1370">
                  <a:extLst>
                    <a:ext uri="{FF2B5EF4-FFF2-40B4-BE49-F238E27FC236}">
                      <a16:creationId xmlns:a16="http://schemas.microsoft.com/office/drawing/2014/main" id="{BB8B87C3-F463-DBD0-0050-E9A7A8C17697}"/>
                    </a:ext>
                  </a:extLst>
                </p:cNvPr>
                <p:cNvSpPr/>
                <p:nvPr/>
              </p:nvSpPr>
              <p:spPr>
                <a:xfrm>
                  <a:off x="4007441" y="4712305"/>
                  <a:ext cx="45131" cy="44850"/>
                </a:xfrm>
                <a:custGeom>
                  <a:avLst/>
                  <a:gdLst>
                    <a:gd name="connsiteX0" fmla="*/ 0 w 45131"/>
                    <a:gd name="connsiteY0" fmla="*/ 22445 h 44850"/>
                    <a:gd name="connsiteX1" fmla="*/ 22566 w 45131"/>
                    <a:gd name="connsiteY1" fmla="*/ 0 h 44850"/>
                    <a:gd name="connsiteX2" fmla="*/ 45131 w 45131"/>
                    <a:gd name="connsiteY2" fmla="*/ 22445 h 44850"/>
                    <a:gd name="connsiteX3" fmla="*/ 22566 w 45131"/>
                    <a:gd name="connsiteY3" fmla="*/ 44850 h 44850"/>
                    <a:gd name="connsiteX4" fmla="*/ 0 w 45131"/>
                    <a:gd name="connsiteY4" fmla="*/ 2244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45"/>
                      </a:moveTo>
                      <a:cubicBezTo>
                        <a:pt x="0" y="10038"/>
                        <a:pt x="10078" y="0"/>
                        <a:pt x="22566" y="0"/>
                      </a:cubicBezTo>
                      <a:cubicBezTo>
                        <a:pt x="35053" y="0"/>
                        <a:pt x="45131" y="10038"/>
                        <a:pt x="45131" y="22445"/>
                      </a:cubicBezTo>
                      <a:cubicBezTo>
                        <a:pt x="45131" y="34852"/>
                        <a:pt x="35053" y="44850"/>
                        <a:pt x="22566" y="44850"/>
                      </a:cubicBezTo>
                      <a:cubicBezTo>
                        <a:pt x="1007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72" name="Freeform: Shape 1371">
                  <a:extLst>
                    <a:ext uri="{FF2B5EF4-FFF2-40B4-BE49-F238E27FC236}">
                      <a16:creationId xmlns:a16="http://schemas.microsoft.com/office/drawing/2014/main" id="{8884D327-2539-A586-EC66-B0C070686792}"/>
                    </a:ext>
                  </a:extLst>
                </p:cNvPr>
                <p:cNvSpPr/>
                <p:nvPr/>
              </p:nvSpPr>
              <p:spPr>
                <a:xfrm>
                  <a:off x="3385604" y="4955788"/>
                  <a:ext cx="45131" cy="44850"/>
                </a:xfrm>
                <a:custGeom>
                  <a:avLst/>
                  <a:gdLst>
                    <a:gd name="connsiteX0" fmla="*/ 0 w 45131"/>
                    <a:gd name="connsiteY0" fmla="*/ 22445 h 44850"/>
                    <a:gd name="connsiteX1" fmla="*/ 22566 w 45131"/>
                    <a:gd name="connsiteY1" fmla="*/ 0 h 44850"/>
                    <a:gd name="connsiteX2" fmla="*/ 45131 w 45131"/>
                    <a:gd name="connsiteY2" fmla="*/ 22445 h 44850"/>
                    <a:gd name="connsiteX3" fmla="*/ 22566 w 45131"/>
                    <a:gd name="connsiteY3" fmla="*/ 44850 h 44850"/>
                    <a:gd name="connsiteX4" fmla="*/ 0 w 45131"/>
                    <a:gd name="connsiteY4" fmla="*/ 2244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45"/>
                      </a:moveTo>
                      <a:cubicBezTo>
                        <a:pt x="0" y="10078"/>
                        <a:pt x="10078" y="0"/>
                        <a:pt x="22566" y="0"/>
                      </a:cubicBezTo>
                      <a:cubicBezTo>
                        <a:pt x="35053" y="0"/>
                        <a:pt x="45131" y="10038"/>
                        <a:pt x="45131" y="22445"/>
                      </a:cubicBezTo>
                      <a:cubicBezTo>
                        <a:pt x="45131" y="34852"/>
                        <a:pt x="35053" y="44850"/>
                        <a:pt x="22566" y="44850"/>
                      </a:cubicBezTo>
                      <a:cubicBezTo>
                        <a:pt x="1007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73" name="Freeform: Shape 1372">
                  <a:extLst>
                    <a:ext uri="{FF2B5EF4-FFF2-40B4-BE49-F238E27FC236}">
                      <a16:creationId xmlns:a16="http://schemas.microsoft.com/office/drawing/2014/main" id="{71C6C486-7A20-2034-9DAD-952FF9DA4731}"/>
                    </a:ext>
                  </a:extLst>
                </p:cNvPr>
                <p:cNvSpPr/>
                <p:nvPr/>
              </p:nvSpPr>
              <p:spPr>
                <a:xfrm>
                  <a:off x="3192271" y="5240869"/>
                  <a:ext cx="45131" cy="44890"/>
                </a:xfrm>
                <a:custGeom>
                  <a:avLst/>
                  <a:gdLst>
                    <a:gd name="connsiteX0" fmla="*/ 0 w 45131"/>
                    <a:gd name="connsiteY0" fmla="*/ 22445 h 44890"/>
                    <a:gd name="connsiteX1" fmla="*/ 22566 w 45131"/>
                    <a:gd name="connsiteY1" fmla="*/ 0 h 44890"/>
                    <a:gd name="connsiteX2" fmla="*/ 45131 w 45131"/>
                    <a:gd name="connsiteY2" fmla="*/ 22445 h 44890"/>
                    <a:gd name="connsiteX3" fmla="*/ 22566 w 45131"/>
                    <a:gd name="connsiteY3" fmla="*/ 44890 h 44890"/>
                    <a:gd name="connsiteX4" fmla="*/ 0 w 45131"/>
                    <a:gd name="connsiteY4" fmla="*/ 22445 h 44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90">
                      <a:moveTo>
                        <a:pt x="0" y="22445"/>
                      </a:moveTo>
                      <a:cubicBezTo>
                        <a:pt x="0" y="10078"/>
                        <a:pt x="10078" y="0"/>
                        <a:pt x="22566" y="0"/>
                      </a:cubicBezTo>
                      <a:cubicBezTo>
                        <a:pt x="35053" y="0"/>
                        <a:pt x="45131" y="10038"/>
                        <a:pt x="45131" y="22445"/>
                      </a:cubicBezTo>
                      <a:cubicBezTo>
                        <a:pt x="45131" y="34852"/>
                        <a:pt x="35053" y="44890"/>
                        <a:pt x="22566" y="44890"/>
                      </a:cubicBezTo>
                      <a:cubicBezTo>
                        <a:pt x="10078" y="44890"/>
                        <a:pt x="0" y="3485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74" name="Freeform: Shape 1373">
                  <a:extLst>
                    <a:ext uri="{FF2B5EF4-FFF2-40B4-BE49-F238E27FC236}">
                      <a16:creationId xmlns:a16="http://schemas.microsoft.com/office/drawing/2014/main" id="{FC143BFF-FA1D-E2E8-5079-78CB599A0F2E}"/>
                    </a:ext>
                  </a:extLst>
                </p:cNvPr>
                <p:cNvSpPr/>
                <p:nvPr/>
              </p:nvSpPr>
              <p:spPr>
                <a:xfrm>
                  <a:off x="3600659" y="4872071"/>
                  <a:ext cx="45131" cy="44889"/>
                </a:xfrm>
                <a:custGeom>
                  <a:avLst/>
                  <a:gdLst>
                    <a:gd name="connsiteX0" fmla="*/ 0 w 45131"/>
                    <a:gd name="connsiteY0" fmla="*/ 22445 h 44889"/>
                    <a:gd name="connsiteX1" fmla="*/ 22566 w 45131"/>
                    <a:gd name="connsiteY1" fmla="*/ 0 h 44889"/>
                    <a:gd name="connsiteX2" fmla="*/ 45131 w 45131"/>
                    <a:gd name="connsiteY2" fmla="*/ 22445 h 44889"/>
                    <a:gd name="connsiteX3" fmla="*/ 22566 w 45131"/>
                    <a:gd name="connsiteY3" fmla="*/ 44890 h 44889"/>
                    <a:gd name="connsiteX4" fmla="*/ 0 w 45131"/>
                    <a:gd name="connsiteY4" fmla="*/ 22445 h 44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89">
                      <a:moveTo>
                        <a:pt x="0" y="22445"/>
                      </a:moveTo>
                      <a:cubicBezTo>
                        <a:pt x="0" y="10078"/>
                        <a:pt x="10078" y="0"/>
                        <a:pt x="22566" y="0"/>
                      </a:cubicBezTo>
                      <a:cubicBezTo>
                        <a:pt x="35053" y="0"/>
                        <a:pt x="45131" y="10038"/>
                        <a:pt x="45131" y="22445"/>
                      </a:cubicBezTo>
                      <a:cubicBezTo>
                        <a:pt x="45131" y="34852"/>
                        <a:pt x="35053" y="44890"/>
                        <a:pt x="22566" y="44890"/>
                      </a:cubicBezTo>
                      <a:cubicBezTo>
                        <a:pt x="10078" y="44890"/>
                        <a:pt x="0" y="3485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75" name="Freeform: Shape 1374">
                  <a:extLst>
                    <a:ext uri="{FF2B5EF4-FFF2-40B4-BE49-F238E27FC236}">
                      <a16:creationId xmlns:a16="http://schemas.microsoft.com/office/drawing/2014/main" id="{A605A4E9-7D7F-87B6-64AC-20D447640BCA}"/>
                    </a:ext>
                  </a:extLst>
                </p:cNvPr>
                <p:cNvSpPr/>
                <p:nvPr/>
              </p:nvSpPr>
              <p:spPr>
                <a:xfrm>
                  <a:off x="3878593" y="5225290"/>
                  <a:ext cx="45131" cy="44810"/>
                </a:xfrm>
                <a:custGeom>
                  <a:avLst/>
                  <a:gdLst>
                    <a:gd name="connsiteX0" fmla="*/ 0 w 45131"/>
                    <a:gd name="connsiteY0" fmla="*/ 22405 h 44810"/>
                    <a:gd name="connsiteX1" fmla="*/ 22566 w 45131"/>
                    <a:gd name="connsiteY1" fmla="*/ 0 h 44810"/>
                    <a:gd name="connsiteX2" fmla="*/ 45131 w 45131"/>
                    <a:gd name="connsiteY2" fmla="*/ 22405 h 44810"/>
                    <a:gd name="connsiteX3" fmla="*/ 22566 w 45131"/>
                    <a:gd name="connsiteY3" fmla="*/ 44810 h 44810"/>
                    <a:gd name="connsiteX4" fmla="*/ 0 w 45131"/>
                    <a:gd name="connsiteY4" fmla="*/ 22405 h 44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10">
                      <a:moveTo>
                        <a:pt x="0" y="22405"/>
                      </a:moveTo>
                      <a:cubicBezTo>
                        <a:pt x="0" y="10038"/>
                        <a:pt x="10118" y="0"/>
                        <a:pt x="22566" y="0"/>
                      </a:cubicBezTo>
                      <a:cubicBezTo>
                        <a:pt x="35013" y="0"/>
                        <a:pt x="45131" y="10038"/>
                        <a:pt x="45131" y="22405"/>
                      </a:cubicBezTo>
                      <a:cubicBezTo>
                        <a:pt x="45131" y="34772"/>
                        <a:pt x="35053" y="44810"/>
                        <a:pt x="22566" y="44810"/>
                      </a:cubicBezTo>
                      <a:cubicBezTo>
                        <a:pt x="10078" y="44810"/>
                        <a:pt x="0" y="3477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76" name="Freeform: Shape 1375">
                  <a:extLst>
                    <a:ext uri="{FF2B5EF4-FFF2-40B4-BE49-F238E27FC236}">
                      <a16:creationId xmlns:a16="http://schemas.microsoft.com/office/drawing/2014/main" id="{533312CD-3AAC-90E2-3492-60D5173EA93B}"/>
                    </a:ext>
                  </a:extLst>
                </p:cNvPr>
                <p:cNvSpPr/>
                <p:nvPr/>
              </p:nvSpPr>
              <p:spPr>
                <a:xfrm>
                  <a:off x="3970421" y="5777905"/>
                  <a:ext cx="45131" cy="44810"/>
                </a:xfrm>
                <a:custGeom>
                  <a:avLst/>
                  <a:gdLst>
                    <a:gd name="connsiteX0" fmla="*/ 0 w 45131"/>
                    <a:gd name="connsiteY0" fmla="*/ 22405 h 44810"/>
                    <a:gd name="connsiteX1" fmla="*/ 22566 w 45131"/>
                    <a:gd name="connsiteY1" fmla="*/ 0 h 44810"/>
                    <a:gd name="connsiteX2" fmla="*/ 45131 w 45131"/>
                    <a:gd name="connsiteY2" fmla="*/ 22405 h 44810"/>
                    <a:gd name="connsiteX3" fmla="*/ 22566 w 45131"/>
                    <a:gd name="connsiteY3" fmla="*/ 44810 h 44810"/>
                    <a:gd name="connsiteX4" fmla="*/ 0 w 45131"/>
                    <a:gd name="connsiteY4" fmla="*/ 22405 h 44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10">
                      <a:moveTo>
                        <a:pt x="0" y="22405"/>
                      </a:moveTo>
                      <a:cubicBezTo>
                        <a:pt x="0" y="10038"/>
                        <a:pt x="10118" y="0"/>
                        <a:pt x="22566" y="0"/>
                      </a:cubicBezTo>
                      <a:cubicBezTo>
                        <a:pt x="35013" y="0"/>
                        <a:pt x="45131" y="10038"/>
                        <a:pt x="45131" y="22405"/>
                      </a:cubicBezTo>
                      <a:cubicBezTo>
                        <a:pt x="45131" y="34772"/>
                        <a:pt x="35013" y="44810"/>
                        <a:pt x="22566" y="44810"/>
                      </a:cubicBezTo>
                      <a:cubicBezTo>
                        <a:pt x="10118" y="44810"/>
                        <a:pt x="0" y="3477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77" name="Freeform: Shape 1376">
                  <a:extLst>
                    <a:ext uri="{FF2B5EF4-FFF2-40B4-BE49-F238E27FC236}">
                      <a16:creationId xmlns:a16="http://schemas.microsoft.com/office/drawing/2014/main" id="{B1F922E3-BA5A-9273-3D58-82264F049B47}"/>
                    </a:ext>
                  </a:extLst>
                </p:cNvPr>
                <p:cNvSpPr/>
                <p:nvPr/>
              </p:nvSpPr>
              <p:spPr>
                <a:xfrm>
                  <a:off x="3627240" y="5088371"/>
                  <a:ext cx="45131" cy="44849"/>
                </a:xfrm>
                <a:custGeom>
                  <a:avLst/>
                  <a:gdLst>
                    <a:gd name="connsiteX0" fmla="*/ 0 w 45131"/>
                    <a:gd name="connsiteY0" fmla="*/ 22405 h 44849"/>
                    <a:gd name="connsiteX1" fmla="*/ 22566 w 45131"/>
                    <a:gd name="connsiteY1" fmla="*/ 0 h 44849"/>
                    <a:gd name="connsiteX2" fmla="*/ 45131 w 45131"/>
                    <a:gd name="connsiteY2" fmla="*/ 22405 h 44849"/>
                    <a:gd name="connsiteX3" fmla="*/ 22566 w 45131"/>
                    <a:gd name="connsiteY3" fmla="*/ 44850 h 44849"/>
                    <a:gd name="connsiteX4" fmla="*/ 0 w 45131"/>
                    <a:gd name="connsiteY4" fmla="*/ 2240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05"/>
                      </a:moveTo>
                      <a:cubicBezTo>
                        <a:pt x="0" y="10038"/>
                        <a:pt x="10118" y="0"/>
                        <a:pt x="22566" y="0"/>
                      </a:cubicBezTo>
                      <a:cubicBezTo>
                        <a:pt x="35013" y="0"/>
                        <a:pt x="45131" y="10038"/>
                        <a:pt x="45131" y="22405"/>
                      </a:cubicBezTo>
                      <a:cubicBezTo>
                        <a:pt x="45131" y="34772"/>
                        <a:pt x="35053" y="44850"/>
                        <a:pt x="22566" y="44850"/>
                      </a:cubicBezTo>
                      <a:cubicBezTo>
                        <a:pt x="1007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78" name="Freeform: Shape 1377">
                  <a:extLst>
                    <a:ext uri="{FF2B5EF4-FFF2-40B4-BE49-F238E27FC236}">
                      <a16:creationId xmlns:a16="http://schemas.microsoft.com/office/drawing/2014/main" id="{915B2646-5C4F-1EE1-A289-3EADFEE4A36F}"/>
                    </a:ext>
                  </a:extLst>
                </p:cNvPr>
                <p:cNvSpPr/>
                <p:nvPr/>
              </p:nvSpPr>
              <p:spPr>
                <a:xfrm>
                  <a:off x="4535885" y="5577264"/>
                  <a:ext cx="45131" cy="44849"/>
                </a:xfrm>
                <a:custGeom>
                  <a:avLst/>
                  <a:gdLst>
                    <a:gd name="connsiteX0" fmla="*/ 0 w 45131"/>
                    <a:gd name="connsiteY0" fmla="*/ 22445 h 44849"/>
                    <a:gd name="connsiteX1" fmla="*/ 22566 w 45131"/>
                    <a:gd name="connsiteY1" fmla="*/ 0 h 44849"/>
                    <a:gd name="connsiteX2" fmla="*/ 45131 w 45131"/>
                    <a:gd name="connsiteY2" fmla="*/ 22445 h 44849"/>
                    <a:gd name="connsiteX3" fmla="*/ 22566 w 45131"/>
                    <a:gd name="connsiteY3" fmla="*/ 44850 h 44849"/>
                    <a:gd name="connsiteX4" fmla="*/ 0 w 45131"/>
                    <a:gd name="connsiteY4" fmla="*/ 2244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45"/>
                      </a:moveTo>
                      <a:cubicBezTo>
                        <a:pt x="0" y="10078"/>
                        <a:pt x="10118" y="0"/>
                        <a:pt x="22566" y="0"/>
                      </a:cubicBezTo>
                      <a:cubicBezTo>
                        <a:pt x="35013" y="0"/>
                        <a:pt x="45131" y="10038"/>
                        <a:pt x="45131" y="22445"/>
                      </a:cubicBezTo>
                      <a:cubicBezTo>
                        <a:pt x="45131" y="34852"/>
                        <a:pt x="35053" y="44850"/>
                        <a:pt x="22566" y="44850"/>
                      </a:cubicBezTo>
                      <a:cubicBezTo>
                        <a:pt x="1007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79" name="Freeform: Shape 1378">
                  <a:extLst>
                    <a:ext uri="{FF2B5EF4-FFF2-40B4-BE49-F238E27FC236}">
                      <a16:creationId xmlns:a16="http://schemas.microsoft.com/office/drawing/2014/main" id="{5D58FB40-D0BC-A0A5-BD19-3552BE7F878D}"/>
                    </a:ext>
                  </a:extLst>
                </p:cNvPr>
                <p:cNvSpPr/>
                <p:nvPr/>
              </p:nvSpPr>
              <p:spPr>
                <a:xfrm>
                  <a:off x="4313562" y="6101050"/>
                  <a:ext cx="45131" cy="44810"/>
                </a:xfrm>
                <a:custGeom>
                  <a:avLst/>
                  <a:gdLst>
                    <a:gd name="connsiteX0" fmla="*/ 0 w 45131"/>
                    <a:gd name="connsiteY0" fmla="*/ 22405 h 44810"/>
                    <a:gd name="connsiteX1" fmla="*/ 22566 w 45131"/>
                    <a:gd name="connsiteY1" fmla="*/ 0 h 44810"/>
                    <a:gd name="connsiteX2" fmla="*/ 45131 w 45131"/>
                    <a:gd name="connsiteY2" fmla="*/ 22405 h 44810"/>
                    <a:gd name="connsiteX3" fmla="*/ 22566 w 45131"/>
                    <a:gd name="connsiteY3" fmla="*/ 44810 h 44810"/>
                    <a:gd name="connsiteX4" fmla="*/ 0 w 45131"/>
                    <a:gd name="connsiteY4" fmla="*/ 22405 h 44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10">
                      <a:moveTo>
                        <a:pt x="0" y="22405"/>
                      </a:moveTo>
                      <a:cubicBezTo>
                        <a:pt x="0" y="10038"/>
                        <a:pt x="10118" y="0"/>
                        <a:pt x="22566" y="0"/>
                      </a:cubicBezTo>
                      <a:cubicBezTo>
                        <a:pt x="35013" y="0"/>
                        <a:pt x="45131" y="10038"/>
                        <a:pt x="45131" y="22405"/>
                      </a:cubicBezTo>
                      <a:cubicBezTo>
                        <a:pt x="45131" y="34772"/>
                        <a:pt x="35053" y="44810"/>
                        <a:pt x="22566" y="44810"/>
                      </a:cubicBezTo>
                      <a:cubicBezTo>
                        <a:pt x="10078" y="44810"/>
                        <a:pt x="0" y="3477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80" name="Freeform: Shape 1379">
                  <a:extLst>
                    <a:ext uri="{FF2B5EF4-FFF2-40B4-BE49-F238E27FC236}">
                      <a16:creationId xmlns:a16="http://schemas.microsoft.com/office/drawing/2014/main" id="{BB537CBC-92D9-05C8-0581-19E3359517BE}"/>
                    </a:ext>
                  </a:extLst>
                </p:cNvPr>
                <p:cNvSpPr/>
                <p:nvPr/>
              </p:nvSpPr>
              <p:spPr>
                <a:xfrm>
                  <a:off x="5148086" y="6663261"/>
                  <a:ext cx="45131" cy="44850"/>
                </a:xfrm>
                <a:custGeom>
                  <a:avLst/>
                  <a:gdLst>
                    <a:gd name="connsiteX0" fmla="*/ 0 w 45131"/>
                    <a:gd name="connsiteY0" fmla="*/ 22405 h 44850"/>
                    <a:gd name="connsiteX1" fmla="*/ 22566 w 45131"/>
                    <a:gd name="connsiteY1" fmla="*/ 0 h 44850"/>
                    <a:gd name="connsiteX2" fmla="*/ 45131 w 45131"/>
                    <a:gd name="connsiteY2" fmla="*/ 22405 h 44850"/>
                    <a:gd name="connsiteX3" fmla="*/ 22566 w 45131"/>
                    <a:gd name="connsiteY3" fmla="*/ 44850 h 44850"/>
                    <a:gd name="connsiteX4" fmla="*/ 0 w 45131"/>
                    <a:gd name="connsiteY4" fmla="*/ 2240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05"/>
                      </a:moveTo>
                      <a:cubicBezTo>
                        <a:pt x="0" y="10038"/>
                        <a:pt x="10118" y="0"/>
                        <a:pt x="22566" y="0"/>
                      </a:cubicBezTo>
                      <a:cubicBezTo>
                        <a:pt x="35013" y="0"/>
                        <a:pt x="45131" y="10038"/>
                        <a:pt x="45131" y="22405"/>
                      </a:cubicBezTo>
                      <a:cubicBezTo>
                        <a:pt x="45131" y="34772"/>
                        <a:pt x="35013" y="44850"/>
                        <a:pt x="22566" y="44850"/>
                      </a:cubicBezTo>
                      <a:cubicBezTo>
                        <a:pt x="1011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81" name="Freeform: Shape 1380">
                  <a:extLst>
                    <a:ext uri="{FF2B5EF4-FFF2-40B4-BE49-F238E27FC236}">
                      <a16:creationId xmlns:a16="http://schemas.microsoft.com/office/drawing/2014/main" id="{8ED95259-4664-FDA3-E613-CD9142A4CECF}"/>
                    </a:ext>
                  </a:extLst>
                </p:cNvPr>
                <p:cNvSpPr/>
                <p:nvPr/>
              </p:nvSpPr>
              <p:spPr>
                <a:xfrm>
                  <a:off x="5043369" y="6461416"/>
                  <a:ext cx="45131" cy="44850"/>
                </a:xfrm>
                <a:custGeom>
                  <a:avLst/>
                  <a:gdLst>
                    <a:gd name="connsiteX0" fmla="*/ 0 w 45131"/>
                    <a:gd name="connsiteY0" fmla="*/ 22445 h 44850"/>
                    <a:gd name="connsiteX1" fmla="*/ 22566 w 45131"/>
                    <a:gd name="connsiteY1" fmla="*/ 0 h 44850"/>
                    <a:gd name="connsiteX2" fmla="*/ 45131 w 45131"/>
                    <a:gd name="connsiteY2" fmla="*/ 22445 h 44850"/>
                    <a:gd name="connsiteX3" fmla="*/ 22566 w 45131"/>
                    <a:gd name="connsiteY3" fmla="*/ 44850 h 44850"/>
                    <a:gd name="connsiteX4" fmla="*/ 0 w 45131"/>
                    <a:gd name="connsiteY4" fmla="*/ 2244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45"/>
                      </a:moveTo>
                      <a:cubicBezTo>
                        <a:pt x="0" y="10078"/>
                        <a:pt x="10078" y="0"/>
                        <a:pt x="22566" y="0"/>
                      </a:cubicBezTo>
                      <a:cubicBezTo>
                        <a:pt x="35053" y="0"/>
                        <a:pt x="45131" y="10038"/>
                        <a:pt x="45131" y="22445"/>
                      </a:cubicBezTo>
                      <a:cubicBezTo>
                        <a:pt x="45131" y="34852"/>
                        <a:pt x="35053" y="44850"/>
                        <a:pt x="22566" y="44850"/>
                      </a:cubicBezTo>
                      <a:cubicBezTo>
                        <a:pt x="1007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82" name="Freeform: Shape 1381">
                  <a:extLst>
                    <a:ext uri="{FF2B5EF4-FFF2-40B4-BE49-F238E27FC236}">
                      <a16:creationId xmlns:a16="http://schemas.microsoft.com/office/drawing/2014/main" id="{84BCCD16-91FF-FC98-FDBE-F7098E938570}"/>
                    </a:ext>
                  </a:extLst>
                </p:cNvPr>
                <p:cNvSpPr/>
                <p:nvPr/>
              </p:nvSpPr>
              <p:spPr>
                <a:xfrm>
                  <a:off x="5853761" y="6780184"/>
                  <a:ext cx="45131" cy="44850"/>
                </a:xfrm>
                <a:custGeom>
                  <a:avLst/>
                  <a:gdLst>
                    <a:gd name="connsiteX0" fmla="*/ 0 w 45131"/>
                    <a:gd name="connsiteY0" fmla="*/ 22405 h 44850"/>
                    <a:gd name="connsiteX1" fmla="*/ 22566 w 45131"/>
                    <a:gd name="connsiteY1" fmla="*/ 0 h 44850"/>
                    <a:gd name="connsiteX2" fmla="*/ 45131 w 45131"/>
                    <a:gd name="connsiteY2" fmla="*/ 22405 h 44850"/>
                    <a:gd name="connsiteX3" fmla="*/ 22566 w 45131"/>
                    <a:gd name="connsiteY3" fmla="*/ 44850 h 44850"/>
                    <a:gd name="connsiteX4" fmla="*/ 0 w 45131"/>
                    <a:gd name="connsiteY4" fmla="*/ 2240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05"/>
                      </a:moveTo>
                      <a:cubicBezTo>
                        <a:pt x="0" y="10038"/>
                        <a:pt x="10118" y="0"/>
                        <a:pt x="22566" y="0"/>
                      </a:cubicBezTo>
                      <a:cubicBezTo>
                        <a:pt x="35013" y="0"/>
                        <a:pt x="45131" y="10038"/>
                        <a:pt x="45131" y="22405"/>
                      </a:cubicBezTo>
                      <a:cubicBezTo>
                        <a:pt x="45131" y="34772"/>
                        <a:pt x="35013" y="44850"/>
                        <a:pt x="22566" y="44850"/>
                      </a:cubicBezTo>
                      <a:cubicBezTo>
                        <a:pt x="1011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83" name="Freeform: Shape 1382">
                  <a:extLst>
                    <a:ext uri="{FF2B5EF4-FFF2-40B4-BE49-F238E27FC236}">
                      <a16:creationId xmlns:a16="http://schemas.microsoft.com/office/drawing/2014/main" id="{48A8FCFB-A113-B0EC-4A78-076E3BFAC24E}"/>
                    </a:ext>
                  </a:extLst>
                </p:cNvPr>
                <p:cNvSpPr/>
                <p:nvPr/>
              </p:nvSpPr>
              <p:spPr>
                <a:xfrm>
                  <a:off x="6633517" y="6738547"/>
                  <a:ext cx="45131" cy="44810"/>
                </a:xfrm>
                <a:custGeom>
                  <a:avLst/>
                  <a:gdLst>
                    <a:gd name="connsiteX0" fmla="*/ 0 w 45131"/>
                    <a:gd name="connsiteY0" fmla="*/ 22405 h 44810"/>
                    <a:gd name="connsiteX1" fmla="*/ 22566 w 45131"/>
                    <a:gd name="connsiteY1" fmla="*/ 0 h 44810"/>
                    <a:gd name="connsiteX2" fmla="*/ 45131 w 45131"/>
                    <a:gd name="connsiteY2" fmla="*/ 22405 h 44810"/>
                    <a:gd name="connsiteX3" fmla="*/ 22566 w 45131"/>
                    <a:gd name="connsiteY3" fmla="*/ 44810 h 44810"/>
                    <a:gd name="connsiteX4" fmla="*/ 0 w 45131"/>
                    <a:gd name="connsiteY4" fmla="*/ 22405 h 44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10">
                      <a:moveTo>
                        <a:pt x="0" y="22405"/>
                      </a:moveTo>
                      <a:cubicBezTo>
                        <a:pt x="0" y="10038"/>
                        <a:pt x="10118" y="0"/>
                        <a:pt x="22566" y="0"/>
                      </a:cubicBezTo>
                      <a:cubicBezTo>
                        <a:pt x="35013" y="0"/>
                        <a:pt x="45131" y="10038"/>
                        <a:pt x="45131" y="22405"/>
                      </a:cubicBezTo>
                      <a:cubicBezTo>
                        <a:pt x="45131" y="34772"/>
                        <a:pt x="35053" y="44810"/>
                        <a:pt x="22566" y="44810"/>
                      </a:cubicBezTo>
                      <a:cubicBezTo>
                        <a:pt x="10078" y="44810"/>
                        <a:pt x="0" y="3477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84" name="Freeform: Shape 1383">
                  <a:extLst>
                    <a:ext uri="{FF2B5EF4-FFF2-40B4-BE49-F238E27FC236}">
                      <a16:creationId xmlns:a16="http://schemas.microsoft.com/office/drawing/2014/main" id="{7569ACF2-EF7D-9F0B-354A-49AE59C6082F}"/>
                    </a:ext>
                  </a:extLst>
                </p:cNvPr>
                <p:cNvSpPr/>
                <p:nvPr/>
              </p:nvSpPr>
              <p:spPr>
                <a:xfrm>
                  <a:off x="6873547" y="6533529"/>
                  <a:ext cx="45131" cy="44810"/>
                </a:xfrm>
                <a:custGeom>
                  <a:avLst/>
                  <a:gdLst>
                    <a:gd name="connsiteX0" fmla="*/ 0 w 45131"/>
                    <a:gd name="connsiteY0" fmla="*/ 22405 h 44810"/>
                    <a:gd name="connsiteX1" fmla="*/ 22566 w 45131"/>
                    <a:gd name="connsiteY1" fmla="*/ 0 h 44810"/>
                    <a:gd name="connsiteX2" fmla="*/ 45131 w 45131"/>
                    <a:gd name="connsiteY2" fmla="*/ 22405 h 44810"/>
                    <a:gd name="connsiteX3" fmla="*/ 22566 w 45131"/>
                    <a:gd name="connsiteY3" fmla="*/ 44810 h 44810"/>
                    <a:gd name="connsiteX4" fmla="*/ 0 w 45131"/>
                    <a:gd name="connsiteY4" fmla="*/ 22405 h 44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10">
                      <a:moveTo>
                        <a:pt x="0" y="22405"/>
                      </a:moveTo>
                      <a:cubicBezTo>
                        <a:pt x="0" y="10038"/>
                        <a:pt x="10118" y="0"/>
                        <a:pt x="22566" y="0"/>
                      </a:cubicBezTo>
                      <a:cubicBezTo>
                        <a:pt x="35013" y="0"/>
                        <a:pt x="45131" y="10038"/>
                        <a:pt x="45131" y="22405"/>
                      </a:cubicBezTo>
                      <a:cubicBezTo>
                        <a:pt x="45131" y="34772"/>
                        <a:pt x="35013" y="44810"/>
                        <a:pt x="22566" y="44810"/>
                      </a:cubicBezTo>
                      <a:cubicBezTo>
                        <a:pt x="10118" y="44810"/>
                        <a:pt x="0" y="3477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85" name="Freeform: Shape 1384">
                  <a:extLst>
                    <a:ext uri="{FF2B5EF4-FFF2-40B4-BE49-F238E27FC236}">
                      <a16:creationId xmlns:a16="http://schemas.microsoft.com/office/drawing/2014/main" id="{AC33519C-23D6-DD42-34A8-2F02536983B7}"/>
                    </a:ext>
                  </a:extLst>
                </p:cNvPr>
                <p:cNvSpPr/>
                <p:nvPr/>
              </p:nvSpPr>
              <p:spPr>
                <a:xfrm>
                  <a:off x="7629132" y="6408616"/>
                  <a:ext cx="45131" cy="44850"/>
                </a:xfrm>
                <a:custGeom>
                  <a:avLst/>
                  <a:gdLst>
                    <a:gd name="connsiteX0" fmla="*/ 0 w 45131"/>
                    <a:gd name="connsiteY0" fmla="*/ 22405 h 44850"/>
                    <a:gd name="connsiteX1" fmla="*/ 22566 w 45131"/>
                    <a:gd name="connsiteY1" fmla="*/ 0 h 44850"/>
                    <a:gd name="connsiteX2" fmla="*/ 45131 w 45131"/>
                    <a:gd name="connsiteY2" fmla="*/ 22405 h 44850"/>
                    <a:gd name="connsiteX3" fmla="*/ 22566 w 45131"/>
                    <a:gd name="connsiteY3" fmla="*/ 44850 h 44850"/>
                    <a:gd name="connsiteX4" fmla="*/ 0 w 45131"/>
                    <a:gd name="connsiteY4" fmla="*/ 2240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05"/>
                      </a:moveTo>
                      <a:cubicBezTo>
                        <a:pt x="0" y="10038"/>
                        <a:pt x="10118" y="0"/>
                        <a:pt x="22566" y="0"/>
                      </a:cubicBezTo>
                      <a:cubicBezTo>
                        <a:pt x="35013" y="0"/>
                        <a:pt x="45131" y="10038"/>
                        <a:pt x="45131" y="22405"/>
                      </a:cubicBezTo>
                      <a:cubicBezTo>
                        <a:pt x="45131" y="34772"/>
                        <a:pt x="35013" y="44850"/>
                        <a:pt x="22566" y="44850"/>
                      </a:cubicBezTo>
                      <a:cubicBezTo>
                        <a:pt x="1011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86" name="Freeform: Shape 1385">
                  <a:extLst>
                    <a:ext uri="{FF2B5EF4-FFF2-40B4-BE49-F238E27FC236}">
                      <a16:creationId xmlns:a16="http://schemas.microsoft.com/office/drawing/2014/main" id="{6B45F056-2A54-5B14-E98E-130C6A540611}"/>
                    </a:ext>
                  </a:extLst>
                </p:cNvPr>
                <p:cNvSpPr/>
                <p:nvPr/>
              </p:nvSpPr>
              <p:spPr>
                <a:xfrm>
                  <a:off x="7941315" y="6230460"/>
                  <a:ext cx="45131" cy="44850"/>
                </a:xfrm>
                <a:custGeom>
                  <a:avLst/>
                  <a:gdLst>
                    <a:gd name="connsiteX0" fmla="*/ 0 w 45131"/>
                    <a:gd name="connsiteY0" fmla="*/ 22405 h 44850"/>
                    <a:gd name="connsiteX1" fmla="*/ 22566 w 45131"/>
                    <a:gd name="connsiteY1" fmla="*/ 0 h 44850"/>
                    <a:gd name="connsiteX2" fmla="*/ 45131 w 45131"/>
                    <a:gd name="connsiteY2" fmla="*/ 22405 h 44850"/>
                    <a:gd name="connsiteX3" fmla="*/ 22566 w 45131"/>
                    <a:gd name="connsiteY3" fmla="*/ 44850 h 44850"/>
                    <a:gd name="connsiteX4" fmla="*/ 0 w 45131"/>
                    <a:gd name="connsiteY4" fmla="*/ 2240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05"/>
                      </a:moveTo>
                      <a:cubicBezTo>
                        <a:pt x="0" y="10038"/>
                        <a:pt x="10078" y="0"/>
                        <a:pt x="22566" y="0"/>
                      </a:cubicBezTo>
                      <a:cubicBezTo>
                        <a:pt x="35053" y="0"/>
                        <a:pt x="45131" y="10038"/>
                        <a:pt x="45131" y="22405"/>
                      </a:cubicBezTo>
                      <a:cubicBezTo>
                        <a:pt x="45131" y="34772"/>
                        <a:pt x="35053" y="44850"/>
                        <a:pt x="22566" y="44850"/>
                      </a:cubicBezTo>
                      <a:cubicBezTo>
                        <a:pt x="1007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87" name="Freeform: Shape 1386">
                  <a:extLst>
                    <a:ext uri="{FF2B5EF4-FFF2-40B4-BE49-F238E27FC236}">
                      <a16:creationId xmlns:a16="http://schemas.microsoft.com/office/drawing/2014/main" id="{77AC220B-0946-63CC-EB6C-3B4071ACEA31}"/>
                    </a:ext>
                  </a:extLst>
                </p:cNvPr>
                <p:cNvSpPr/>
                <p:nvPr/>
              </p:nvSpPr>
              <p:spPr>
                <a:xfrm>
                  <a:off x="8023869" y="6033755"/>
                  <a:ext cx="45131" cy="44890"/>
                </a:xfrm>
                <a:custGeom>
                  <a:avLst/>
                  <a:gdLst>
                    <a:gd name="connsiteX0" fmla="*/ 0 w 45131"/>
                    <a:gd name="connsiteY0" fmla="*/ 22445 h 44890"/>
                    <a:gd name="connsiteX1" fmla="*/ 22566 w 45131"/>
                    <a:gd name="connsiteY1" fmla="*/ 0 h 44890"/>
                    <a:gd name="connsiteX2" fmla="*/ 45131 w 45131"/>
                    <a:gd name="connsiteY2" fmla="*/ 22445 h 44890"/>
                    <a:gd name="connsiteX3" fmla="*/ 22566 w 45131"/>
                    <a:gd name="connsiteY3" fmla="*/ 44890 h 44890"/>
                    <a:gd name="connsiteX4" fmla="*/ 0 w 45131"/>
                    <a:gd name="connsiteY4" fmla="*/ 22445 h 44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90">
                      <a:moveTo>
                        <a:pt x="0" y="22445"/>
                      </a:moveTo>
                      <a:cubicBezTo>
                        <a:pt x="0" y="10078"/>
                        <a:pt x="10118" y="0"/>
                        <a:pt x="22566" y="0"/>
                      </a:cubicBezTo>
                      <a:cubicBezTo>
                        <a:pt x="35013" y="0"/>
                        <a:pt x="45131" y="10038"/>
                        <a:pt x="45131" y="22445"/>
                      </a:cubicBezTo>
                      <a:cubicBezTo>
                        <a:pt x="45131" y="34852"/>
                        <a:pt x="35013" y="44890"/>
                        <a:pt x="22566" y="44890"/>
                      </a:cubicBezTo>
                      <a:cubicBezTo>
                        <a:pt x="10118" y="44890"/>
                        <a:pt x="0" y="3485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88" name="Freeform: Shape 1387">
                  <a:extLst>
                    <a:ext uri="{FF2B5EF4-FFF2-40B4-BE49-F238E27FC236}">
                      <a16:creationId xmlns:a16="http://schemas.microsoft.com/office/drawing/2014/main" id="{9C6FC50D-3636-D1EF-AC4C-CCF8AE1EBE09}"/>
                    </a:ext>
                  </a:extLst>
                </p:cNvPr>
                <p:cNvSpPr/>
                <p:nvPr/>
              </p:nvSpPr>
              <p:spPr>
                <a:xfrm>
                  <a:off x="4627713" y="6480649"/>
                  <a:ext cx="45131" cy="44849"/>
                </a:xfrm>
                <a:custGeom>
                  <a:avLst/>
                  <a:gdLst>
                    <a:gd name="connsiteX0" fmla="*/ 0 w 45131"/>
                    <a:gd name="connsiteY0" fmla="*/ 22445 h 44849"/>
                    <a:gd name="connsiteX1" fmla="*/ 22566 w 45131"/>
                    <a:gd name="connsiteY1" fmla="*/ 0 h 44849"/>
                    <a:gd name="connsiteX2" fmla="*/ 45131 w 45131"/>
                    <a:gd name="connsiteY2" fmla="*/ 22445 h 44849"/>
                    <a:gd name="connsiteX3" fmla="*/ 22566 w 45131"/>
                    <a:gd name="connsiteY3" fmla="*/ 44850 h 44849"/>
                    <a:gd name="connsiteX4" fmla="*/ 0 w 45131"/>
                    <a:gd name="connsiteY4" fmla="*/ 2244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45"/>
                      </a:moveTo>
                      <a:cubicBezTo>
                        <a:pt x="0" y="10078"/>
                        <a:pt x="10078" y="0"/>
                        <a:pt x="22566" y="0"/>
                      </a:cubicBezTo>
                      <a:cubicBezTo>
                        <a:pt x="35053" y="0"/>
                        <a:pt x="45131" y="10038"/>
                        <a:pt x="45131" y="22445"/>
                      </a:cubicBezTo>
                      <a:cubicBezTo>
                        <a:pt x="45131" y="34852"/>
                        <a:pt x="35053" y="44850"/>
                        <a:pt x="22566" y="44850"/>
                      </a:cubicBezTo>
                      <a:cubicBezTo>
                        <a:pt x="1007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89" name="Freeform: Shape 1388">
                  <a:extLst>
                    <a:ext uri="{FF2B5EF4-FFF2-40B4-BE49-F238E27FC236}">
                      <a16:creationId xmlns:a16="http://schemas.microsoft.com/office/drawing/2014/main" id="{EDEE250C-8176-4303-23CD-B120327D7788}"/>
                    </a:ext>
                  </a:extLst>
                </p:cNvPr>
                <p:cNvSpPr/>
                <p:nvPr/>
              </p:nvSpPr>
              <p:spPr>
                <a:xfrm>
                  <a:off x="2999942" y="4904072"/>
                  <a:ext cx="45131" cy="44850"/>
                </a:xfrm>
                <a:custGeom>
                  <a:avLst/>
                  <a:gdLst>
                    <a:gd name="connsiteX0" fmla="*/ 0 w 45131"/>
                    <a:gd name="connsiteY0" fmla="*/ 22405 h 44850"/>
                    <a:gd name="connsiteX1" fmla="*/ 22566 w 45131"/>
                    <a:gd name="connsiteY1" fmla="*/ 0 h 44850"/>
                    <a:gd name="connsiteX2" fmla="*/ 45131 w 45131"/>
                    <a:gd name="connsiteY2" fmla="*/ 22405 h 44850"/>
                    <a:gd name="connsiteX3" fmla="*/ 22566 w 45131"/>
                    <a:gd name="connsiteY3" fmla="*/ 44850 h 44850"/>
                    <a:gd name="connsiteX4" fmla="*/ 0 w 45131"/>
                    <a:gd name="connsiteY4" fmla="*/ 2240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05"/>
                      </a:moveTo>
                      <a:cubicBezTo>
                        <a:pt x="0" y="10038"/>
                        <a:pt x="10078" y="0"/>
                        <a:pt x="22566" y="0"/>
                      </a:cubicBezTo>
                      <a:cubicBezTo>
                        <a:pt x="35053" y="0"/>
                        <a:pt x="45131" y="10038"/>
                        <a:pt x="45131" y="22405"/>
                      </a:cubicBezTo>
                      <a:cubicBezTo>
                        <a:pt x="45131" y="34772"/>
                        <a:pt x="35053" y="44850"/>
                        <a:pt x="22566" y="44850"/>
                      </a:cubicBezTo>
                      <a:cubicBezTo>
                        <a:pt x="1007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90" name="Freeform: Shape 1389">
                  <a:extLst>
                    <a:ext uri="{FF2B5EF4-FFF2-40B4-BE49-F238E27FC236}">
                      <a16:creationId xmlns:a16="http://schemas.microsoft.com/office/drawing/2014/main" id="{71A6635D-6152-9057-16A2-D4D5A6FF2F40}"/>
                    </a:ext>
                  </a:extLst>
                </p:cNvPr>
                <p:cNvSpPr/>
                <p:nvPr/>
              </p:nvSpPr>
              <p:spPr>
                <a:xfrm>
                  <a:off x="2892615" y="4661070"/>
                  <a:ext cx="45131" cy="44850"/>
                </a:xfrm>
                <a:custGeom>
                  <a:avLst/>
                  <a:gdLst>
                    <a:gd name="connsiteX0" fmla="*/ 0 w 45131"/>
                    <a:gd name="connsiteY0" fmla="*/ 22445 h 44850"/>
                    <a:gd name="connsiteX1" fmla="*/ 22566 w 45131"/>
                    <a:gd name="connsiteY1" fmla="*/ 0 h 44850"/>
                    <a:gd name="connsiteX2" fmla="*/ 45131 w 45131"/>
                    <a:gd name="connsiteY2" fmla="*/ 22445 h 44850"/>
                    <a:gd name="connsiteX3" fmla="*/ 22566 w 45131"/>
                    <a:gd name="connsiteY3" fmla="*/ 44850 h 44850"/>
                    <a:gd name="connsiteX4" fmla="*/ 0 w 45131"/>
                    <a:gd name="connsiteY4" fmla="*/ 2244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45"/>
                      </a:moveTo>
                      <a:cubicBezTo>
                        <a:pt x="0" y="10038"/>
                        <a:pt x="10078" y="0"/>
                        <a:pt x="22566" y="0"/>
                      </a:cubicBezTo>
                      <a:cubicBezTo>
                        <a:pt x="35053" y="0"/>
                        <a:pt x="45131" y="10038"/>
                        <a:pt x="45131" y="22445"/>
                      </a:cubicBezTo>
                      <a:cubicBezTo>
                        <a:pt x="45131" y="34852"/>
                        <a:pt x="35053" y="44850"/>
                        <a:pt x="22566" y="44850"/>
                      </a:cubicBezTo>
                      <a:cubicBezTo>
                        <a:pt x="1007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91" name="Freeform: Shape 1390">
                  <a:extLst>
                    <a:ext uri="{FF2B5EF4-FFF2-40B4-BE49-F238E27FC236}">
                      <a16:creationId xmlns:a16="http://schemas.microsoft.com/office/drawing/2014/main" id="{B2871B3B-5DC8-9846-9B0C-E925BC76E5D8}"/>
                    </a:ext>
                  </a:extLst>
                </p:cNvPr>
                <p:cNvSpPr/>
                <p:nvPr/>
              </p:nvSpPr>
              <p:spPr>
                <a:xfrm>
                  <a:off x="3137463" y="3398926"/>
                  <a:ext cx="45131" cy="44809"/>
                </a:xfrm>
                <a:custGeom>
                  <a:avLst/>
                  <a:gdLst>
                    <a:gd name="connsiteX0" fmla="*/ 0 w 45131"/>
                    <a:gd name="connsiteY0" fmla="*/ 22405 h 44809"/>
                    <a:gd name="connsiteX1" fmla="*/ 22566 w 45131"/>
                    <a:gd name="connsiteY1" fmla="*/ 0 h 44809"/>
                    <a:gd name="connsiteX2" fmla="*/ 45131 w 45131"/>
                    <a:gd name="connsiteY2" fmla="*/ 22405 h 44809"/>
                    <a:gd name="connsiteX3" fmla="*/ 22566 w 45131"/>
                    <a:gd name="connsiteY3" fmla="*/ 44810 h 44809"/>
                    <a:gd name="connsiteX4" fmla="*/ 0 w 45131"/>
                    <a:gd name="connsiteY4" fmla="*/ 22405 h 44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09">
                      <a:moveTo>
                        <a:pt x="0" y="22405"/>
                      </a:moveTo>
                      <a:cubicBezTo>
                        <a:pt x="0" y="10038"/>
                        <a:pt x="10118" y="0"/>
                        <a:pt x="22566" y="0"/>
                      </a:cubicBezTo>
                      <a:cubicBezTo>
                        <a:pt x="35013" y="0"/>
                        <a:pt x="45131" y="10038"/>
                        <a:pt x="45131" y="22405"/>
                      </a:cubicBezTo>
                      <a:cubicBezTo>
                        <a:pt x="45131" y="34772"/>
                        <a:pt x="35053" y="44810"/>
                        <a:pt x="22566" y="44810"/>
                      </a:cubicBezTo>
                      <a:cubicBezTo>
                        <a:pt x="10078" y="44810"/>
                        <a:pt x="0" y="3477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92" name="Freeform: Shape 1391">
                  <a:extLst>
                    <a:ext uri="{FF2B5EF4-FFF2-40B4-BE49-F238E27FC236}">
                      <a16:creationId xmlns:a16="http://schemas.microsoft.com/office/drawing/2014/main" id="{5101611B-EDC2-2EC1-4B8F-554165DB7C09}"/>
                    </a:ext>
                  </a:extLst>
                </p:cNvPr>
                <p:cNvSpPr/>
                <p:nvPr/>
              </p:nvSpPr>
              <p:spPr>
                <a:xfrm>
                  <a:off x="3801260" y="3408522"/>
                  <a:ext cx="45131" cy="44809"/>
                </a:xfrm>
                <a:custGeom>
                  <a:avLst/>
                  <a:gdLst>
                    <a:gd name="connsiteX0" fmla="*/ 0 w 45131"/>
                    <a:gd name="connsiteY0" fmla="*/ 22405 h 44809"/>
                    <a:gd name="connsiteX1" fmla="*/ 22566 w 45131"/>
                    <a:gd name="connsiteY1" fmla="*/ 0 h 44809"/>
                    <a:gd name="connsiteX2" fmla="*/ 45131 w 45131"/>
                    <a:gd name="connsiteY2" fmla="*/ 22405 h 44809"/>
                    <a:gd name="connsiteX3" fmla="*/ 22566 w 45131"/>
                    <a:gd name="connsiteY3" fmla="*/ 44810 h 44809"/>
                    <a:gd name="connsiteX4" fmla="*/ 0 w 45131"/>
                    <a:gd name="connsiteY4" fmla="*/ 22405 h 44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09">
                      <a:moveTo>
                        <a:pt x="0" y="22405"/>
                      </a:moveTo>
                      <a:cubicBezTo>
                        <a:pt x="0" y="10038"/>
                        <a:pt x="10118" y="0"/>
                        <a:pt x="22566" y="0"/>
                      </a:cubicBezTo>
                      <a:cubicBezTo>
                        <a:pt x="35013" y="0"/>
                        <a:pt x="45131" y="10038"/>
                        <a:pt x="45131" y="22405"/>
                      </a:cubicBezTo>
                      <a:cubicBezTo>
                        <a:pt x="45131" y="34772"/>
                        <a:pt x="35053" y="44810"/>
                        <a:pt x="22566" y="44810"/>
                      </a:cubicBezTo>
                      <a:cubicBezTo>
                        <a:pt x="10078" y="44810"/>
                        <a:pt x="0" y="3477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93" name="Freeform: Shape 1392">
                  <a:extLst>
                    <a:ext uri="{FF2B5EF4-FFF2-40B4-BE49-F238E27FC236}">
                      <a16:creationId xmlns:a16="http://schemas.microsoft.com/office/drawing/2014/main" id="{83BF357C-88BC-6155-5714-00AC738DCA0D}"/>
                    </a:ext>
                  </a:extLst>
                </p:cNvPr>
                <p:cNvSpPr/>
                <p:nvPr/>
              </p:nvSpPr>
              <p:spPr>
                <a:xfrm>
                  <a:off x="3546694" y="3389329"/>
                  <a:ext cx="45131" cy="44810"/>
                </a:xfrm>
                <a:custGeom>
                  <a:avLst/>
                  <a:gdLst>
                    <a:gd name="connsiteX0" fmla="*/ 0 w 45131"/>
                    <a:gd name="connsiteY0" fmla="*/ 22405 h 44810"/>
                    <a:gd name="connsiteX1" fmla="*/ 22566 w 45131"/>
                    <a:gd name="connsiteY1" fmla="*/ 0 h 44810"/>
                    <a:gd name="connsiteX2" fmla="*/ 45131 w 45131"/>
                    <a:gd name="connsiteY2" fmla="*/ 22405 h 44810"/>
                    <a:gd name="connsiteX3" fmla="*/ 22566 w 45131"/>
                    <a:gd name="connsiteY3" fmla="*/ 44810 h 44810"/>
                    <a:gd name="connsiteX4" fmla="*/ 0 w 45131"/>
                    <a:gd name="connsiteY4" fmla="*/ 22405 h 44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10">
                      <a:moveTo>
                        <a:pt x="0" y="22405"/>
                      </a:moveTo>
                      <a:cubicBezTo>
                        <a:pt x="0" y="10038"/>
                        <a:pt x="10118" y="0"/>
                        <a:pt x="22566" y="0"/>
                      </a:cubicBezTo>
                      <a:cubicBezTo>
                        <a:pt x="35013" y="0"/>
                        <a:pt x="45131" y="10038"/>
                        <a:pt x="45131" y="22405"/>
                      </a:cubicBezTo>
                      <a:cubicBezTo>
                        <a:pt x="45131" y="34772"/>
                        <a:pt x="35013" y="44810"/>
                        <a:pt x="22566" y="44810"/>
                      </a:cubicBezTo>
                      <a:cubicBezTo>
                        <a:pt x="10118" y="44810"/>
                        <a:pt x="0" y="3477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94" name="Freeform: Shape 1393">
                  <a:extLst>
                    <a:ext uri="{FF2B5EF4-FFF2-40B4-BE49-F238E27FC236}">
                      <a16:creationId xmlns:a16="http://schemas.microsoft.com/office/drawing/2014/main" id="{002D483E-D7E4-FCAE-5113-B59E5B330114}"/>
                    </a:ext>
                  </a:extLst>
                </p:cNvPr>
                <p:cNvSpPr/>
                <p:nvPr/>
              </p:nvSpPr>
              <p:spPr>
                <a:xfrm>
                  <a:off x="4286740" y="2946932"/>
                  <a:ext cx="45131" cy="44809"/>
                </a:xfrm>
                <a:custGeom>
                  <a:avLst/>
                  <a:gdLst>
                    <a:gd name="connsiteX0" fmla="*/ 0 w 45131"/>
                    <a:gd name="connsiteY0" fmla="*/ 22405 h 44809"/>
                    <a:gd name="connsiteX1" fmla="*/ 22566 w 45131"/>
                    <a:gd name="connsiteY1" fmla="*/ 0 h 44809"/>
                    <a:gd name="connsiteX2" fmla="*/ 45131 w 45131"/>
                    <a:gd name="connsiteY2" fmla="*/ 22405 h 44809"/>
                    <a:gd name="connsiteX3" fmla="*/ 22566 w 45131"/>
                    <a:gd name="connsiteY3" fmla="*/ 44810 h 44809"/>
                    <a:gd name="connsiteX4" fmla="*/ 0 w 45131"/>
                    <a:gd name="connsiteY4" fmla="*/ 22405 h 44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09">
                      <a:moveTo>
                        <a:pt x="0" y="22405"/>
                      </a:moveTo>
                      <a:cubicBezTo>
                        <a:pt x="0" y="10038"/>
                        <a:pt x="10118" y="0"/>
                        <a:pt x="22566" y="0"/>
                      </a:cubicBezTo>
                      <a:cubicBezTo>
                        <a:pt x="35013" y="0"/>
                        <a:pt x="45131" y="10038"/>
                        <a:pt x="45131" y="22405"/>
                      </a:cubicBezTo>
                      <a:cubicBezTo>
                        <a:pt x="45131" y="34772"/>
                        <a:pt x="35053" y="44810"/>
                        <a:pt x="22566" y="44810"/>
                      </a:cubicBezTo>
                      <a:cubicBezTo>
                        <a:pt x="10078" y="44810"/>
                        <a:pt x="0" y="3477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95" name="Freeform: Shape 1394">
                  <a:extLst>
                    <a:ext uri="{FF2B5EF4-FFF2-40B4-BE49-F238E27FC236}">
                      <a16:creationId xmlns:a16="http://schemas.microsoft.com/office/drawing/2014/main" id="{010E6A6D-63A5-3B34-F6B0-E22D04EBDE44}"/>
                    </a:ext>
                  </a:extLst>
                </p:cNvPr>
                <p:cNvSpPr/>
                <p:nvPr/>
              </p:nvSpPr>
              <p:spPr>
                <a:xfrm>
                  <a:off x="4342150" y="3715526"/>
                  <a:ext cx="45131" cy="44850"/>
                </a:xfrm>
                <a:custGeom>
                  <a:avLst/>
                  <a:gdLst>
                    <a:gd name="connsiteX0" fmla="*/ 0 w 45131"/>
                    <a:gd name="connsiteY0" fmla="*/ 22445 h 44850"/>
                    <a:gd name="connsiteX1" fmla="*/ 22566 w 45131"/>
                    <a:gd name="connsiteY1" fmla="*/ 0 h 44850"/>
                    <a:gd name="connsiteX2" fmla="*/ 45131 w 45131"/>
                    <a:gd name="connsiteY2" fmla="*/ 22445 h 44850"/>
                    <a:gd name="connsiteX3" fmla="*/ 22566 w 45131"/>
                    <a:gd name="connsiteY3" fmla="*/ 44850 h 44850"/>
                    <a:gd name="connsiteX4" fmla="*/ 0 w 45131"/>
                    <a:gd name="connsiteY4" fmla="*/ 2244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45"/>
                      </a:moveTo>
                      <a:cubicBezTo>
                        <a:pt x="0" y="10078"/>
                        <a:pt x="10118" y="0"/>
                        <a:pt x="22566" y="0"/>
                      </a:cubicBezTo>
                      <a:cubicBezTo>
                        <a:pt x="35013" y="0"/>
                        <a:pt x="45131" y="10038"/>
                        <a:pt x="45131" y="22445"/>
                      </a:cubicBezTo>
                      <a:cubicBezTo>
                        <a:pt x="45131" y="34852"/>
                        <a:pt x="35013" y="44850"/>
                        <a:pt x="22566" y="44850"/>
                      </a:cubicBezTo>
                      <a:cubicBezTo>
                        <a:pt x="1011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96" name="Freeform: Shape 1395">
                  <a:extLst>
                    <a:ext uri="{FF2B5EF4-FFF2-40B4-BE49-F238E27FC236}">
                      <a16:creationId xmlns:a16="http://schemas.microsoft.com/office/drawing/2014/main" id="{A46C6943-98B7-DEC5-1925-CD95A2D6A83A}"/>
                    </a:ext>
                  </a:extLst>
                </p:cNvPr>
                <p:cNvSpPr/>
                <p:nvPr/>
              </p:nvSpPr>
              <p:spPr>
                <a:xfrm>
                  <a:off x="4958206" y="2540591"/>
                  <a:ext cx="45131" cy="44849"/>
                </a:xfrm>
                <a:custGeom>
                  <a:avLst/>
                  <a:gdLst>
                    <a:gd name="connsiteX0" fmla="*/ 0 w 45131"/>
                    <a:gd name="connsiteY0" fmla="*/ 22445 h 44849"/>
                    <a:gd name="connsiteX1" fmla="*/ 22566 w 45131"/>
                    <a:gd name="connsiteY1" fmla="*/ 0 h 44849"/>
                    <a:gd name="connsiteX2" fmla="*/ 45131 w 45131"/>
                    <a:gd name="connsiteY2" fmla="*/ 22445 h 44849"/>
                    <a:gd name="connsiteX3" fmla="*/ 22566 w 45131"/>
                    <a:gd name="connsiteY3" fmla="*/ 44850 h 44849"/>
                    <a:gd name="connsiteX4" fmla="*/ 0 w 45131"/>
                    <a:gd name="connsiteY4" fmla="*/ 2244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45"/>
                      </a:moveTo>
                      <a:cubicBezTo>
                        <a:pt x="0" y="10038"/>
                        <a:pt x="10118" y="0"/>
                        <a:pt x="22566" y="0"/>
                      </a:cubicBezTo>
                      <a:cubicBezTo>
                        <a:pt x="35013" y="0"/>
                        <a:pt x="45131" y="10038"/>
                        <a:pt x="45131" y="22445"/>
                      </a:cubicBezTo>
                      <a:cubicBezTo>
                        <a:pt x="45131" y="34852"/>
                        <a:pt x="35053" y="44850"/>
                        <a:pt x="22566" y="44850"/>
                      </a:cubicBezTo>
                      <a:cubicBezTo>
                        <a:pt x="1007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97" name="Freeform: Shape 1396">
                  <a:extLst>
                    <a:ext uri="{FF2B5EF4-FFF2-40B4-BE49-F238E27FC236}">
                      <a16:creationId xmlns:a16="http://schemas.microsoft.com/office/drawing/2014/main" id="{4E6118C8-77DE-34A7-326A-B30FD5A9CFE0}"/>
                    </a:ext>
                  </a:extLst>
                </p:cNvPr>
                <p:cNvSpPr/>
                <p:nvPr/>
              </p:nvSpPr>
              <p:spPr>
                <a:xfrm>
                  <a:off x="3479038" y="3485413"/>
                  <a:ext cx="45131" cy="44849"/>
                </a:xfrm>
                <a:custGeom>
                  <a:avLst/>
                  <a:gdLst>
                    <a:gd name="connsiteX0" fmla="*/ 0 w 45131"/>
                    <a:gd name="connsiteY0" fmla="*/ 22405 h 44849"/>
                    <a:gd name="connsiteX1" fmla="*/ 22566 w 45131"/>
                    <a:gd name="connsiteY1" fmla="*/ 0 h 44849"/>
                    <a:gd name="connsiteX2" fmla="*/ 45131 w 45131"/>
                    <a:gd name="connsiteY2" fmla="*/ 22405 h 44849"/>
                    <a:gd name="connsiteX3" fmla="*/ 22566 w 45131"/>
                    <a:gd name="connsiteY3" fmla="*/ 44850 h 44849"/>
                    <a:gd name="connsiteX4" fmla="*/ 0 w 45131"/>
                    <a:gd name="connsiteY4" fmla="*/ 2240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05"/>
                      </a:moveTo>
                      <a:cubicBezTo>
                        <a:pt x="0" y="10038"/>
                        <a:pt x="10078" y="0"/>
                        <a:pt x="22566" y="0"/>
                      </a:cubicBezTo>
                      <a:cubicBezTo>
                        <a:pt x="35053" y="0"/>
                        <a:pt x="45131" y="10038"/>
                        <a:pt x="45131" y="22405"/>
                      </a:cubicBezTo>
                      <a:cubicBezTo>
                        <a:pt x="45131" y="34772"/>
                        <a:pt x="35013" y="44850"/>
                        <a:pt x="22566" y="44850"/>
                      </a:cubicBezTo>
                      <a:cubicBezTo>
                        <a:pt x="1011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98" name="Freeform: Shape 1397">
                  <a:extLst>
                    <a:ext uri="{FF2B5EF4-FFF2-40B4-BE49-F238E27FC236}">
                      <a16:creationId xmlns:a16="http://schemas.microsoft.com/office/drawing/2014/main" id="{1CDFC5E0-5315-17F0-8373-F3BD12671A40}"/>
                    </a:ext>
                  </a:extLst>
                </p:cNvPr>
                <p:cNvSpPr/>
                <p:nvPr/>
              </p:nvSpPr>
              <p:spPr>
                <a:xfrm>
                  <a:off x="4627713" y="1212516"/>
                  <a:ext cx="45131" cy="44849"/>
                </a:xfrm>
                <a:custGeom>
                  <a:avLst/>
                  <a:gdLst>
                    <a:gd name="connsiteX0" fmla="*/ 0 w 45131"/>
                    <a:gd name="connsiteY0" fmla="*/ 22405 h 44849"/>
                    <a:gd name="connsiteX1" fmla="*/ 22566 w 45131"/>
                    <a:gd name="connsiteY1" fmla="*/ 0 h 44849"/>
                    <a:gd name="connsiteX2" fmla="*/ 45131 w 45131"/>
                    <a:gd name="connsiteY2" fmla="*/ 22405 h 44849"/>
                    <a:gd name="connsiteX3" fmla="*/ 22566 w 45131"/>
                    <a:gd name="connsiteY3" fmla="*/ 44850 h 44849"/>
                    <a:gd name="connsiteX4" fmla="*/ 0 w 45131"/>
                    <a:gd name="connsiteY4" fmla="*/ 2240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05"/>
                      </a:moveTo>
                      <a:cubicBezTo>
                        <a:pt x="0" y="10038"/>
                        <a:pt x="10078" y="0"/>
                        <a:pt x="22566" y="0"/>
                      </a:cubicBezTo>
                      <a:cubicBezTo>
                        <a:pt x="35053" y="0"/>
                        <a:pt x="45131" y="10038"/>
                        <a:pt x="45131" y="22405"/>
                      </a:cubicBezTo>
                      <a:cubicBezTo>
                        <a:pt x="45131" y="34772"/>
                        <a:pt x="35053" y="44850"/>
                        <a:pt x="22566" y="44850"/>
                      </a:cubicBezTo>
                      <a:cubicBezTo>
                        <a:pt x="1007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99" name="Freeform: Shape 1398">
                  <a:extLst>
                    <a:ext uri="{FF2B5EF4-FFF2-40B4-BE49-F238E27FC236}">
                      <a16:creationId xmlns:a16="http://schemas.microsoft.com/office/drawing/2014/main" id="{6F2DD188-D38F-86C0-2454-C4C8A3CF47C0}"/>
                    </a:ext>
                  </a:extLst>
                </p:cNvPr>
                <p:cNvSpPr/>
                <p:nvPr/>
              </p:nvSpPr>
              <p:spPr>
                <a:xfrm>
                  <a:off x="3661088" y="1281418"/>
                  <a:ext cx="45131" cy="44849"/>
                </a:xfrm>
                <a:custGeom>
                  <a:avLst/>
                  <a:gdLst>
                    <a:gd name="connsiteX0" fmla="*/ 0 w 45131"/>
                    <a:gd name="connsiteY0" fmla="*/ 22405 h 44849"/>
                    <a:gd name="connsiteX1" fmla="*/ 22566 w 45131"/>
                    <a:gd name="connsiteY1" fmla="*/ 0 h 44849"/>
                    <a:gd name="connsiteX2" fmla="*/ 45131 w 45131"/>
                    <a:gd name="connsiteY2" fmla="*/ 22405 h 44849"/>
                    <a:gd name="connsiteX3" fmla="*/ 22566 w 45131"/>
                    <a:gd name="connsiteY3" fmla="*/ 44850 h 44849"/>
                    <a:gd name="connsiteX4" fmla="*/ 0 w 45131"/>
                    <a:gd name="connsiteY4" fmla="*/ 22405 h 44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49">
                      <a:moveTo>
                        <a:pt x="0" y="22405"/>
                      </a:moveTo>
                      <a:cubicBezTo>
                        <a:pt x="0" y="10038"/>
                        <a:pt x="10118" y="0"/>
                        <a:pt x="22566" y="0"/>
                      </a:cubicBezTo>
                      <a:cubicBezTo>
                        <a:pt x="35013" y="0"/>
                        <a:pt x="45131" y="10038"/>
                        <a:pt x="45131" y="22405"/>
                      </a:cubicBezTo>
                      <a:cubicBezTo>
                        <a:pt x="45131" y="34772"/>
                        <a:pt x="35053" y="44850"/>
                        <a:pt x="22566" y="44850"/>
                      </a:cubicBezTo>
                      <a:cubicBezTo>
                        <a:pt x="1007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00" name="Freeform: Shape 1399">
                  <a:extLst>
                    <a:ext uri="{FF2B5EF4-FFF2-40B4-BE49-F238E27FC236}">
                      <a16:creationId xmlns:a16="http://schemas.microsoft.com/office/drawing/2014/main" id="{E4EB9909-65C2-99D4-2D05-C755732471E7}"/>
                    </a:ext>
                  </a:extLst>
                </p:cNvPr>
                <p:cNvSpPr/>
                <p:nvPr/>
              </p:nvSpPr>
              <p:spPr>
                <a:xfrm>
                  <a:off x="4656703" y="278696"/>
                  <a:ext cx="45131" cy="44850"/>
                </a:xfrm>
                <a:custGeom>
                  <a:avLst/>
                  <a:gdLst>
                    <a:gd name="connsiteX0" fmla="*/ 0 w 45131"/>
                    <a:gd name="connsiteY0" fmla="*/ 22445 h 44850"/>
                    <a:gd name="connsiteX1" fmla="*/ 22566 w 45131"/>
                    <a:gd name="connsiteY1" fmla="*/ 0 h 44850"/>
                    <a:gd name="connsiteX2" fmla="*/ 45131 w 45131"/>
                    <a:gd name="connsiteY2" fmla="*/ 22445 h 44850"/>
                    <a:gd name="connsiteX3" fmla="*/ 22566 w 45131"/>
                    <a:gd name="connsiteY3" fmla="*/ 44850 h 44850"/>
                    <a:gd name="connsiteX4" fmla="*/ 0 w 45131"/>
                    <a:gd name="connsiteY4" fmla="*/ 2244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45"/>
                      </a:moveTo>
                      <a:cubicBezTo>
                        <a:pt x="0" y="10078"/>
                        <a:pt x="10118" y="0"/>
                        <a:pt x="22566" y="0"/>
                      </a:cubicBezTo>
                      <a:cubicBezTo>
                        <a:pt x="35013" y="0"/>
                        <a:pt x="45131" y="10038"/>
                        <a:pt x="45131" y="22445"/>
                      </a:cubicBezTo>
                      <a:cubicBezTo>
                        <a:pt x="45131" y="34852"/>
                        <a:pt x="35053" y="44850"/>
                        <a:pt x="22566" y="44850"/>
                      </a:cubicBezTo>
                      <a:cubicBezTo>
                        <a:pt x="1007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01" name="Freeform: Shape 1400">
                  <a:extLst>
                    <a:ext uri="{FF2B5EF4-FFF2-40B4-BE49-F238E27FC236}">
                      <a16:creationId xmlns:a16="http://schemas.microsoft.com/office/drawing/2014/main" id="{F5BF48B7-9331-313F-E88A-797AF5A584CB}"/>
                    </a:ext>
                  </a:extLst>
                </p:cNvPr>
                <p:cNvSpPr/>
                <p:nvPr/>
              </p:nvSpPr>
              <p:spPr>
                <a:xfrm>
                  <a:off x="3298594" y="1382320"/>
                  <a:ext cx="45131" cy="44809"/>
                </a:xfrm>
                <a:custGeom>
                  <a:avLst/>
                  <a:gdLst>
                    <a:gd name="connsiteX0" fmla="*/ 0 w 45131"/>
                    <a:gd name="connsiteY0" fmla="*/ 22405 h 44809"/>
                    <a:gd name="connsiteX1" fmla="*/ 22566 w 45131"/>
                    <a:gd name="connsiteY1" fmla="*/ 0 h 44809"/>
                    <a:gd name="connsiteX2" fmla="*/ 45131 w 45131"/>
                    <a:gd name="connsiteY2" fmla="*/ 22405 h 44809"/>
                    <a:gd name="connsiteX3" fmla="*/ 22566 w 45131"/>
                    <a:gd name="connsiteY3" fmla="*/ 44810 h 44809"/>
                    <a:gd name="connsiteX4" fmla="*/ 0 w 45131"/>
                    <a:gd name="connsiteY4" fmla="*/ 22405 h 44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09">
                      <a:moveTo>
                        <a:pt x="0" y="22405"/>
                      </a:moveTo>
                      <a:cubicBezTo>
                        <a:pt x="0" y="10038"/>
                        <a:pt x="10078" y="0"/>
                        <a:pt x="22566" y="0"/>
                      </a:cubicBezTo>
                      <a:cubicBezTo>
                        <a:pt x="35053" y="0"/>
                        <a:pt x="45131" y="10038"/>
                        <a:pt x="45131" y="22405"/>
                      </a:cubicBezTo>
                      <a:cubicBezTo>
                        <a:pt x="45131" y="34772"/>
                        <a:pt x="35053" y="44810"/>
                        <a:pt x="22566" y="44810"/>
                      </a:cubicBezTo>
                      <a:cubicBezTo>
                        <a:pt x="10078" y="44810"/>
                        <a:pt x="0" y="3477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02" name="Freeform: Shape 1401">
                  <a:extLst>
                    <a:ext uri="{FF2B5EF4-FFF2-40B4-BE49-F238E27FC236}">
                      <a16:creationId xmlns:a16="http://schemas.microsoft.com/office/drawing/2014/main" id="{65FD8F17-102A-CA71-2354-8D74BB26F0B5}"/>
                    </a:ext>
                  </a:extLst>
                </p:cNvPr>
                <p:cNvSpPr/>
                <p:nvPr/>
              </p:nvSpPr>
              <p:spPr>
                <a:xfrm>
                  <a:off x="7042709" y="1460778"/>
                  <a:ext cx="45131" cy="44850"/>
                </a:xfrm>
                <a:custGeom>
                  <a:avLst/>
                  <a:gdLst>
                    <a:gd name="connsiteX0" fmla="*/ 0 w 45131"/>
                    <a:gd name="connsiteY0" fmla="*/ 22445 h 44850"/>
                    <a:gd name="connsiteX1" fmla="*/ 22566 w 45131"/>
                    <a:gd name="connsiteY1" fmla="*/ 0 h 44850"/>
                    <a:gd name="connsiteX2" fmla="*/ 45131 w 45131"/>
                    <a:gd name="connsiteY2" fmla="*/ 22445 h 44850"/>
                    <a:gd name="connsiteX3" fmla="*/ 22566 w 45131"/>
                    <a:gd name="connsiteY3" fmla="*/ 44850 h 44850"/>
                    <a:gd name="connsiteX4" fmla="*/ 0 w 45131"/>
                    <a:gd name="connsiteY4" fmla="*/ 2244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45"/>
                      </a:moveTo>
                      <a:cubicBezTo>
                        <a:pt x="0" y="10078"/>
                        <a:pt x="10078" y="0"/>
                        <a:pt x="22566" y="0"/>
                      </a:cubicBezTo>
                      <a:cubicBezTo>
                        <a:pt x="35053" y="0"/>
                        <a:pt x="45131" y="10038"/>
                        <a:pt x="45131" y="22445"/>
                      </a:cubicBezTo>
                      <a:cubicBezTo>
                        <a:pt x="45131" y="34852"/>
                        <a:pt x="35013" y="44850"/>
                        <a:pt x="22566" y="44850"/>
                      </a:cubicBezTo>
                      <a:cubicBezTo>
                        <a:pt x="1011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03" name="Freeform: Shape 1402">
                  <a:extLst>
                    <a:ext uri="{FF2B5EF4-FFF2-40B4-BE49-F238E27FC236}">
                      <a16:creationId xmlns:a16="http://schemas.microsoft.com/office/drawing/2014/main" id="{47A98808-E840-1F36-3BFA-0CC4B6317D46}"/>
                    </a:ext>
                  </a:extLst>
                </p:cNvPr>
                <p:cNvSpPr/>
                <p:nvPr/>
              </p:nvSpPr>
              <p:spPr>
                <a:xfrm>
                  <a:off x="8373474" y="872949"/>
                  <a:ext cx="45131" cy="44850"/>
                </a:xfrm>
                <a:custGeom>
                  <a:avLst/>
                  <a:gdLst>
                    <a:gd name="connsiteX0" fmla="*/ 0 w 45131"/>
                    <a:gd name="connsiteY0" fmla="*/ 22405 h 44850"/>
                    <a:gd name="connsiteX1" fmla="*/ 22566 w 45131"/>
                    <a:gd name="connsiteY1" fmla="*/ 0 h 44850"/>
                    <a:gd name="connsiteX2" fmla="*/ 45131 w 45131"/>
                    <a:gd name="connsiteY2" fmla="*/ 22405 h 44850"/>
                    <a:gd name="connsiteX3" fmla="*/ 22566 w 45131"/>
                    <a:gd name="connsiteY3" fmla="*/ 44850 h 44850"/>
                    <a:gd name="connsiteX4" fmla="*/ 0 w 45131"/>
                    <a:gd name="connsiteY4" fmla="*/ 2240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05"/>
                      </a:moveTo>
                      <a:cubicBezTo>
                        <a:pt x="0" y="10038"/>
                        <a:pt x="10078" y="0"/>
                        <a:pt x="22566" y="0"/>
                      </a:cubicBezTo>
                      <a:cubicBezTo>
                        <a:pt x="35053" y="0"/>
                        <a:pt x="45131" y="10038"/>
                        <a:pt x="45131" y="22405"/>
                      </a:cubicBezTo>
                      <a:cubicBezTo>
                        <a:pt x="45131" y="34772"/>
                        <a:pt x="35013" y="44850"/>
                        <a:pt x="22566" y="44850"/>
                      </a:cubicBezTo>
                      <a:cubicBezTo>
                        <a:pt x="1011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04" name="Freeform: Shape 1403">
                  <a:extLst>
                    <a:ext uri="{FF2B5EF4-FFF2-40B4-BE49-F238E27FC236}">
                      <a16:creationId xmlns:a16="http://schemas.microsoft.com/office/drawing/2014/main" id="{DA46F2C4-17AC-E7D3-A25A-243D443C6736}"/>
                    </a:ext>
                  </a:extLst>
                </p:cNvPr>
                <p:cNvSpPr/>
                <p:nvPr/>
              </p:nvSpPr>
              <p:spPr>
                <a:xfrm>
                  <a:off x="8779453" y="1318237"/>
                  <a:ext cx="45131" cy="44850"/>
                </a:xfrm>
                <a:custGeom>
                  <a:avLst/>
                  <a:gdLst>
                    <a:gd name="connsiteX0" fmla="*/ 0 w 45131"/>
                    <a:gd name="connsiteY0" fmla="*/ 22405 h 44850"/>
                    <a:gd name="connsiteX1" fmla="*/ 22566 w 45131"/>
                    <a:gd name="connsiteY1" fmla="*/ 0 h 44850"/>
                    <a:gd name="connsiteX2" fmla="*/ 45132 w 45131"/>
                    <a:gd name="connsiteY2" fmla="*/ 22405 h 44850"/>
                    <a:gd name="connsiteX3" fmla="*/ 22566 w 45131"/>
                    <a:gd name="connsiteY3" fmla="*/ 44850 h 44850"/>
                    <a:gd name="connsiteX4" fmla="*/ 0 w 45131"/>
                    <a:gd name="connsiteY4" fmla="*/ 2240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05"/>
                      </a:moveTo>
                      <a:cubicBezTo>
                        <a:pt x="0" y="10038"/>
                        <a:pt x="10118" y="0"/>
                        <a:pt x="22566" y="0"/>
                      </a:cubicBezTo>
                      <a:cubicBezTo>
                        <a:pt x="35013" y="0"/>
                        <a:pt x="45132" y="10038"/>
                        <a:pt x="45132" y="22405"/>
                      </a:cubicBezTo>
                      <a:cubicBezTo>
                        <a:pt x="45132" y="34772"/>
                        <a:pt x="35013" y="44850"/>
                        <a:pt x="22566" y="44850"/>
                      </a:cubicBezTo>
                      <a:cubicBezTo>
                        <a:pt x="10118" y="44850"/>
                        <a:pt x="0" y="34812"/>
                        <a:pt x="0" y="2240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05" name="Freeform: Shape 1404">
                  <a:extLst>
                    <a:ext uri="{FF2B5EF4-FFF2-40B4-BE49-F238E27FC236}">
                      <a16:creationId xmlns:a16="http://schemas.microsoft.com/office/drawing/2014/main" id="{B1815ADA-D3FF-4160-47E0-B1A4D813983B}"/>
                    </a:ext>
                  </a:extLst>
                </p:cNvPr>
                <p:cNvSpPr/>
                <p:nvPr/>
              </p:nvSpPr>
              <p:spPr>
                <a:xfrm>
                  <a:off x="7735495" y="627860"/>
                  <a:ext cx="45131" cy="44850"/>
                </a:xfrm>
                <a:custGeom>
                  <a:avLst/>
                  <a:gdLst>
                    <a:gd name="connsiteX0" fmla="*/ 0 w 45131"/>
                    <a:gd name="connsiteY0" fmla="*/ 22445 h 44850"/>
                    <a:gd name="connsiteX1" fmla="*/ 22566 w 45131"/>
                    <a:gd name="connsiteY1" fmla="*/ 0 h 44850"/>
                    <a:gd name="connsiteX2" fmla="*/ 45132 w 45131"/>
                    <a:gd name="connsiteY2" fmla="*/ 22445 h 44850"/>
                    <a:gd name="connsiteX3" fmla="*/ 22566 w 45131"/>
                    <a:gd name="connsiteY3" fmla="*/ 44850 h 44850"/>
                    <a:gd name="connsiteX4" fmla="*/ 0 w 45131"/>
                    <a:gd name="connsiteY4" fmla="*/ 22445 h 4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31" h="44850">
                      <a:moveTo>
                        <a:pt x="0" y="22445"/>
                      </a:moveTo>
                      <a:cubicBezTo>
                        <a:pt x="0" y="10078"/>
                        <a:pt x="10078" y="0"/>
                        <a:pt x="22566" y="0"/>
                      </a:cubicBezTo>
                      <a:cubicBezTo>
                        <a:pt x="35053" y="0"/>
                        <a:pt x="45132" y="10038"/>
                        <a:pt x="45132" y="22445"/>
                      </a:cubicBezTo>
                      <a:cubicBezTo>
                        <a:pt x="45132" y="34852"/>
                        <a:pt x="35013" y="44850"/>
                        <a:pt x="22566" y="44850"/>
                      </a:cubicBezTo>
                      <a:cubicBezTo>
                        <a:pt x="10118" y="44850"/>
                        <a:pt x="0" y="34812"/>
                        <a:pt x="0" y="22445"/>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406" name="Freeform: Shape 1405">
                <a:extLst>
                  <a:ext uri="{FF2B5EF4-FFF2-40B4-BE49-F238E27FC236}">
                    <a16:creationId xmlns:a16="http://schemas.microsoft.com/office/drawing/2014/main" id="{73A23807-F074-253F-1CEB-5BC3F54AB907}"/>
                  </a:ext>
                </a:extLst>
              </p:cNvPr>
              <p:cNvSpPr/>
              <p:nvPr/>
            </p:nvSpPr>
            <p:spPr>
              <a:xfrm>
                <a:off x="3524330" y="1912008"/>
                <a:ext cx="3071324" cy="2193315"/>
              </a:xfrm>
              <a:custGeom>
                <a:avLst/>
                <a:gdLst>
                  <a:gd name="connsiteX0" fmla="*/ 2851 w 3071324"/>
                  <a:gd name="connsiteY0" fmla="*/ 2193315 h 2193315"/>
                  <a:gd name="connsiteX1" fmla="*/ 0 w 3071324"/>
                  <a:gd name="connsiteY1" fmla="*/ 2186811 h 2193315"/>
                  <a:gd name="connsiteX2" fmla="*/ 832597 w 3071324"/>
                  <a:gd name="connsiteY2" fmla="*/ 1822469 h 2193315"/>
                  <a:gd name="connsiteX3" fmla="*/ 316239 w 3071324"/>
                  <a:gd name="connsiteY3" fmla="*/ 1519641 h 2193315"/>
                  <a:gd name="connsiteX4" fmla="*/ 788630 w 3071324"/>
                  <a:gd name="connsiteY4" fmla="*/ 1052751 h 2193315"/>
                  <a:gd name="connsiteX5" fmla="*/ 1454555 w 3071324"/>
                  <a:gd name="connsiteY5" fmla="*/ 643961 h 2193315"/>
                  <a:gd name="connsiteX6" fmla="*/ 2758257 w 3071324"/>
                  <a:gd name="connsiteY6" fmla="*/ 0 h 2193315"/>
                  <a:gd name="connsiteX7" fmla="*/ 1942966 w 3071324"/>
                  <a:gd name="connsiteY7" fmla="*/ 1049178 h 2193315"/>
                  <a:gd name="connsiteX8" fmla="*/ 2571349 w 3071324"/>
                  <a:gd name="connsiteY8" fmla="*/ 1220668 h 2193315"/>
                  <a:gd name="connsiteX9" fmla="*/ 1995365 w 3071324"/>
                  <a:gd name="connsiteY9" fmla="*/ 1963845 h 2193315"/>
                  <a:gd name="connsiteX10" fmla="*/ 3069557 w 3071324"/>
                  <a:gd name="connsiteY10" fmla="*/ 1684747 h 2193315"/>
                  <a:gd name="connsiteX11" fmla="*/ 3071324 w 3071324"/>
                  <a:gd name="connsiteY11" fmla="*/ 1691613 h 2193315"/>
                  <a:gd name="connsiteX12" fmla="*/ 1977055 w 3071324"/>
                  <a:gd name="connsiteY12" fmla="*/ 1975931 h 2193315"/>
                  <a:gd name="connsiteX13" fmla="*/ 2559263 w 3071324"/>
                  <a:gd name="connsiteY13" fmla="*/ 1224683 h 2193315"/>
                  <a:gd name="connsiteX14" fmla="*/ 1930880 w 3071324"/>
                  <a:gd name="connsiteY14" fmla="*/ 1053233 h 2193315"/>
                  <a:gd name="connsiteX15" fmla="*/ 1934133 w 3071324"/>
                  <a:gd name="connsiteY15" fmla="*/ 1049017 h 2193315"/>
                  <a:gd name="connsiteX16" fmla="*/ 2733724 w 3071324"/>
                  <a:gd name="connsiteY16" fmla="*/ 19996 h 2193315"/>
                  <a:gd name="connsiteX17" fmla="*/ 1458008 w 3071324"/>
                  <a:gd name="connsiteY17" fmla="*/ 650145 h 2193315"/>
                  <a:gd name="connsiteX18" fmla="*/ 792966 w 3071324"/>
                  <a:gd name="connsiteY18" fmla="*/ 1058292 h 2193315"/>
                  <a:gd name="connsiteX19" fmla="*/ 327803 w 3071324"/>
                  <a:gd name="connsiteY19" fmla="*/ 1518196 h 2193315"/>
                  <a:gd name="connsiteX20" fmla="*/ 848176 w 3071324"/>
                  <a:gd name="connsiteY20" fmla="*/ 1823353 h 2193315"/>
                  <a:gd name="connsiteX21" fmla="*/ 841791 w 3071324"/>
                  <a:gd name="connsiteY21" fmla="*/ 1826163 h 2193315"/>
                  <a:gd name="connsiteX22" fmla="*/ 2851 w 3071324"/>
                  <a:gd name="connsiteY22" fmla="*/ 2193315 h 219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071324" h="2193315">
                    <a:moveTo>
                      <a:pt x="2851" y="2193315"/>
                    </a:moveTo>
                    <a:lnTo>
                      <a:pt x="0" y="2186811"/>
                    </a:lnTo>
                    <a:lnTo>
                      <a:pt x="832597" y="1822469"/>
                    </a:lnTo>
                    <a:lnTo>
                      <a:pt x="316239" y="1519641"/>
                    </a:lnTo>
                    <a:lnTo>
                      <a:pt x="788630" y="1052751"/>
                    </a:lnTo>
                    <a:lnTo>
                      <a:pt x="1454555" y="643961"/>
                    </a:lnTo>
                    <a:lnTo>
                      <a:pt x="2758257" y="0"/>
                    </a:lnTo>
                    <a:lnTo>
                      <a:pt x="1942966" y="1049178"/>
                    </a:lnTo>
                    <a:lnTo>
                      <a:pt x="2571349" y="1220668"/>
                    </a:lnTo>
                    <a:lnTo>
                      <a:pt x="1995365" y="1963845"/>
                    </a:lnTo>
                    <a:lnTo>
                      <a:pt x="3069557" y="1684747"/>
                    </a:lnTo>
                    <a:lnTo>
                      <a:pt x="3071324" y="1691613"/>
                    </a:lnTo>
                    <a:lnTo>
                      <a:pt x="1977055" y="1975931"/>
                    </a:lnTo>
                    <a:lnTo>
                      <a:pt x="2559263" y="1224683"/>
                    </a:lnTo>
                    <a:lnTo>
                      <a:pt x="1930880" y="1053233"/>
                    </a:lnTo>
                    <a:lnTo>
                      <a:pt x="1934133" y="1049017"/>
                    </a:lnTo>
                    <a:lnTo>
                      <a:pt x="2733724" y="19996"/>
                    </a:lnTo>
                    <a:lnTo>
                      <a:pt x="1458008" y="650145"/>
                    </a:lnTo>
                    <a:lnTo>
                      <a:pt x="792966" y="1058292"/>
                    </a:lnTo>
                    <a:lnTo>
                      <a:pt x="327803" y="1518196"/>
                    </a:lnTo>
                    <a:lnTo>
                      <a:pt x="848176" y="1823353"/>
                    </a:lnTo>
                    <a:lnTo>
                      <a:pt x="841791" y="1826163"/>
                    </a:lnTo>
                    <a:lnTo>
                      <a:pt x="2851" y="2193315"/>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07" name="Freeform: Shape 1406">
                <a:extLst>
                  <a:ext uri="{FF2B5EF4-FFF2-40B4-BE49-F238E27FC236}">
                    <a16:creationId xmlns:a16="http://schemas.microsoft.com/office/drawing/2014/main" id="{1403A718-70BD-2E1B-16DE-99780BC50543}"/>
                  </a:ext>
                </a:extLst>
              </p:cNvPr>
              <p:cNvSpPr/>
              <p:nvPr/>
            </p:nvSpPr>
            <p:spPr>
              <a:xfrm>
                <a:off x="4358372" y="2835389"/>
                <a:ext cx="4523549" cy="2719229"/>
              </a:xfrm>
              <a:custGeom>
                <a:avLst/>
                <a:gdLst>
                  <a:gd name="connsiteX0" fmla="*/ 1060661 w 4523549"/>
                  <a:gd name="connsiteY0" fmla="*/ 2719189 h 2719229"/>
                  <a:gd name="connsiteX1" fmla="*/ 1059015 w 4523549"/>
                  <a:gd name="connsiteY1" fmla="*/ 2716539 h 2719229"/>
                  <a:gd name="connsiteX2" fmla="*/ 437177 w 4523549"/>
                  <a:gd name="connsiteY2" fmla="*/ 1715584 h 2719229"/>
                  <a:gd name="connsiteX3" fmla="*/ 437298 w 4523549"/>
                  <a:gd name="connsiteY3" fmla="*/ 1715464 h 2719229"/>
                  <a:gd name="connsiteX4" fmla="*/ 0 w 4523549"/>
                  <a:gd name="connsiteY4" fmla="*/ 895194 h 2719229"/>
                  <a:gd name="connsiteX5" fmla="*/ 1160038 w 4523549"/>
                  <a:gd name="connsiteY5" fmla="*/ 1043998 h 2719229"/>
                  <a:gd name="connsiteX6" fmla="*/ 1154577 w 4523549"/>
                  <a:gd name="connsiteY6" fmla="*/ 1049138 h 2719229"/>
                  <a:gd name="connsiteX7" fmla="*/ 448380 w 4523549"/>
                  <a:gd name="connsiteY7" fmla="*/ 1714741 h 2719229"/>
                  <a:gd name="connsiteX8" fmla="*/ 1288806 w 4523549"/>
                  <a:gd name="connsiteY8" fmla="*/ 1998658 h 2719229"/>
                  <a:gd name="connsiteX9" fmla="*/ 1286558 w 4523549"/>
                  <a:gd name="connsiteY9" fmla="*/ 2005363 h 2719229"/>
                  <a:gd name="connsiteX10" fmla="*/ 449866 w 4523549"/>
                  <a:gd name="connsiteY10" fmla="*/ 1722691 h 2719229"/>
                  <a:gd name="connsiteX11" fmla="*/ 1063311 w 4523549"/>
                  <a:gd name="connsiteY11" fmla="*/ 2710155 h 2719229"/>
                  <a:gd name="connsiteX12" fmla="*/ 2432181 w 4523549"/>
                  <a:gd name="connsiteY12" fmla="*/ 2074103 h 2719229"/>
                  <a:gd name="connsiteX13" fmla="*/ 2028691 w 4523549"/>
                  <a:gd name="connsiteY13" fmla="*/ 1517393 h 2719229"/>
                  <a:gd name="connsiteX14" fmla="*/ 2830371 w 4523549"/>
                  <a:gd name="connsiteY14" fmla="*/ 1418779 h 2719229"/>
                  <a:gd name="connsiteX15" fmla="*/ 3458392 w 4523549"/>
                  <a:gd name="connsiteY15" fmla="*/ 899812 h 2719229"/>
                  <a:gd name="connsiteX16" fmla="*/ 3456665 w 4523549"/>
                  <a:gd name="connsiteY16" fmla="*/ 898647 h 2719229"/>
                  <a:gd name="connsiteX17" fmla="*/ 3462287 w 4523549"/>
                  <a:gd name="connsiteY17" fmla="*/ 896519 h 2719229"/>
                  <a:gd name="connsiteX18" fmla="*/ 4246058 w 4523549"/>
                  <a:gd name="connsiteY18" fmla="*/ 0 h 2719229"/>
                  <a:gd name="connsiteX19" fmla="*/ 4523550 w 4523549"/>
                  <a:gd name="connsiteY19" fmla="*/ 500498 h 2719229"/>
                  <a:gd name="connsiteX20" fmla="*/ 3471923 w 4523549"/>
                  <a:gd name="connsiteY20" fmla="*/ 900414 h 2719229"/>
                  <a:gd name="connsiteX21" fmla="*/ 3971216 w 4523549"/>
                  <a:gd name="connsiteY21" fmla="*/ 1237652 h 2719229"/>
                  <a:gd name="connsiteX22" fmla="*/ 4219999 w 4523549"/>
                  <a:gd name="connsiteY22" fmla="*/ 1274392 h 2719229"/>
                  <a:gd name="connsiteX23" fmla="*/ 4216948 w 4523549"/>
                  <a:gd name="connsiteY23" fmla="*/ 1279049 h 2719229"/>
                  <a:gd name="connsiteX24" fmla="*/ 3998640 w 4523549"/>
                  <a:gd name="connsiteY24" fmla="*/ 1609823 h 2719229"/>
                  <a:gd name="connsiteX25" fmla="*/ 3347571 w 4523549"/>
                  <a:gd name="connsiteY25" fmla="*/ 2273258 h 2719229"/>
                  <a:gd name="connsiteX26" fmla="*/ 3345684 w 4523549"/>
                  <a:gd name="connsiteY26" fmla="*/ 2272857 h 2719229"/>
                  <a:gd name="connsiteX27" fmla="*/ 2437963 w 4523549"/>
                  <a:gd name="connsiteY27" fmla="*/ 2079203 h 2719229"/>
                  <a:gd name="connsiteX28" fmla="*/ 1060581 w 4523549"/>
                  <a:gd name="connsiteY28" fmla="*/ 2719229 h 2719229"/>
                  <a:gd name="connsiteX29" fmla="*/ 2443263 w 4523549"/>
                  <a:gd name="connsiteY29" fmla="*/ 2073059 h 2719229"/>
                  <a:gd name="connsiteX30" fmla="*/ 3345363 w 4523549"/>
                  <a:gd name="connsiteY30" fmla="*/ 2265509 h 2719229"/>
                  <a:gd name="connsiteX31" fmla="*/ 3993260 w 4523549"/>
                  <a:gd name="connsiteY31" fmla="*/ 1605366 h 2719229"/>
                  <a:gd name="connsiteX32" fmla="*/ 4208074 w 4523549"/>
                  <a:gd name="connsiteY32" fmla="*/ 1279772 h 2719229"/>
                  <a:gd name="connsiteX33" fmla="*/ 3968044 w 4523549"/>
                  <a:gd name="connsiteY33" fmla="*/ 1243956 h 2719229"/>
                  <a:gd name="connsiteX34" fmla="*/ 3464575 w 4523549"/>
                  <a:gd name="connsiteY34" fmla="*/ 903907 h 2719229"/>
                  <a:gd name="connsiteX35" fmla="*/ 2834667 w 4523549"/>
                  <a:gd name="connsiteY35" fmla="*/ 1424521 h 2719229"/>
                  <a:gd name="connsiteX36" fmla="*/ 2443263 w 4523549"/>
                  <a:gd name="connsiteY36" fmla="*/ 2073059 h 2719229"/>
                  <a:gd name="connsiteX37" fmla="*/ 2041580 w 4523549"/>
                  <a:gd name="connsiteY37" fmla="*/ 1522934 h 2719229"/>
                  <a:gd name="connsiteX38" fmla="*/ 2437401 w 4523549"/>
                  <a:gd name="connsiteY38" fmla="*/ 2069084 h 2719229"/>
                  <a:gd name="connsiteX39" fmla="*/ 2825151 w 4523549"/>
                  <a:gd name="connsiteY39" fmla="*/ 1426568 h 2719229"/>
                  <a:gd name="connsiteX40" fmla="*/ 2041580 w 4523549"/>
                  <a:gd name="connsiteY40" fmla="*/ 1522934 h 2719229"/>
                  <a:gd name="connsiteX41" fmla="*/ 12728 w 4523549"/>
                  <a:gd name="connsiteY41" fmla="*/ 903907 h 2719229"/>
                  <a:gd name="connsiteX42" fmla="*/ 442638 w 4523549"/>
                  <a:gd name="connsiteY42" fmla="*/ 1710405 h 2719229"/>
                  <a:gd name="connsiteX43" fmla="*/ 1144298 w 4523549"/>
                  <a:gd name="connsiteY43" fmla="*/ 1049057 h 2719229"/>
                  <a:gd name="connsiteX44" fmla="*/ 12688 w 4523549"/>
                  <a:gd name="connsiteY44" fmla="*/ 903907 h 2719229"/>
                  <a:gd name="connsiteX45" fmla="*/ 4244854 w 4523549"/>
                  <a:gd name="connsiteY45" fmla="*/ 12206 h 2719229"/>
                  <a:gd name="connsiteX46" fmla="*/ 3476380 w 4523549"/>
                  <a:gd name="connsiteY46" fmla="*/ 891179 h 2719229"/>
                  <a:gd name="connsiteX47" fmla="*/ 4513512 w 4523549"/>
                  <a:gd name="connsiteY47" fmla="*/ 496763 h 2719229"/>
                  <a:gd name="connsiteX48" fmla="*/ 4244854 w 4523549"/>
                  <a:gd name="connsiteY48" fmla="*/ 12206 h 2719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23549" h="2719229">
                    <a:moveTo>
                      <a:pt x="1060661" y="2719189"/>
                    </a:moveTo>
                    <a:lnTo>
                      <a:pt x="1059015" y="2716539"/>
                    </a:lnTo>
                    <a:lnTo>
                      <a:pt x="437177" y="1715584"/>
                    </a:lnTo>
                    <a:lnTo>
                      <a:pt x="437298" y="1715464"/>
                    </a:lnTo>
                    <a:lnTo>
                      <a:pt x="0" y="895194"/>
                    </a:lnTo>
                    <a:lnTo>
                      <a:pt x="1160038" y="1043998"/>
                    </a:lnTo>
                    <a:lnTo>
                      <a:pt x="1154577" y="1049138"/>
                    </a:lnTo>
                    <a:lnTo>
                      <a:pt x="448380" y="1714741"/>
                    </a:lnTo>
                    <a:lnTo>
                      <a:pt x="1288806" y="1998658"/>
                    </a:lnTo>
                    <a:lnTo>
                      <a:pt x="1286558" y="2005363"/>
                    </a:lnTo>
                    <a:lnTo>
                      <a:pt x="449866" y="1722691"/>
                    </a:lnTo>
                    <a:lnTo>
                      <a:pt x="1063311" y="2710155"/>
                    </a:lnTo>
                    <a:lnTo>
                      <a:pt x="2432181" y="2074103"/>
                    </a:lnTo>
                    <a:lnTo>
                      <a:pt x="2028691" y="1517393"/>
                    </a:lnTo>
                    <a:lnTo>
                      <a:pt x="2830371" y="1418779"/>
                    </a:lnTo>
                    <a:lnTo>
                      <a:pt x="3458392" y="899812"/>
                    </a:lnTo>
                    <a:lnTo>
                      <a:pt x="3456665" y="898647"/>
                    </a:lnTo>
                    <a:lnTo>
                      <a:pt x="3462287" y="896519"/>
                    </a:lnTo>
                    <a:lnTo>
                      <a:pt x="4246058" y="0"/>
                    </a:lnTo>
                    <a:lnTo>
                      <a:pt x="4523550" y="500498"/>
                    </a:lnTo>
                    <a:lnTo>
                      <a:pt x="3471923" y="900414"/>
                    </a:lnTo>
                    <a:lnTo>
                      <a:pt x="3971216" y="1237652"/>
                    </a:lnTo>
                    <a:lnTo>
                      <a:pt x="4219999" y="1274392"/>
                    </a:lnTo>
                    <a:lnTo>
                      <a:pt x="4216948" y="1279049"/>
                    </a:lnTo>
                    <a:lnTo>
                      <a:pt x="3998640" y="1609823"/>
                    </a:lnTo>
                    <a:lnTo>
                      <a:pt x="3347571" y="2273258"/>
                    </a:lnTo>
                    <a:lnTo>
                      <a:pt x="3345684" y="2272857"/>
                    </a:lnTo>
                    <a:lnTo>
                      <a:pt x="2437963" y="2079203"/>
                    </a:lnTo>
                    <a:lnTo>
                      <a:pt x="1060581" y="2719229"/>
                    </a:lnTo>
                    <a:close/>
                    <a:moveTo>
                      <a:pt x="2443263" y="2073059"/>
                    </a:moveTo>
                    <a:lnTo>
                      <a:pt x="3345363" y="2265509"/>
                    </a:lnTo>
                    <a:lnTo>
                      <a:pt x="3993260" y="1605366"/>
                    </a:lnTo>
                    <a:lnTo>
                      <a:pt x="4208074" y="1279772"/>
                    </a:lnTo>
                    <a:lnTo>
                      <a:pt x="3968044" y="1243956"/>
                    </a:lnTo>
                    <a:lnTo>
                      <a:pt x="3464575" y="903907"/>
                    </a:lnTo>
                    <a:lnTo>
                      <a:pt x="2834667" y="1424521"/>
                    </a:lnTo>
                    <a:lnTo>
                      <a:pt x="2443263" y="2073059"/>
                    </a:lnTo>
                    <a:close/>
                    <a:moveTo>
                      <a:pt x="2041580" y="1522934"/>
                    </a:moveTo>
                    <a:lnTo>
                      <a:pt x="2437401" y="2069084"/>
                    </a:lnTo>
                    <a:lnTo>
                      <a:pt x="2825151" y="1426568"/>
                    </a:lnTo>
                    <a:lnTo>
                      <a:pt x="2041580" y="1522934"/>
                    </a:lnTo>
                    <a:close/>
                    <a:moveTo>
                      <a:pt x="12728" y="903907"/>
                    </a:moveTo>
                    <a:lnTo>
                      <a:pt x="442638" y="1710405"/>
                    </a:lnTo>
                    <a:lnTo>
                      <a:pt x="1144298" y="1049057"/>
                    </a:lnTo>
                    <a:lnTo>
                      <a:pt x="12688" y="903907"/>
                    </a:lnTo>
                    <a:close/>
                    <a:moveTo>
                      <a:pt x="4244854" y="12206"/>
                    </a:moveTo>
                    <a:lnTo>
                      <a:pt x="3476380" y="891179"/>
                    </a:lnTo>
                    <a:lnTo>
                      <a:pt x="4513512" y="496763"/>
                    </a:lnTo>
                    <a:lnTo>
                      <a:pt x="4244854" y="12206"/>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08" name="Freeform: Shape 1407">
                <a:extLst>
                  <a:ext uri="{FF2B5EF4-FFF2-40B4-BE49-F238E27FC236}">
                    <a16:creationId xmlns:a16="http://schemas.microsoft.com/office/drawing/2014/main" id="{EDABC5F0-2C6F-E8F7-4CDE-346B7B027C23}"/>
                  </a:ext>
                </a:extLst>
              </p:cNvPr>
              <p:cNvSpPr/>
              <p:nvPr/>
            </p:nvSpPr>
            <p:spPr>
              <a:xfrm>
                <a:off x="6583247" y="3080759"/>
                <a:ext cx="1245241" cy="658335"/>
              </a:xfrm>
              <a:custGeom>
                <a:avLst/>
                <a:gdLst>
                  <a:gd name="connsiteX0" fmla="*/ 1245241 w 1245241"/>
                  <a:gd name="connsiteY0" fmla="*/ 658336 h 658335"/>
                  <a:gd name="connsiteX1" fmla="*/ 1239098 w 1245241"/>
                  <a:gd name="connsiteY1" fmla="*/ 657653 h 658335"/>
                  <a:gd name="connsiteX2" fmla="*/ 0 w 1245241"/>
                  <a:gd name="connsiteY2" fmla="*/ 521698 h 658335"/>
                  <a:gd name="connsiteX3" fmla="*/ 9837 w 1245241"/>
                  <a:gd name="connsiteY3" fmla="*/ 516317 h 658335"/>
                  <a:gd name="connsiteX4" fmla="*/ 949560 w 1245241"/>
                  <a:gd name="connsiteY4" fmla="*/ 0 h 658335"/>
                  <a:gd name="connsiteX5" fmla="*/ 951126 w 1245241"/>
                  <a:gd name="connsiteY5" fmla="*/ 3493 h 658335"/>
                  <a:gd name="connsiteX6" fmla="*/ 1245241 w 1245241"/>
                  <a:gd name="connsiteY6" fmla="*/ 658336 h 658335"/>
                  <a:gd name="connsiteX7" fmla="*/ 23048 w 1245241"/>
                  <a:gd name="connsiteY7" fmla="*/ 517120 h 658335"/>
                  <a:gd name="connsiteX8" fmla="*/ 1233717 w 1245241"/>
                  <a:gd name="connsiteY8" fmla="*/ 649984 h 658335"/>
                  <a:gd name="connsiteX9" fmla="*/ 946228 w 1245241"/>
                  <a:gd name="connsiteY9" fmla="*/ 9917 h 658335"/>
                  <a:gd name="connsiteX10" fmla="*/ 23048 w 1245241"/>
                  <a:gd name="connsiteY10" fmla="*/ 517161 h 658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45241" h="658335">
                    <a:moveTo>
                      <a:pt x="1245241" y="658336"/>
                    </a:moveTo>
                    <a:lnTo>
                      <a:pt x="1239098" y="657653"/>
                    </a:lnTo>
                    <a:lnTo>
                      <a:pt x="0" y="521698"/>
                    </a:lnTo>
                    <a:lnTo>
                      <a:pt x="9837" y="516317"/>
                    </a:lnTo>
                    <a:lnTo>
                      <a:pt x="949560" y="0"/>
                    </a:lnTo>
                    <a:lnTo>
                      <a:pt x="951126" y="3493"/>
                    </a:lnTo>
                    <a:lnTo>
                      <a:pt x="1245241" y="658336"/>
                    </a:lnTo>
                    <a:close/>
                    <a:moveTo>
                      <a:pt x="23048" y="517120"/>
                    </a:moveTo>
                    <a:lnTo>
                      <a:pt x="1233717" y="649984"/>
                    </a:lnTo>
                    <a:lnTo>
                      <a:pt x="946228" y="9917"/>
                    </a:lnTo>
                    <a:lnTo>
                      <a:pt x="23048" y="517161"/>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09" name="Freeform: Shape 1408">
                <a:extLst>
                  <a:ext uri="{FF2B5EF4-FFF2-40B4-BE49-F238E27FC236}">
                    <a16:creationId xmlns:a16="http://schemas.microsoft.com/office/drawing/2014/main" id="{37CC39BD-CEB5-86B2-AD1F-56FA07794837}"/>
                  </a:ext>
                </a:extLst>
              </p:cNvPr>
              <p:cNvSpPr/>
              <p:nvPr/>
            </p:nvSpPr>
            <p:spPr>
              <a:xfrm>
                <a:off x="4976796" y="1546543"/>
                <a:ext cx="3313642" cy="2814229"/>
              </a:xfrm>
              <a:custGeom>
                <a:avLst/>
                <a:gdLst>
                  <a:gd name="connsiteX0" fmla="*/ 1418980 w 3313642"/>
                  <a:gd name="connsiteY0" fmla="*/ 2814230 h 2814229"/>
                  <a:gd name="connsiteX1" fmla="*/ 530291 w 3313642"/>
                  <a:gd name="connsiteY1" fmla="*/ 2337542 h 2814229"/>
                  <a:gd name="connsiteX2" fmla="*/ 530170 w 3313642"/>
                  <a:gd name="connsiteY2" fmla="*/ 2335535 h 2814229"/>
                  <a:gd name="connsiteX3" fmla="*/ 480943 w 3313642"/>
                  <a:gd name="connsiteY3" fmla="*/ 1418337 h 2814229"/>
                  <a:gd name="connsiteX4" fmla="*/ 0 w 3313642"/>
                  <a:gd name="connsiteY4" fmla="*/ 1013723 h 2814229"/>
                  <a:gd name="connsiteX5" fmla="*/ 401 w 3313642"/>
                  <a:gd name="connsiteY5" fmla="*/ 1011675 h 2814229"/>
                  <a:gd name="connsiteX6" fmla="*/ 203170 w 3313642"/>
                  <a:gd name="connsiteY6" fmla="*/ 0 h 2814229"/>
                  <a:gd name="connsiteX7" fmla="*/ 210117 w 3313642"/>
                  <a:gd name="connsiteY7" fmla="*/ 1365 h 2814229"/>
                  <a:gd name="connsiteX8" fmla="*/ 7749 w 3313642"/>
                  <a:gd name="connsiteY8" fmla="*/ 1010993 h 2814229"/>
                  <a:gd name="connsiteX9" fmla="*/ 487809 w 3313642"/>
                  <a:gd name="connsiteY9" fmla="*/ 1414884 h 2814229"/>
                  <a:gd name="connsiteX10" fmla="*/ 487890 w 3313642"/>
                  <a:gd name="connsiteY10" fmla="*/ 1416410 h 2814229"/>
                  <a:gd name="connsiteX11" fmla="*/ 537076 w 3313642"/>
                  <a:gd name="connsiteY11" fmla="*/ 2333125 h 2814229"/>
                  <a:gd name="connsiteX12" fmla="*/ 1414362 w 3313642"/>
                  <a:gd name="connsiteY12" fmla="*/ 2803709 h 2814229"/>
                  <a:gd name="connsiteX13" fmla="*/ 1613919 w 3313642"/>
                  <a:gd name="connsiteY13" fmla="*/ 2054750 h 2814229"/>
                  <a:gd name="connsiteX14" fmla="*/ 1107479 w 3313642"/>
                  <a:gd name="connsiteY14" fmla="*/ 1588061 h 2814229"/>
                  <a:gd name="connsiteX15" fmla="*/ 1753086 w 3313642"/>
                  <a:gd name="connsiteY15" fmla="*/ 1007901 h 2814229"/>
                  <a:gd name="connsiteX16" fmla="*/ 1754371 w 3313642"/>
                  <a:gd name="connsiteY16" fmla="*/ 1008744 h 2814229"/>
                  <a:gd name="connsiteX17" fmla="*/ 3313643 w 3313642"/>
                  <a:gd name="connsiteY17" fmla="*/ 896559 h 2814229"/>
                  <a:gd name="connsiteX18" fmla="*/ 2554525 w 3313642"/>
                  <a:gd name="connsiteY18" fmla="*/ 1543492 h 2814229"/>
                  <a:gd name="connsiteX19" fmla="*/ 2552317 w 3313642"/>
                  <a:gd name="connsiteY19" fmla="*/ 1542046 h 2814229"/>
                  <a:gd name="connsiteX20" fmla="*/ 1753769 w 3313642"/>
                  <a:gd name="connsiteY20" fmla="*/ 1016815 h 2814229"/>
                  <a:gd name="connsiteX21" fmla="*/ 1117999 w 3313642"/>
                  <a:gd name="connsiteY21" fmla="*/ 1588101 h 2814229"/>
                  <a:gd name="connsiteX22" fmla="*/ 1621869 w 3313642"/>
                  <a:gd name="connsiteY22" fmla="*/ 2052421 h 2814229"/>
                  <a:gd name="connsiteX23" fmla="*/ 1621307 w 3313642"/>
                  <a:gd name="connsiteY23" fmla="*/ 2054469 h 2814229"/>
                  <a:gd name="connsiteX24" fmla="*/ 1418940 w 3313642"/>
                  <a:gd name="connsiteY24" fmla="*/ 2814189 h 2814229"/>
                  <a:gd name="connsiteX25" fmla="*/ 1764168 w 3313642"/>
                  <a:gd name="connsiteY25" fmla="*/ 1015209 h 2814229"/>
                  <a:gd name="connsiteX26" fmla="*/ 2554043 w 3313642"/>
                  <a:gd name="connsiteY26" fmla="*/ 1534739 h 2814229"/>
                  <a:gd name="connsiteX27" fmla="*/ 3292684 w 3313642"/>
                  <a:gd name="connsiteY27" fmla="*/ 905192 h 2814229"/>
                  <a:gd name="connsiteX28" fmla="*/ 1764168 w 3313642"/>
                  <a:gd name="connsiteY28" fmla="*/ 1015169 h 2814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3642" h="2814229">
                    <a:moveTo>
                      <a:pt x="1418980" y="2814230"/>
                    </a:moveTo>
                    <a:lnTo>
                      <a:pt x="530291" y="2337542"/>
                    </a:lnTo>
                    <a:lnTo>
                      <a:pt x="530170" y="2335535"/>
                    </a:lnTo>
                    <a:lnTo>
                      <a:pt x="480943" y="1418337"/>
                    </a:lnTo>
                    <a:lnTo>
                      <a:pt x="0" y="1013723"/>
                    </a:lnTo>
                    <a:lnTo>
                      <a:pt x="401" y="1011675"/>
                    </a:lnTo>
                    <a:lnTo>
                      <a:pt x="203170" y="0"/>
                    </a:lnTo>
                    <a:lnTo>
                      <a:pt x="210117" y="1365"/>
                    </a:lnTo>
                    <a:lnTo>
                      <a:pt x="7749" y="1010993"/>
                    </a:lnTo>
                    <a:lnTo>
                      <a:pt x="487809" y="1414884"/>
                    </a:lnTo>
                    <a:lnTo>
                      <a:pt x="487890" y="1416410"/>
                    </a:lnTo>
                    <a:lnTo>
                      <a:pt x="537076" y="2333125"/>
                    </a:lnTo>
                    <a:lnTo>
                      <a:pt x="1414362" y="2803709"/>
                    </a:lnTo>
                    <a:lnTo>
                      <a:pt x="1613919" y="2054750"/>
                    </a:lnTo>
                    <a:lnTo>
                      <a:pt x="1107479" y="1588061"/>
                    </a:lnTo>
                    <a:lnTo>
                      <a:pt x="1753086" y="1007901"/>
                    </a:lnTo>
                    <a:lnTo>
                      <a:pt x="1754371" y="1008744"/>
                    </a:lnTo>
                    <a:lnTo>
                      <a:pt x="3313643" y="896559"/>
                    </a:lnTo>
                    <a:lnTo>
                      <a:pt x="2554525" y="1543492"/>
                    </a:lnTo>
                    <a:lnTo>
                      <a:pt x="2552317" y="1542046"/>
                    </a:lnTo>
                    <a:lnTo>
                      <a:pt x="1753769" y="1016815"/>
                    </a:lnTo>
                    <a:lnTo>
                      <a:pt x="1117999" y="1588101"/>
                    </a:lnTo>
                    <a:lnTo>
                      <a:pt x="1621869" y="2052421"/>
                    </a:lnTo>
                    <a:lnTo>
                      <a:pt x="1621307" y="2054469"/>
                    </a:lnTo>
                    <a:lnTo>
                      <a:pt x="1418940" y="2814189"/>
                    </a:lnTo>
                    <a:close/>
                    <a:moveTo>
                      <a:pt x="1764168" y="1015209"/>
                    </a:moveTo>
                    <a:lnTo>
                      <a:pt x="2554043" y="1534739"/>
                    </a:lnTo>
                    <a:lnTo>
                      <a:pt x="3292684" y="905192"/>
                    </a:lnTo>
                    <a:lnTo>
                      <a:pt x="1764168" y="1015169"/>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10" name="Freeform: Shape 1409">
                <a:extLst>
                  <a:ext uri="{FF2B5EF4-FFF2-40B4-BE49-F238E27FC236}">
                    <a16:creationId xmlns:a16="http://schemas.microsoft.com/office/drawing/2014/main" id="{9A121FA2-11A0-F444-30FA-E63A6705FFDE}"/>
                  </a:ext>
                </a:extLst>
              </p:cNvPr>
              <p:cNvSpPr/>
              <p:nvPr/>
            </p:nvSpPr>
            <p:spPr>
              <a:xfrm>
                <a:off x="4311635" y="2959620"/>
                <a:ext cx="1160841" cy="781844"/>
              </a:xfrm>
              <a:custGeom>
                <a:avLst/>
                <a:gdLst>
                  <a:gd name="connsiteX0" fmla="*/ 49949 w 1160841"/>
                  <a:gd name="connsiteY0" fmla="*/ 781844 h 781844"/>
                  <a:gd name="connsiteX1" fmla="*/ 0 w 1160841"/>
                  <a:gd name="connsiteY1" fmla="*/ 4136 h 781844"/>
                  <a:gd name="connsiteX2" fmla="*/ 1160841 w 1160841"/>
                  <a:gd name="connsiteY2" fmla="*/ 0 h 781844"/>
                  <a:gd name="connsiteX3" fmla="*/ 1151646 w 1160841"/>
                  <a:gd name="connsiteY3" fmla="*/ 6465 h 781844"/>
                  <a:gd name="connsiteX4" fmla="*/ 49949 w 1160841"/>
                  <a:gd name="connsiteY4" fmla="*/ 781804 h 781844"/>
                  <a:gd name="connsiteX5" fmla="*/ 7549 w 1160841"/>
                  <a:gd name="connsiteY5" fmla="*/ 11203 h 781844"/>
                  <a:gd name="connsiteX6" fmla="*/ 56173 w 1160841"/>
                  <a:gd name="connsiteY6" fmla="*/ 768795 h 781844"/>
                  <a:gd name="connsiteX7" fmla="*/ 1138356 w 1160841"/>
                  <a:gd name="connsiteY7" fmla="*/ 7187 h 781844"/>
                  <a:gd name="connsiteX8" fmla="*/ 7549 w 1160841"/>
                  <a:gd name="connsiteY8" fmla="*/ 11203 h 781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0841" h="781844">
                    <a:moveTo>
                      <a:pt x="49949" y="781844"/>
                    </a:moveTo>
                    <a:lnTo>
                      <a:pt x="0" y="4136"/>
                    </a:lnTo>
                    <a:lnTo>
                      <a:pt x="1160841" y="0"/>
                    </a:lnTo>
                    <a:lnTo>
                      <a:pt x="1151646" y="6465"/>
                    </a:lnTo>
                    <a:lnTo>
                      <a:pt x="49949" y="781804"/>
                    </a:lnTo>
                    <a:close/>
                    <a:moveTo>
                      <a:pt x="7549" y="11203"/>
                    </a:moveTo>
                    <a:lnTo>
                      <a:pt x="56173" y="768795"/>
                    </a:lnTo>
                    <a:lnTo>
                      <a:pt x="1138356" y="7187"/>
                    </a:lnTo>
                    <a:lnTo>
                      <a:pt x="7549" y="11203"/>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11" name="Freeform: Shape 1410">
                <a:extLst>
                  <a:ext uri="{FF2B5EF4-FFF2-40B4-BE49-F238E27FC236}">
                    <a16:creationId xmlns:a16="http://schemas.microsoft.com/office/drawing/2014/main" id="{7BFFCC56-2028-E566-EDE8-6EBB6E5882CB}"/>
                  </a:ext>
                </a:extLst>
              </p:cNvPr>
              <p:cNvSpPr/>
              <p:nvPr/>
            </p:nvSpPr>
            <p:spPr>
              <a:xfrm rot="-3466201">
                <a:off x="4535640" y="1758482"/>
                <a:ext cx="7106" cy="1043957"/>
              </a:xfrm>
              <a:custGeom>
                <a:avLst/>
                <a:gdLst>
                  <a:gd name="connsiteX0" fmla="*/ 0 w 7106"/>
                  <a:gd name="connsiteY0" fmla="*/ 0 h 1043957"/>
                  <a:gd name="connsiteX1" fmla="*/ 7107 w 7106"/>
                  <a:gd name="connsiteY1" fmla="*/ 0 h 1043957"/>
                  <a:gd name="connsiteX2" fmla="*/ 7107 w 7106"/>
                  <a:gd name="connsiteY2" fmla="*/ 1043958 h 1043957"/>
                  <a:gd name="connsiteX3" fmla="*/ 0 w 7106"/>
                  <a:gd name="connsiteY3" fmla="*/ 1043958 h 1043957"/>
                </a:gdLst>
                <a:ahLst/>
                <a:cxnLst>
                  <a:cxn ang="0">
                    <a:pos x="connsiteX0" y="connsiteY0"/>
                  </a:cxn>
                  <a:cxn ang="0">
                    <a:pos x="connsiteX1" y="connsiteY1"/>
                  </a:cxn>
                  <a:cxn ang="0">
                    <a:pos x="connsiteX2" y="connsiteY2"/>
                  </a:cxn>
                  <a:cxn ang="0">
                    <a:pos x="connsiteX3" y="connsiteY3"/>
                  </a:cxn>
                </a:cxnLst>
                <a:rect l="l" t="t" r="r" b="b"/>
                <a:pathLst>
                  <a:path w="7106" h="1043957">
                    <a:moveTo>
                      <a:pt x="0" y="0"/>
                    </a:moveTo>
                    <a:lnTo>
                      <a:pt x="7107" y="0"/>
                    </a:lnTo>
                    <a:lnTo>
                      <a:pt x="7107" y="1043958"/>
                    </a:lnTo>
                    <a:lnTo>
                      <a:pt x="0" y="1043958"/>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12" name="Freeform: Shape 1411">
                <a:extLst>
                  <a:ext uri="{FF2B5EF4-FFF2-40B4-BE49-F238E27FC236}">
                    <a16:creationId xmlns:a16="http://schemas.microsoft.com/office/drawing/2014/main" id="{BBE4C23C-B533-12CE-6748-5A84E03F143B}"/>
                  </a:ext>
                </a:extLst>
              </p:cNvPr>
              <p:cNvSpPr/>
              <p:nvPr/>
            </p:nvSpPr>
            <p:spPr>
              <a:xfrm>
                <a:off x="5507047" y="3881395"/>
                <a:ext cx="888408" cy="961926"/>
              </a:xfrm>
              <a:custGeom>
                <a:avLst/>
                <a:gdLst>
                  <a:gd name="connsiteX0" fmla="*/ 136317 w 888408"/>
                  <a:gd name="connsiteY0" fmla="*/ 961927 h 961926"/>
                  <a:gd name="connsiteX1" fmla="*/ 0 w 888408"/>
                  <a:gd name="connsiteY1" fmla="*/ 1004 h 961926"/>
                  <a:gd name="connsiteX2" fmla="*/ 6986 w 888408"/>
                  <a:gd name="connsiteY2" fmla="*/ 0 h 961926"/>
                  <a:gd name="connsiteX3" fmla="*/ 141737 w 888408"/>
                  <a:gd name="connsiteY3" fmla="*/ 950002 h 961926"/>
                  <a:gd name="connsiteX4" fmla="*/ 884554 w 888408"/>
                  <a:gd name="connsiteY4" fmla="*/ 471187 h 961926"/>
                  <a:gd name="connsiteX5" fmla="*/ 888408 w 888408"/>
                  <a:gd name="connsiteY5" fmla="*/ 477129 h 961926"/>
                  <a:gd name="connsiteX6" fmla="*/ 136317 w 888408"/>
                  <a:gd name="connsiteY6" fmla="*/ 961927 h 96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8408" h="961926">
                    <a:moveTo>
                      <a:pt x="136317" y="961927"/>
                    </a:moveTo>
                    <a:lnTo>
                      <a:pt x="0" y="1004"/>
                    </a:lnTo>
                    <a:lnTo>
                      <a:pt x="6986" y="0"/>
                    </a:lnTo>
                    <a:lnTo>
                      <a:pt x="141737" y="950002"/>
                    </a:lnTo>
                    <a:lnTo>
                      <a:pt x="884554" y="471187"/>
                    </a:lnTo>
                    <a:lnTo>
                      <a:pt x="888408" y="477129"/>
                    </a:lnTo>
                    <a:lnTo>
                      <a:pt x="136317" y="961927"/>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13" name="Freeform: Shape 1412">
                <a:extLst>
                  <a:ext uri="{FF2B5EF4-FFF2-40B4-BE49-F238E27FC236}">
                    <a16:creationId xmlns:a16="http://schemas.microsoft.com/office/drawing/2014/main" id="{AC0B4CDE-122B-C506-2A77-7071B123C19D}"/>
                  </a:ext>
                </a:extLst>
              </p:cNvPr>
              <p:cNvSpPr/>
              <p:nvPr/>
            </p:nvSpPr>
            <p:spPr>
              <a:xfrm>
                <a:off x="3521599" y="1288083"/>
                <a:ext cx="4345153" cy="4413010"/>
              </a:xfrm>
              <a:custGeom>
                <a:avLst/>
                <a:gdLst>
                  <a:gd name="connsiteX0" fmla="*/ 1439779 w 4345153"/>
                  <a:gd name="connsiteY0" fmla="*/ 4413011 h 4413010"/>
                  <a:gd name="connsiteX1" fmla="*/ 1032595 w 4345153"/>
                  <a:gd name="connsiteY1" fmla="*/ 4314236 h 4413010"/>
                  <a:gd name="connsiteX2" fmla="*/ 1273709 w 4345153"/>
                  <a:gd name="connsiteY2" fmla="*/ 3268231 h 4413010"/>
                  <a:gd name="connsiteX3" fmla="*/ 507042 w 4345153"/>
                  <a:gd name="connsiteY3" fmla="*/ 3450642 h 4413010"/>
                  <a:gd name="connsiteX4" fmla="*/ 505637 w 4345153"/>
                  <a:gd name="connsiteY4" fmla="*/ 3448876 h 4413010"/>
                  <a:gd name="connsiteX5" fmla="*/ 0 w 4345153"/>
                  <a:gd name="connsiteY5" fmla="*/ 2814430 h 4413010"/>
                  <a:gd name="connsiteX6" fmla="*/ 964 w 4345153"/>
                  <a:gd name="connsiteY6" fmla="*/ 2812463 h 4413010"/>
                  <a:gd name="connsiteX7" fmla="*/ 320736 w 4345153"/>
                  <a:gd name="connsiteY7" fmla="*/ 2143045 h 4413010"/>
                  <a:gd name="connsiteX8" fmla="*/ 25175 w 4345153"/>
                  <a:gd name="connsiteY8" fmla="*/ 1645719 h 4413010"/>
                  <a:gd name="connsiteX9" fmla="*/ 31680 w 4345153"/>
                  <a:gd name="connsiteY9" fmla="*/ 1645960 h 4413010"/>
                  <a:gd name="connsiteX10" fmla="*/ 789353 w 4345153"/>
                  <a:gd name="connsiteY10" fmla="*/ 1675472 h 4413010"/>
                  <a:gd name="connsiteX11" fmla="*/ 571969 w 4345153"/>
                  <a:gd name="connsiteY11" fmla="*/ 711979 h 4413010"/>
                  <a:gd name="connsiteX12" fmla="*/ 1661820 w 4345153"/>
                  <a:gd name="connsiteY12" fmla="*/ 255408 h 4413010"/>
                  <a:gd name="connsiteX13" fmla="*/ 1663105 w 4345153"/>
                  <a:gd name="connsiteY13" fmla="*/ 255850 h 4413010"/>
                  <a:gd name="connsiteX14" fmla="*/ 2750949 w 4345153"/>
                  <a:gd name="connsiteY14" fmla="*/ 630952 h 4413010"/>
                  <a:gd name="connsiteX15" fmla="*/ 2751592 w 4345153"/>
                  <a:gd name="connsiteY15" fmla="*/ 631836 h 4413010"/>
                  <a:gd name="connsiteX16" fmla="*/ 3209287 w 4345153"/>
                  <a:gd name="connsiteY16" fmla="*/ 1265679 h 4413010"/>
                  <a:gd name="connsiteX17" fmla="*/ 4032890 w 4345153"/>
                  <a:gd name="connsiteY17" fmla="*/ 549323 h 4413010"/>
                  <a:gd name="connsiteX18" fmla="*/ 3951140 w 4345153"/>
                  <a:gd name="connsiteY18" fmla="*/ 0 h 4413010"/>
                  <a:gd name="connsiteX19" fmla="*/ 3958487 w 4345153"/>
                  <a:gd name="connsiteY19" fmla="*/ 6705 h 4413010"/>
                  <a:gd name="connsiteX20" fmla="*/ 4345154 w 4345153"/>
                  <a:gd name="connsiteY20" fmla="*/ 359081 h 4413010"/>
                  <a:gd name="connsiteX21" fmla="*/ 4340375 w 4345153"/>
                  <a:gd name="connsiteY21" fmla="*/ 364341 h 4413010"/>
                  <a:gd name="connsiteX22" fmla="*/ 3961057 w 4345153"/>
                  <a:gd name="connsiteY22" fmla="*/ 18631 h 4413010"/>
                  <a:gd name="connsiteX23" fmla="*/ 4040438 w 4345153"/>
                  <a:gd name="connsiteY23" fmla="*/ 552093 h 4413010"/>
                  <a:gd name="connsiteX24" fmla="*/ 4038993 w 4345153"/>
                  <a:gd name="connsiteY24" fmla="*/ 553378 h 4413010"/>
                  <a:gd name="connsiteX25" fmla="*/ 3208123 w 4345153"/>
                  <a:gd name="connsiteY25" fmla="*/ 1276118 h 4413010"/>
                  <a:gd name="connsiteX26" fmla="*/ 3205834 w 4345153"/>
                  <a:gd name="connsiteY26" fmla="*/ 1272946 h 4413010"/>
                  <a:gd name="connsiteX27" fmla="*/ 2746493 w 4345153"/>
                  <a:gd name="connsiteY27" fmla="*/ 636895 h 4413010"/>
                  <a:gd name="connsiteX28" fmla="*/ 1662061 w 4345153"/>
                  <a:gd name="connsiteY28" fmla="*/ 262997 h 4413010"/>
                  <a:gd name="connsiteX29" fmla="*/ 580200 w 4345153"/>
                  <a:gd name="connsiteY29" fmla="*/ 716195 h 4413010"/>
                  <a:gd name="connsiteX30" fmla="*/ 798307 w 4345153"/>
                  <a:gd name="connsiteY30" fmla="*/ 1682940 h 4413010"/>
                  <a:gd name="connsiteX31" fmla="*/ 37904 w 4345153"/>
                  <a:gd name="connsiteY31" fmla="*/ 1653308 h 4413010"/>
                  <a:gd name="connsiteX32" fmla="*/ 328766 w 4345153"/>
                  <a:gd name="connsiteY32" fmla="*/ 2142684 h 4413010"/>
                  <a:gd name="connsiteX33" fmla="*/ 327963 w 4345153"/>
                  <a:gd name="connsiteY33" fmla="*/ 2144370 h 4413010"/>
                  <a:gd name="connsiteX34" fmla="*/ 8312 w 4345153"/>
                  <a:gd name="connsiteY34" fmla="*/ 2813507 h 4413010"/>
                  <a:gd name="connsiteX35" fmla="*/ 509773 w 4345153"/>
                  <a:gd name="connsiteY35" fmla="*/ 3442692 h 4413010"/>
                  <a:gd name="connsiteX36" fmla="*/ 1283185 w 4345153"/>
                  <a:gd name="connsiteY36" fmla="*/ 3258715 h 4413010"/>
                  <a:gd name="connsiteX37" fmla="*/ 1281900 w 4345153"/>
                  <a:gd name="connsiteY37" fmla="*/ 3264256 h 4413010"/>
                  <a:gd name="connsiteX38" fmla="*/ 1041067 w 4345153"/>
                  <a:gd name="connsiteY38" fmla="*/ 4308976 h 4413010"/>
                  <a:gd name="connsiteX39" fmla="*/ 1439497 w 4345153"/>
                  <a:gd name="connsiteY39" fmla="*/ 4405623 h 4413010"/>
                  <a:gd name="connsiteX40" fmla="*/ 1895948 w 4345153"/>
                  <a:gd name="connsiteY40" fmla="*/ 4259148 h 4413010"/>
                  <a:gd name="connsiteX41" fmla="*/ 2121925 w 4345153"/>
                  <a:gd name="connsiteY41" fmla="*/ 3545562 h 4413010"/>
                  <a:gd name="connsiteX42" fmla="*/ 2124695 w 4345153"/>
                  <a:gd name="connsiteY42" fmla="*/ 3545763 h 4413010"/>
                  <a:gd name="connsiteX43" fmla="*/ 3274615 w 4345153"/>
                  <a:gd name="connsiteY43" fmla="*/ 3619242 h 4413010"/>
                  <a:gd name="connsiteX44" fmla="*/ 3274173 w 4345153"/>
                  <a:gd name="connsiteY44" fmla="*/ 3626308 h 4413010"/>
                  <a:gd name="connsiteX45" fmla="*/ 2127024 w 4345153"/>
                  <a:gd name="connsiteY45" fmla="*/ 3552990 h 4413010"/>
                  <a:gd name="connsiteX46" fmla="*/ 1901610 w 4345153"/>
                  <a:gd name="connsiteY46" fmla="*/ 4264769 h 4413010"/>
                  <a:gd name="connsiteX47" fmla="*/ 1899843 w 4345153"/>
                  <a:gd name="connsiteY47" fmla="*/ 4265331 h 4413010"/>
                  <a:gd name="connsiteX48" fmla="*/ 1439779 w 4345153"/>
                  <a:gd name="connsiteY48" fmla="*/ 4413011 h 441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345153" h="4413010">
                    <a:moveTo>
                      <a:pt x="1439779" y="4413011"/>
                    </a:moveTo>
                    <a:lnTo>
                      <a:pt x="1032595" y="4314236"/>
                    </a:lnTo>
                    <a:lnTo>
                      <a:pt x="1273709" y="3268231"/>
                    </a:lnTo>
                    <a:lnTo>
                      <a:pt x="507042" y="3450642"/>
                    </a:lnTo>
                    <a:lnTo>
                      <a:pt x="505637" y="3448876"/>
                    </a:lnTo>
                    <a:lnTo>
                      <a:pt x="0" y="2814430"/>
                    </a:lnTo>
                    <a:lnTo>
                      <a:pt x="964" y="2812463"/>
                    </a:lnTo>
                    <a:lnTo>
                      <a:pt x="320736" y="2143045"/>
                    </a:lnTo>
                    <a:lnTo>
                      <a:pt x="25175" y="1645719"/>
                    </a:lnTo>
                    <a:lnTo>
                      <a:pt x="31680" y="1645960"/>
                    </a:lnTo>
                    <a:lnTo>
                      <a:pt x="789353" y="1675472"/>
                    </a:lnTo>
                    <a:lnTo>
                      <a:pt x="571969" y="711979"/>
                    </a:lnTo>
                    <a:lnTo>
                      <a:pt x="1661820" y="255408"/>
                    </a:lnTo>
                    <a:lnTo>
                      <a:pt x="1663105" y="255850"/>
                    </a:lnTo>
                    <a:lnTo>
                      <a:pt x="2750949" y="630952"/>
                    </a:lnTo>
                    <a:lnTo>
                      <a:pt x="2751592" y="631836"/>
                    </a:lnTo>
                    <a:lnTo>
                      <a:pt x="3209287" y="1265679"/>
                    </a:lnTo>
                    <a:lnTo>
                      <a:pt x="4032890" y="549323"/>
                    </a:lnTo>
                    <a:lnTo>
                      <a:pt x="3951140" y="0"/>
                    </a:lnTo>
                    <a:lnTo>
                      <a:pt x="3958487" y="6705"/>
                    </a:lnTo>
                    <a:lnTo>
                      <a:pt x="4345154" y="359081"/>
                    </a:lnTo>
                    <a:lnTo>
                      <a:pt x="4340375" y="364341"/>
                    </a:lnTo>
                    <a:lnTo>
                      <a:pt x="3961057" y="18631"/>
                    </a:lnTo>
                    <a:lnTo>
                      <a:pt x="4040438" y="552093"/>
                    </a:lnTo>
                    <a:lnTo>
                      <a:pt x="4038993" y="553378"/>
                    </a:lnTo>
                    <a:lnTo>
                      <a:pt x="3208123" y="1276118"/>
                    </a:lnTo>
                    <a:lnTo>
                      <a:pt x="3205834" y="1272946"/>
                    </a:lnTo>
                    <a:lnTo>
                      <a:pt x="2746493" y="636895"/>
                    </a:lnTo>
                    <a:lnTo>
                      <a:pt x="1662061" y="262997"/>
                    </a:lnTo>
                    <a:lnTo>
                      <a:pt x="580200" y="716195"/>
                    </a:lnTo>
                    <a:lnTo>
                      <a:pt x="798307" y="1682940"/>
                    </a:lnTo>
                    <a:lnTo>
                      <a:pt x="37904" y="1653308"/>
                    </a:lnTo>
                    <a:lnTo>
                      <a:pt x="328766" y="2142684"/>
                    </a:lnTo>
                    <a:lnTo>
                      <a:pt x="327963" y="2144370"/>
                    </a:lnTo>
                    <a:lnTo>
                      <a:pt x="8312" y="2813507"/>
                    </a:lnTo>
                    <a:lnTo>
                      <a:pt x="509773" y="3442692"/>
                    </a:lnTo>
                    <a:lnTo>
                      <a:pt x="1283185" y="3258715"/>
                    </a:lnTo>
                    <a:lnTo>
                      <a:pt x="1281900" y="3264256"/>
                    </a:lnTo>
                    <a:lnTo>
                      <a:pt x="1041067" y="4308976"/>
                    </a:lnTo>
                    <a:lnTo>
                      <a:pt x="1439497" y="4405623"/>
                    </a:lnTo>
                    <a:lnTo>
                      <a:pt x="1895948" y="4259148"/>
                    </a:lnTo>
                    <a:lnTo>
                      <a:pt x="2121925" y="3545562"/>
                    </a:lnTo>
                    <a:lnTo>
                      <a:pt x="2124695" y="3545763"/>
                    </a:lnTo>
                    <a:lnTo>
                      <a:pt x="3274615" y="3619242"/>
                    </a:lnTo>
                    <a:lnTo>
                      <a:pt x="3274173" y="3626308"/>
                    </a:lnTo>
                    <a:lnTo>
                      <a:pt x="2127024" y="3552990"/>
                    </a:lnTo>
                    <a:lnTo>
                      <a:pt x="1901610" y="4264769"/>
                    </a:lnTo>
                    <a:lnTo>
                      <a:pt x="1899843" y="4265331"/>
                    </a:lnTo>
                    <a:lnTo>
                      <a:pt x="1439779" y="4413011"/>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14" name="Freeform: Shape 1413">
                <a:extLst>
                  <a:ext uri="{FF2B5EF4-FFF2-40B4-BE49-F238E27FC236}">
                    <a16:creationId xmlns:a16="http://schemas.microsoft.com/office/drawing/2014/main" id="{C4043080-6BC6-47E5-8263-25406C7A7B50}"/>
                  </a:ext>
                </a:extLst>
              </p:cNvPr>
              <p:cNvSpPr/>
              <p:nvPr/>
            </p:nvSpPr>
            <p:spPr>
              <a:xfrm rot="-2209200">
                <a:off x="3788670" y="4885227"/>
                <a:ext cx="1123378" cy="7066"/>
              </a:xfrm>
              <a:custGeom>
                <a:avLst/>
                <a:gdLst>
                  <a:gd name="connsiteX0" fmla="*/ 0 w 1123378"/>
                  <a:gd name="connsiteY0" fmla="*/ 0 h 7066"/>
                  <a:gd name="connsiteX1" fmla="*/ 1123379 w 1123378"/>
                  <a:gd name="connsiteY1" fmla="*/ 0 h 7066"/>
                  <a:gd name="connsiteX2" fmla="*/ 1123379 w 1123378"/>
                  <a:gd name="connsiteY2" fmla="*/ 7067 h 7066"/>
                  <a:gd name="connsiteX3" fmla="*/ 0 w 1123378"/>
                  <a:gd name="connsiteY3" fmla="*/ 7067 h 7066"/>
                </a:gdLst>
                <a:ahLst/>
                <a:cxnLst>
                  <a:cxn ang="0">
                    <a:pos x="connsiteX0" y="connsiteY0"/>
                  </a:cxn>
                  <a:cxn ang="0">
                    <a:pos x="connsiteX1" y="connsiteY1"/>
                  </a:cxn>
                  <a:cxn ang="0">
                    <a:pos x="connsiteX2" y="connsiteY2"/>
                  </a:cxn>
                  <a:cxn ang="0">
                    <a:pos x="connsiteX3" y="connsiteY3"/>
                  </a:cxn>
                </a:cxnLst>
                <a:rect l="l" t="t" r="r" b="b"/>
                <a:pathLst>
                  <a:path w="1123378" h="7066">
                    <a:moveTo>
                      <a:pt x="0" y="0"/>
                    </a:moveTo>
                    <a:lnTo>
                      <a:pt x="1123379" y="0"/>
                    </a:lnTo>
                    <a:lnTo>
                      <a:pt x="1123379" y="7067"/>
                    </a:lnTo>
                    <a:lnTo>
                      <a:pt x="0" y="7067"/>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15" name="Freeform: Shape 1414">
                <a:extLst>
                  <a:ext uri="{FF2B5EF4-FFF2-40B4-BE49-F238E27FC236}">
                    <a16:creationId xmlns:a16="http://schemas.microsoft.com/office/drawing/2014/main" id="{44F84248-D165-93BC-774A-8D66BC28E90F}"/>
                  </a:ext>
                </a:extLst>
              </p:cNvPr>
              <p:cNvSpPr/>
              <p:nvPr/>
            </p:nvSpPr>
            <p:spPr>
              <a:xfrm>
                <a:off x="4026634" y="3733795"/>
                <a:ext cx="341454" cy="1002079"/>
              </a:xfrm>
              <a:custGeom>
                <a:avLst/>
                <a:gdLst>
                  <a:gd name="connsiteX0" fmla="*/ 6746 w 341454"/>
                  <a:gd name="connsiteY0" fmla="*/ 1002079 h 1002079"/>
                  <a:gd name="connsiteX1" fmla="*/ 0 w 341454"/>
                  <a:gd name="connsiteY1" fmla="*/ 999831 h 1002079"/>
                  <a:gd name="connsiteX2" fmla="*/ 334709 w 341454"/>
                  <a:gd name="connsiteY2" fmla="*/ 0 h 1002079"/>
                  <a:gd name="connsiteX3" fmla="*/ 341455 w 341454"/>
                  <a:gd name="connsiteY3" fmla="*/ 2249 h 1002079"/>
                  <a:gd name="connsiteX4" fmla="*/ 6746 w 341454"/>
                  <a:gd name="connsiteY4" fmla="*/ 1002079 h 1002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454" h="1002079">
                    <a:moveTo>
                      <a:pt x="6746" y="1002079"/>
                    </a:moveTo>
                    <a:lnTo>
                      <a:pt x="0" y="999831"/>
                    </a:lnTo>
                    <a:lnTo>
                      <a:pt x="334709" y="0"/>
                    </a:lnTo>
                    <a:lnTo>
                      <a:pt x="341455" y="2249"/>
                    </a:lnTo>
                    <a:lnTo>
                      <a:pt x="6746" y="1002079"/>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16" name="Freeform: Shape 1415">
                <a:extLst>
                  <a:ext uri="{FF2B5EF4-FFF2-40B4-BE49-F238E27FC236}">
                    <a16:creationId xmlns:a16="http://schemas.microsoft.com/office/drawing/2014/main" id="{3AA08B7C-E05F-15D4-E488-EFC3676A3E76}"/>
                  </a:ext>
                </a:extLst>
              </p:cNvPr>
              <p:cNvSpPr/>
              <p:nvPr/>
            </p:nvSpPr>
            <p:spPr>
              <a:xfrm>
                <a:off x="7187257" y="3724159"/>
                <a:ext cx="1004729" cy="1391676"/>
              </a:xfrm>
              <a:custGeom>
                <a:avLst/>
                <a:gdLst>
                  <a:gd name="connsiteX0" fmla="*/ 520212 w 1004729"/>
                  <a:gd name="connsiteY0" fmla="*/ 1391676 h 1391676"/>
                  <a:gd name="connsiteX1" fmla="*/ 514591 w 1004729"/>
                  <a:gd name="connsiteY1" fmla="*/ 1382441 h 1391676"/>
                  <a:gd name="connsiteX2" fmla="*/ 0 w 1004729"/>
                  <a:gd name="connsiteY2" fmla="*/ 535229 h 1391676"/>
                  <a:gd name="connsiteX3" fmla="*/ 6023 w 1004729"/>
                  <a:gd name="connsiteY3" fmla="*/ 531535 h 1391676"/>
                  <a:gd name="connsiteX4" fmla="*/ 514993 w 1004729"/>
                  <a:gd name="connsiteY4" fmla="*/ 1369512 h 1391676"/>
                  <a:gd name="connsiteX5" fmla="*/ 632839 w 1004729"/>
                  <a:gd name="connsiteY5" fmla="*/ 0 h 1391676"/>
                  <a:gd name="connsiteX6" fmla="*/ 1004729 w 1004729"/>
                  <a:gd name="connsiteY6" fmla="*/ 588230 h 1391676"/>
                  <a:gd name="connsiteX7" fmla="*/ 998746 w 1004729"/>
                  <a:gd name="connsiteY7" fmla="*/ 592044 h 1391676"/>
                  <a:gd name="connsiteX8" fmla="*/ 638099 w 1004729"/>
                  <a:gd name="connsiteY8" fmla="*/ 21522 h 1391676"/>
                  <a:gd name="connsiteX9" fmla="*/ 520212 w 1004729"/>
                  <a:gd name="connsiteY9" fmla="*/ 1391676 h 1391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4729" h="1391676">
                    <a:moveTo>
                      <a:pt x="520212" y="1391676"/>
                    </a:moveTo>
                    <a:lnTo>
                      <a:pt x="514591" y="1382441"/>
                    </a:lnTo>
                    <a:lnTo>
                      <a:pt x="0" y="535229"/>
                    </a:lnTo>
                    <a:lnTo>
                      <a:pt x="6023" y="531535"/>
                    </a:lnTo>
                    <a:lnTo>
                      <a:pt x="514993" y="1369512"/>
                    </a:lnTo>
                    <a:lnTo>
                      <a:pt x="632839" y="0"/>
                    </a:lnTo>
                    <a:lnTo>
                      <a:pt x="1004729" y="588230"/>
                    </a:lnTo>
                    <a:lnTo>
                      <a:pt x="998746" y="592044"/>
                    </a:lnTo>
                    <a:lnTo>
                      <a:pt x="638099" y="21522"/>
                    </a:lnTo>
                    <a:lnTo>
                      <a:pt x="520212" y="1391676"/>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17" name="Freeform: Shape 1416">
                <a:extLst>
                  <a:ext uri="{FF2B5EF4-FFF2-40B4-BE49-F238E27FC236}">
                    <a16:creationId xmlns:a16="http://schemas.microsoft.com/office/drawing/2014/main" id="{850685F1-39F4-4D30-ABEB-F3BC3899C781}"/>
                  </a:ext>
                </a:extLst>
              </p:cNvPr>
              <p:cNvSpPr/>
              <p:nvPr/>
            </p:nvSpPr>
            <p:spPr>
              <a:xfrm rot="-1033800">
                <a:off x="5886753" y="5619270"/>
                <a:ext cx="1472140" cy="7106"/>
              </a:xfrm>
              <a:custGeom>
                <a:avLst/>
                <a:gdLst>
                  <a:gd name="connsiteX0" fmla="*/ 0 w 1472140"/>
                  <a:gd name="connsiteY0" fmla="*/ 0 h 7106"/>
                  <a:gd name="connsiteX1" fmla="*/ 1472140 w 1472140"/>
                  <a:gd name="connsiteY1" fmla="*/ 0 h 7106"/>
                  <a:gd name="connsiteX2" fmla="*/ 1472140 w 1472140"/>
                  <a:gd name="connsiteY2" fmla="*/ 7107 h 7106"/>
                  <a:gd name="connsiteX3" fmla="*/ 0 w 1472140"/>
                  <a:gd name="connsiteY3" fmla="*/ 7107 h 7106"/>
                </a:gdLst>
                <a:ahLst/>
                <a:cxnLst>
                  <a:cxn ang="0">
                    <a:pos x="connsiteX0" y="connsiteY0"/>
                  </a:cxn>
                  <a:cxn ang="0">
                    <a:pos x="connsiteX1" y="connsiteY1"/>
                  </a:cxn>
                  <a:cxn ang="0">
                    <a:pos x="connsiteX2" y="connsiteY2"/>
                  </a:cxn>
                  <a:cxn ang="0">
                    <a:pos x="connsiteX3" y="connsiteY3"/>
                  </a:cxn>
                </a:cxnLst>
                <a:rect l="l" t="t" r="r" b="b"/>
                <a:pathLst>
                  <a:path w="1472140" h="7106">
                    <a:moveTo>
                      <a:pt x="0" y="0"/>
                    </a:moveTo>
                    <a:lnTo>
                      <a:pt x="1472140" y="0"/>
                    </a:lnTo>
                    <a:lnTo>
                      <a:pt x="1472140" y="7107"/>
                    </a:lnTo>
                    <a:lnTo>
                      <a:pt x="0" y="7107"/>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18" name="Freeform: Shape 1417">
                <a:extLst>
                  <a:ext uri="{FF2B5EF4-FFF2-40B4-BE49-F238E27FC236}">
                    <a16:creationId xmlns:a16="http://schemas.microsoft.com/office/drawing/2014/main" id="{F1DFC629-D2FE-E970-DC57-AFF6B4F4866F}"/>
                  </a:ext>
                </a:extLst>
              </p:cNvPr>
              <p:cNvSpPr/>
              <p:nvPr/>
            </p:nvSpPr>
            <p:spPr>
              <a:xfrm>
                <a:off x="4861319" y="4905839"/>
                <a:ext cx="3062089" cy="1325183"/>
              </a:xfrm>
              <a:custGeom>
                <a:avLst/>
                <a:gdLst>
                  <a:gd name="connsiteX0" fmla="*/ 1484910 w 3062089"/>
                  <a:gd name="connsiteY0" fmla="*/ 1325184 h 1325183"/>
                  <a:gd name="connsiteX1" fmla="*/ 451592 w 3062089"/>
                  <a:gd name="connsiteY1" fmla="*/ 1074032 h 1325183"/>
                  <a:gd name="connsiteX2" fmla="*/ 3293 w 3062089"/>
                  <a:gd name="connsiteY2" fmla="*/ 1310448 h 1325183"/>
                  <a:gd name="connsiteX3" fmla="*/ 0 w 3062089"/>
                  <a:gd name="connsiteY3" fmla="*/ 1304184 h 1325183"/>
                  <a:gd name="connsiteX4" fmla="*/ 450669 w 3062089"/>
                  <a:gd name="connsiteY4" fmla="*/ 1066483 h 1325183"/>
                  <a:gd name="connsiteX5" fmla="*/ 451953 w 3062089"/>
                  <a:gd name="connsiteY5" fmla="*/ 1066804 h 1325183"/>
                  <a:gd name="connsiteX6" fmla="*/ 1460176 w 3062089"/>
                  <a:gd name="connsiteY6" fmla="*/ 1311853 h 1325183"/>
                  <a:gd name="connsiteX7" fmla="*/ 1053474 w 3062089"/>
                  <a:gd name="connsiteY7" fmla="*/ 934262 h 1325183"/>
                  <a:gd name="connsiteX8" fmla="*/ 1055923 w 3062089"/>
                  <a:gd name="connsiteY8" fmla="*/ 931652 h 1325183"/>
                  <a:gd name="connsiteX9" fmla="*/ 1934535 w 3062089"/>
                  <a:gd name="connsiteY9" fmla="*/ 0 h 1325183"/>
                  <a:gd name="connsiteX10" fmla="*/ 1937104 w 3062089"/>
                  <a:gd name="connsiteY10" fmla="*/ 2409 h 1325183"/>
                  <a:gd name="connsiteX11" fmla="*/ 2470326 w 3062089"/>
                  <a:gd name="connsiteY11" fmla="*/ 499373 h 1325183"/>
                  <a:gd name="connsiteX12" fmla="*/ 2467234 w 3062089"/>
                  <a:gd name="connsiteY12" fmla="*/ 501943 h 1325183"/>
                  <a:gd name="connsiteX13" fmla="*/ 1507756 w 3062089"/>
                  <a:gd name="connsiteY13" fmla="*/ 1294066 h 1325183"/>
                  <a:gd name="connsiteX14" fmla="*/ 2447640 w 3062089"/>
                  <a:gd name="connsiteY14" fmla="*/ 750083 h 1325183"/>
                  <a:gd name="connsiteX15" fmla="*/ 2449085 w 3062089"/>
                  <a:gd name="connsiteY15" fmla="*/ 750525 h 1325183"/>
                  <a:gd name="connsiteX16" fmla="*/ 3062089 w 3062089"/>
                  <a:gd name="connsiteY16" fmla="*/ 930728 h 1325183"/>
                  <a:gd name="connsiteX17" fmla="*/ 3060082 w 3062089"/>
                  <a:gd name="connsiteY17" fmla="*/ 937514 h 1325183"/>
                  <a:gd name="connsiteX18" fmla="*/ 2448523 w 3062089"/>
                  <a:gd name="connsiteY18" fmla="*/ 757753 h 1325183"/>
                  <a:gd name="connsiteX19" fmla="*/ 1478485 w 3062089"/>
                  <a:gd name="connsiteY19" fmla="*/ 1319201 h 1325183"/>
                  <a:gd name="connsiteX20" fmla="*/ 1484910 w 3062089"/>
                  <a:gd name="connsiteY20" fmla="*/ 1325184 h 1325183"/>
                  <a:gd name="connsiteX21" fmla="*/ 1063512 w 3062089"/>
                  <a:gd name="connsiteY21" fmla="*/ 933941 h 1325183"/>
                  <a:gd name="connsiteX22" fmla="*/ 1472663 w 3062089"/>
                  <a:gd name="connsiteY22" fmla="*/ 1313821 h 1325183"/>
                  <a:gd name="connsiteX23" fmla="*/ 2459565 w 3062089"/>
                  <a:gd name="connsiteY23" fmla="*/ 499052 h 1325183"/>
                  <a:gd name="connsiteX24" fmla="*/ 1934856 w 3062089"/>
                  <a:gd name="connsiteY24" fmla="*/ 9998 h 1325183"/>
                  <a:gd name="connsiteX25" fmla="*/ 1063512 w 3062089"/>
                  <a:gd name="connsiteY25" fmla="*/ 933941 h 1325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062089" h="1325183">
                    <a:moveTo>
                      <a:pt x="1484910" y="1325184"/>
                    </a:moveTo>
                    <a:lnTo>
                      <a:pt x="451592" y="1074032"/>
                    </a:lnTo>
                    <a:lnTo>
                      <a:pt x="3293" y="1310448"/>
                    </a:lnTo>
                    <a:lnTo>
                      <a:pt x="0" y="1304184"/>
                    </a:lnTo>
                    <a:lnTo>
                      <a:pt x="450669" y="1066483"/>
                    </a:lnTo>
                    <a:lnTo>
                      <a:pt x="451953" y="1066804"/>
                    </a:lnTo>
                    <a:lnTo>
                      <a:pt x="1460176" y="1311853"/>
                    </a:lnTo>
                    <a:lnTo>
                      <a:pt x="1053474" y="934262"/>
                    </a:lnTo>
                    <a:lnTo>
                      <a:pt x="1055923" y="931652"/>
                    </a:lnTo>
                    <a:lnTo>
                      <a:pt x="1934535" y="0"/>
                    </a:lnTo>
                    <a:lnTo>
                      <a:pt x="1937104" y="2409"/>
                    </a:lnTo>
                    <a:lnTo>
                      <a:pt x="2470326" y="499373"/>
                    </a:lnTo>
                    <a:lnTo>
                      <a:pt x="2467234" y="501943"/>
                    </a:lnTo>
                    <a:lnTo>
                      <a:pt x="1507756" y="1294066"/>
                    </a:lnTo>
                    <a:lnTo>
                      <a:pt x="2447640" y="750083"/>
                    </a:lnTo>
                    <a:lnTo>
                      <a:pt x="2449085" y="750525"/>
                    </a:lnTo>
                    <a:lnTo>
                      <a:pt x="3062089" y="930728"/>
                    </a:lnTo>
                    <a:lnTo>
                      <a:pt x="3060082" y="937514"/>
                    </a:lnTo>
                    <a:lnTo>
                      <a:pt x="2448523" y="757753"/>
                    </a:lnTo>
                    <a:lnTo>
                      <a:pt x="1478485" y="1319201"/>
                    </a:lnTo>
                    <a:lnTo>
                      <a:pt x="1484910" y="1325184"/>
                    </a:lnTo>
                    <a:close/>
                    <a:moveTo>
                      <a:pt x="1063512" y="933941"/>
                    </a:moveTo>
                    <a:lnTo>
                      <a:pt x="1472663" y="1313821"/>
                    </a:lnTo>
                    <a:lnTo>
                      <a:pt x="2459565" y="499052"/>
                    </a:lnTo>
                    <a:lnTo>
                      <a:pt x="1934856" y="9998"/>
                    </a:lnTo>
                    <a:lnTo>
                      <a:pt x="1063512" y="933941"/>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19" name="Freeform: Shape 1418">
                <a:extLst>
                  <a:ext uri="{FF2B5EF4-FFF2-40B4-BE49-F238E27FC236}">
                    <a16:creationId xmlns:a16="http://schemas.microsoft.com/office/drawing/2014/main" id="{1AE12E5E-880F-337E-BAB3-D63C7E948439}"/>
                  </a:ext>
                </a:extLst>
              </p:cNvPr>
              <p:cNvSpPr/>
              <p:nvPr/>
            </p:nvSpPr>
            <p:spPr>
              <a:xfrm>
                <a:off x="7307513" y="5102785"/>
                <a:ext cx="552173" cy="560002"/>
              </a:xfrm>
              <a:custGeom>
                <a:avLst/>
                <a:gdLst>
                  <a:gd name="connsiteX0" fmla="*/ 3654 w 552173"/>
                  <a:gd name="connsiteY0" fmla="*/ 560003 h 560002"/>
                  <a:gd name="connsiteX1" fmla="*/ 0 w 552173"/>
                  <a:gd name="connsiteY1" fmla="*/ 553940 h 560002"/>
                  <a:gd name="connsiteX2" fmla="*/ 542176 w 552173"/>
                  <a:gd name="connsiteY2" fmla="*/ 226699 h 560002"/>
                  <a:gd name="connsiteX3" fmla="*/ 394415 w 552173"/>
                  <a:gd name="connsiteY3" fmla="*/ 3935 h 560002"/>
                  <a:gd name="connsiteX4" fmla="*/ 400278 w 552173"/>
                  <a:gd name="connsiteY4" fmla="*/ 0 h 560002"/>
                  <a:gd name="connsiteX5" fmla="*/ 552174 w 552173"/>
                  <a:gd name="connsiteY5" fmla="*/ 228948 h 560002"/>
                  <a:gd name="connsiteX6" fmla="*/ 549001 w 552173"/>
                  <a:gd name="connsiteY6" fmla="*/ 230835 h 560002"/>
                  <a:gd name="connsiteX7" fmla="*/ 3654 w 552173"/>
                  <a:gd name="connsiteY7" fmla="*/ 560003 h 56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173" h="560002">
                    <a:moveTo>
                      <a:pt x="3654" y="560003"/>
                    </a:moveTo>
                    <a:lnTo>
                      <a:pt x="0" y="553940"/>
                    </a:lnTo>
                    <a:lnTo>
                      <a:pt x="542176" y="226699"/>
                    </a:lnTo>
                    <a:lnTo>
                      <a:pt x="394415" y="3935"/>
                    </a:lnTo>
                    <a:lnTo>
                      <a:pt x="400278" y="0"/>
                    </a:lnTo>
                    <a:lnTo>
                      <a:pt x="552174" y="228948"/>
                    </a:lnTo>
                    <a:lnTo>
                      <a:pt x="549001" y="230835"/>
                    </a:lnTo>
                    <a:lnTo>
                      <a:pt x="3654" y="560003"/>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20" name="Freeform: Shape 1419">
                <a:extLst>
                  <a:ext uri="{FF2B5EF4-FFF2-40B4-BE49-F238E27FC236}">
                    <a16:creationId xmlns:a16="http://schemas.microsoft.com/office/drawing/2014/main" id="{C38A1533-4C34-846D-4241-977DCD6DE460}"/>
                  </a:ext>
                </a:extLst>
              </p:cNvPr>
              <p:cNvSpPr/>
              <p:nvPr/>
            </p:nvSpPr>
            <p:spPr>
              <a:xfrm>
                <a:off x="7806685" y="1729757"/>
                <a:ext cx="516357" cy="720009"/>
              </a:xfrm>
              <a:custGeom>
                <a:avLst/>
                <a:gdLst>
                  <a:gd name="connsiteX0" fmla="*/ 470624 w 516357"/>
                  <a:gd name="connsiteY0" fmla="*/ 720010 h 720009"/>
                  <a:gd name="connsiteX1" fmla="*/ 0 w 516357"/>
                  <a:gd name="connsiteY1" fmla="*/ 174662 h 720009"/>
                  <a:gd name="connsiteX2" fmla="*/ 514069 w 516357"/>
                  <a:gd name="connsiteY2" fmla="*/ 0 h 720009"/>
                  <a:gd name="connsiteX3" fmla="*/ 516358 w 516357"/>
                  <a:gd name="connsiteY3" fmla="*/ 6665 h 720009"/>
                  <a:gd name="connsiteX4" fmla="*/ 12206 w 516357"/>
                  <a:gd name="connsiteY4" fmla="*/ 177995 h 720009"/>
                  <a:gd name="connsiteX5" fmla="*/ 476004 w 516357"/>
                  <a:gd name="connsiteY5" fmla="*/ 715392 h 720009"/>
                  <a:gd name="connsiteX6" fmla="*/ 470624 w 516357"/>
                  <a:gd name="connsiteY6" fmla="*/ 720010 h 72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6357" h="720009">
                    <a:moveTo>
                      <a:pt x="470624" y="720010"/>
                    </a:moveTo>
                    <a:lnTo>
                      <a:pt x="0" y="174662"/>
                    </a:lnTo>
                    <a:lnTo>
                      <a:pt x="514069" y="0"/>
                    </a:lnTo>
                    <a:lnTo>
                      <a:pt x="516358" y="6665"/>
                    </a:lnTo>
                    <a:lnTo>
                      <a:pt x="12206" y="177995"/>
                    </a:lnTo>
                    <a:lnTo>
                      <a:pt x="476004" y="715392"/>
                    </a:lnTo>
                    <a:lnTo>
                      <a:pt x="470624" y="720010"/>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21" name="Freeform: Shape 1420">
                <a:extLst>
                  <a:ext uri="{FF2B5EF4-FFF2-40B4-BE49-F238E27FC236}">
                    <a16:creationId xmlns:a16="http://schemas.microsoft.com/office/drawing/2014/main" id="{E89B34AB-A443-9F8B-1852-9C9A7C151E00}"/>
                  </a:ext>
                </a:extLst>
              </p:cNvPr>
              <p:cNvSpPr/>
              <p:nvPr/>
            </p:nvSpPr>
            <p:spPr>
              <a:xfrm>
                <a:off x="7358546" y="1295832"/>
                <a:ext cx="122344" cy="240190"/>
              </a:xfrm>
              <a:custGeom>
                <a:avLst/>
                <a:gdLst>
                  <a:gd name="connsiteX0" fmla="*/ 6344 w 122344"/>
                  <a:gd name="connsiteY0" fmla="*/ 240191 h 240190"/>
                  <a:gd name="connsiteX1" fmla="*/ 0 w 122344"/>
                  <a:gd name="connsiteY1" fmla="*/ 237059 h 240190"/>
                  <a:gd name="connsiteX2" fmla="*/ 116000 w 122344"/>
                  <a:gd name="connsiteY2" fmla="*/ 0 h 240190"/>
                  <a:gd name="connsiteX3" fmla="*/ 122344 w 122344"/>
                  <a:gd name="connsiteY3" fmla="*/ 3132 h 240190"/>
                  <a:gd name="connsiteX4" fmla="*/ 6344 w 122344"/>
                  <a:gd name="connsiteY4" fmla="*/ 240191 h 240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44" h="240190">
                    <a:moveTo>
                      <a:pt x="6344" y="240191"/>
                    </a:moveTo>
                    <a:lnTo>
                      <a:pt x="0" y="237059"/>
                    </a:lnTo>
                    <a:lnTo>
                      <a:pt x="116000" y="0"/>
                    </a:lnTo>
                    <a:lnTo>
                      <a:pt x="122344" y="3132"/>
                    </a:lnTo>
                    <a:lnTo>
                      <a:pt x="6344" y="240191"/>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22" name="Freeform: Shape 1421">
                <a:extLst>
                  <a:ext uri="{FF2B5EF4-FFF2-40B4-BE49-F238E27FC236}">
                    <a16:creationId xmlns:a16="http://schemas.microsoft.com/office/drawing/2014/main" id="{3B99E5B5-CCBB-56EB-603E-7B5D0498FFEA}"/>
                  </a:ext>
                </a:extLst>
              </p:cNvPr>
              <p:cNvSpPr/>
              <p:nvPr/>
            </p:nvSpPr>
            <p:spPr>
              <a:xfrm rot="-770998">
                <a:off x="7517537" y="2959727"/>
                <a:ext cx="1100171" cy="7106"/>
              </a:xfrm>
              <a:custGeom>
                <a:avLst/>
                <a:gdLst>
                  <a:gd name="connsiteX0" fmla="*/ 0 w 1100171"/>
                  <a:gd name="connsiteY0" fmla="*/ 0 h 7106"/>
                  <a:gd name="connsiteX1" fmla="*/ 1100171 w 1100171"/>
                  <a:gd name="connsiteY1" fmla="*/ 0 h 7106"/>
                  <a:gd name="connsiteX2" fmla="*/ 1100171 w 1100171"/>
                  <a:gd name="connsiteY2" fmla="*/ 7107 h 7106"/>
                  <a:gd name="connsiteX3" fmla="*/ 0 w 1100171"/>
                  <a:gd name="connsiteY3" fmla="*/ 7107 h 7106"/>
                </a:gdLst>
                <a:ahLst/>
                <a:cxnLst>
                  <a:cxn ang="0">
                    <a:pos x="connsiteX0" y="connsiteY0"/>
                  </a:cxn>
                  <a:cxn ang="0">
                    <a:pos x="connsiteX1" y="connsiteY1"/>
                  </a:cxn>
                  <a:cxn ang="0">
                    <a:pos x="connsiteX2" y="connsiteY2"/>
                  </a:cxn>
                  <a:cxn ang="0">
                    <a:pos x="connsiteX3" y="connsiteY3"/>
                  </a:cxn>
                </a:cxnLst>
                <a:rect l="l" t="t" r="r" b="b"/>
                <a:pathLst>
                  <a:path w="1100171" h="7106">
                    <a:moveTo>
                      <a:pt x="0" y="0"/>
                    </a:moveTo>
                    <a:lnTo>
                      <a:pt x="1100171" y="0"/>
                    </a:lnTo>
                    <a:lnTo>
                      <a:pt x="1100171" y="7107"/>
                    </a:lnTo>
                    <a:lnTo>
                      <a:pt x="0" y="7107"/>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23" name="Freeform: Shape 1422">
                <a:extLst>
                  <a:ext uri="{FF2B5EF4-FFF2-40B4-BE49-F238E27FC236}">
                    <a16:creationId xmlns:a16="http://schemas.microsoft.com/office/drawing/2014/main" id="{7CFC79A6-73CE-EB7D-D97A-E55E6FABF823}"/>
                  </a:ext>
                </a:extLst>
              </p:cNvPr>
              <p:cNvSpPr/>
              <p:nvPr/>
            </p:nvSpPr>
            <p:spPr>
              <a:xfrm>
                <a:off x="6124909" y="647655"/>
                <a:ext cx="1635440" cy="1279972"/>
              </a:xfrm>
              <a:custGeom>
                <a:avLst/>
                <a:gdLst>
                  <a:gd name="connsiteX0" fmla="*/ 142540 w 1635440"/>
                  <a:gd name="connsiteY0" fmla="*/ 1279973 h 1279972"/>
                  <a:gd name="connsiteX1" fmla="*/ 0 w 1635440"/>
                  <a:gd name="connsiteY1" fmla="*/ 114956 h 1279972"/>
                  <a:gd name="connsiteX2" fmla="*/ 5942 w 1635440"/>
                  <a:gd name="connsiteY2" fmla="*/ 118048 h 1279972"/>
                  <a:gd name="connsiteX3" fmla="*/ 939843 w 1635440"/>
                  <a:gd name="connsiteY3" fmla="*/ 600677 h 1279972"/>
                  <a:gd name="connsiteX4" fmla="*/ 1630783 w 1635440"/>
                  <a:gd name="connsiteY4" fmla="*/ 0 h 1279972"/>
                  <a:gd name="connsiteX5" fmla="*/ 1635440 w 1635440"/>
                  <a:gd name="connsiteY5" fmla="*/ 5300 h 1279972"/>
                  <a:gd name="connsiteX6" fmla="*/ 940887 w 1635440"/>
                  <a:gd name="connsiteY6" fmla="*/ 609149 h 1279972"/>
                  <a:gd name="connsiteX7" fmla="*/ 938719 w 1635440"/>
                  <a:gd name="connsiteY7" fmla="*/ 608025 h 1279972"/>
                  <a:gd name="connsiteX8" fmla="*/ 8673 w 1635440"/>
                  <a:gd name="connsiteY8" fmla="*/ 127403 h 1279972"/>
                  <a:gd name="connsiteX9" fmla="*/ 148282 w 1635440"/>
                  <a:gd name="connsiteY9" fmla="*/ 1268730 h 1279972"/>
                  <a:gd name="connsiteX10" fmla="*/ 938638 w 1635440"/>
                  <a:gd name="connsiteY10" fmla="*/ 832436 h 1279972"/>
                  <a:gd name="connsiteX11" fmla="*/ 942091 w 1635440"/>
                  <a:gd name="connsiteY11" fmla="*/ 838660 h 1279972"/>
                  <a:gd name="connsiteX12" fmla="*/ 142540 w 1635440"/>
                  <a:gd name="connsiteY12" fmla="*/ 1279973 h 1279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5440" h="1279972">
                    <a:moveTo>
                      <a:pt x="142540" y="1279973"/>
                    </a:moveTo>
                    <a:lnTo>
                      <a:pt x="0" y="114956"/>
                    </a:lnTo>
                    <a:lnTo>
                      <a:pt x="5942" y="118048"/>
                    </a:lnTo>
                    <a:lnTo>
                      <a:pt x="939843" y="600677"/>
                    </a:lnTo>
                    <a:lnTo>
                      <a:pt x="1630783" y="0"/>
                    </a:lnTo>
                    <a:lnTo>
                      <a:pt x="1635440" y="5300"/>
                    </a:lnTo>
                    <a:lnTo>
                      <a:pt x="940887" y="609149"/>
                    </a:lnTo>
                    <a:lnTo>
                      <a:pt x="938719" y="608025"/>
                    </a:lnTo>
                    <a:lnTo>
                      <a:pt x="8673" y="127403"/>
                    </a:lnTo>
                    <a:lnTo>
                      <a:pt x="148282" y="1268730"/>
                    </a:lnTo>
                    <a:lnTo>
                      <a:pt x="938638" y="832436"/>
                    </a:lnTo>
                    <a:lnTo>
                      <a:pt x="942091" y="838660"/>
                    </a:lnTo>
                    <a:lnTo>
                      <a:pt x="142540" y="1279973"/>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24" name="Freeform: Shape 1423">
                <a:extLst>
                  <a:ext uri="{FF2B5EF4-FFF2-40B4-BE49-F238E27FC236}">
                    <a16:creationId xmlns:a16="http://schemas.microsoft.com/office/drawing/2014/main" id="{7A8D1AD9-389D-734E-EFF3-17BC02272CAB}"/>
                  </a:ext>
                </a:extLst>
              </p:cNvPr>
              <p:cNvSpPr/>
              <p:nvPr/>
            </p:nvSpPr>
            <p:spPr>
              <a:xfrm>
                <a:off x="4328017" y="330492"/>
                <a:ext cx="1824717" cy="1311532"/>
              </a:xfrm>
              <a:custGeom>
                <a:avLst/>
                <a:gdLst>
                  <a:gd name="connsiteX0" fmla="*/ 0 w 1824717"/>
                  <a:gd name="connsiteY0" fmla="*/ 1311532 h 1311532"/>
                  <a:gd name="connsiteX1" fmla="*/ 660946 w 1824717"/>
                  <a:gd name="connsiteY1" fmla="*/ 909528 h 1311532"/>
                  <a:gd name="connsiteX2" fmla="*/ 312144 w 1824717"/>
                  <a:gd name="connsiteY2" fmla="*/ 907962 h 1311532"/>
                  <a:gd name="connsiteX3" fmla="*/ 320053 w 1824717"/>
                  <a:gd name="connsiteY3" fmla="*/ 901658 h 1311532"/>
                  <a:gd name="connsiteX4" fmla="*/ 1459815 w 1824717"/>
                  <a:gd name="connsiteY4" fmla="*/ 0 h 1311532"/>
                  <a:gd name="connsiteX5" fmla="*/ 1094951 w 1824717"/>
                  <a:gd name="connsiteY5" fmla="*/ 760965 h 1311532"/>
                  <a:gd name="connsiteX6" fmla="*/ 1824718 w 1824717"/>
                  <a:gd name="connsiteY6" fmla="*/ 423566 h 1311532"/>
                  <a:gd name="connsiteX7" fmla="*/ 857772 w 1824717"/>
                  <a:gd name="connsiteY7" fmla="*/ 1219544 h 1311532"/>
                  <a:gd name="connsiteX8" fmla="*/ 853275 w 1824717"/>
                  <a:gd name="connsiteY8" fmla="*/ 1214043 h 1311532"/>
                  <a:gd name="connsiteX9" fmla="*/ 1777700 w 1824717"/>
                  <a:gd name="connsiteY9" fmla="*/ 453118 h 1311532"/>
                  <a:gd name="connsiteX10" fmla="*/ 1080055 w 1824717"/>
                  <a:gd name="connsiteY10" fmla="*/ 775661 h 1311532"/>
                  <a:gd name="connsiteX11" fmla="*/ 1440180 w 1824717"/>
                  <a:gd name="connsiteY11" fmla="*/ 24573 h 1311532"/>
                  <a:gd name="connsiteX12" fmla="*/ 332380 w 1824717"/>
                  <a:gd name="connsiteY12" fmla="*/ 900936 h 1311532"/>
                  <a:gd name="connsiteX13" fmla="*/ 686001 w 1824717"/>
                  <a:gd name="connsiteY13" fmla="*/ 902582 h 1311532"/>
                  <a:gd name="connsiteX14" fmla="*/ 35535 w 1824717"/>
                  <a:gd name="connsiteY14" fmla="*/ 1298202 h 1311532"/>
                  <a:gd name="connsiteX15" fmla="*/ 674477 w 1824717"/>
                  <a:gd name="connsiteY15" fmla="*/ 1187663 h 1311532"/>
                  <a:gd name="connsiteX16" fmla="*/ 675682 w 1824717"/>
                  <a:gd name="connsiteY16" fmla="*/ 1194649 h 1311532"/>
                  <a:gd name="connsiteX17" fmla="*/ 0 w 1824717"/>
                  <a:gd name="connsiteY17" fmla="*/ 1311532 h 1311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24717" h="1311532">
                    <a:moveTo>
                      <a:pt x="0" y="1311532"/>
                    </a:moveTo>
                    <a:lnTo>
                      <a:pt x="660946" y="909528"/>
                    </a:lnTo>
                    <a:lnTo>
                      <a:pt x="312144" y="907962"/>
                    </a:lnTo>
                    <a:lnTo>
                      <a:pt x="320053" y="901658"/>
                    </a:lnTo>
                    <a:lnTo>
                      <a:pt x="1459815" y="0"/>
                    </a:lnTo>
                    <a:lnTo>
                      <a:pt x="1094951" y="760965"/>
                    </a:lnTo>
                    <a:lnTo>
                      <a:pt x="1824718" y="423566"/>
                    </a:lnTo>
                    <a:lnTo>
                      <a:pt x="857772" y="1219544"/>
                    </a:lnTo>
                    <a:lnTo>
                      <a:pt x="853275" y="1214043"/>
                    </a:lnTo>
                    <a:lnTo>
                      <a:pt x="1777700" y="453118"/>
                    </a:lnTo>
                    <a:lnTo>
                      <a:pt x="1080055" y="775661"/>
                    </a:lnTo>
                    <a:lnTo>
                      <a:pt x="1440180" y="24573"/>
                    </a:lnTo>
                    <a:lnTo>
                      <a:pt x="332380" y="900936"/>
                    </a:lnTo>
                    <a:lnTo>
                      <a:pt x="686001" y="902582"/>
                    </a:lnTo>
                    <a:lnTo>
                      <a:pt x="35535" y="1298202"/>
                    </a:lnTo>
                    <a:lnTo>
                      <a:pt x="674477" y="1187663"/>
                    </a:lnTo>
                    <a:lnTo>
                      <a:pt x="675682" y="1194649"/>
                    </a:lnTo>
                    <a:lnTo>
                      <a:pt x="0" y="1311532"/>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25" name="Freeform: Shape 1424">
                <a:extLst>
                  <a:ext uri="{FF2B5EF4-FFF2-40B4-BE49-F238E27FC236}">
                    <a16:creationId xmlns:a16="http://schemas.microsoft.com/office/drawing/2014/main" id="{6A58205E-1498-D982-B364-BA5C46E67C88}"/>
                  </a:ext>
                </a:extLst>
              </p:cNvPr>
              <p:cNvSpPr/>
              <p:nvPr/>
            </p:nvSpPr>
            <p:spPr>
              <a:xfrm>
                <a:off x="4094652" y="1633553"/>
                <a:ext cx="225173" cy="370444"/>
              </a:xfrm>
              <a:custGeom>
                <a:avLst/>
                <a:gdLst>
                  <a:gd name="connsiteX0" fmla="*/ 6063 w 225173"/>
                  <a:gd name="connsiteY0" fmla="*/ 370444 h 370444"/>
                  <a:gd name="connsiteX1" fmla="*/ 0 w 225173"/>
                  <a:gd name="connsiteY1" fmla="*/ 366831 h 370444"/>
                  <a:gd name="connsiteX2" fmla="*/ 219111 w 225173"/>
                  <a:gd name="connsiteY2" fmla="*/ 0 h 370444"/>
                  <a:gd name="connsiteX3" fmla="*/ 225174 w 225173"/>
                  <a:gd name="connsiteY3" fmla="*/ 3614 h 370444"/>
                  <a:gd name="connsiteX4" fmla="*/ 6063 w 225173"/>
                  <a:gd name="connsiteY4" fmla="*/ 370444 h 370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173" h="370444">
                    <a:moveTo>
                      <a:pt x="6063" y="370444"/>
                    </a:moveTo>
                    <a:lnTo>
                      <a:pt x="0" y="366831"/>
                    </a:lnTo>
                    <a:lnTo>
                      <a:pt x="219111" y="0"/>
                    </a:lnTo>
                    <a:lnTo>
                      <a:pt x="225174" y="3614"/>
                    </a:lnTo>
                    <a:lnTo>
                      <a:pt x="6063" y="370444"/>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26" name="Freeform: Shape 1425">
                <a:extLst>
                  <a:ext uri="{FF2B5EF4-FFF2-40B4-BE49-F238E27FC236}">
                    <a16:creationId xmlns:a16="http://schemas.microsoft.com/office/drawing/2014/main" id="{FEE6BDEE-B448-FABD-2E52-9BEAF8BFF189}"/>
                  </a:ext>
                </a:extLst>
              </p:cNvPr>
              <p:cNvSpPr/>
              <p:nvPr/>
            </p:nvSpPr>
            <p:spPr>
              <a:xfrm rot="-3962399">
                <a:off x="3321958" y="2578525"/>
                <a:ext cx="778109" cy="7066"/>
              </a:xfrm>
              <a:custGeom>
                <a:avLst/>
                <a:gdLst>
                  <a:gd name="connsiteX0" fmla="*/ 0 w 778109"/>
                  <a:gd name="connsiteY0" fmla="*/ 0 h 7066"/>
                  <a:gd name="connsiteX1" fmla="*/ 778110 w 778109"/>
                  <a:gd name="connsiteY1" fmla="*/ 0 h 7066"/>
                  <a:gd name="connsiteX2" fmla="*/ 778110 w 778109"/>
                  <a:gd name="connsiteY2" fmla="*/ 7067 h 7066"/>
                  <a:gd name="connsiteX3" fmla="*/ 0 w 778109"/>
                  <a:gd name="connsiteY3" fmla="*/ 7067 h 7066"/>
                </a:gdLst>
                <a:ahLst/>
                <a:cxnLst>
                  <a:cxn ang="0">
                    <a:pos x="connsiteX0" y="connsiteY0"/>
                  </a:cxn>
                  <a:cxn ang="0">
                    <a:pos x="connsiteX1" y="connsiteY1"/>
                  </a:cxn>
                  <a:cxn ang="0">
                    <a:pos x="connsiteX2" y="connsiteY2"/>
                  </a:cxn>
                  <a:cxn ang="0">
                    <a:pos x="connsiteX3" y="connsiteY3"/>
                  </a:cxn>
                </a:cxnLst>
                <a:rect l="l" t="t" r="r" b="b"/>
                <a:pathLst>
                  <a:path w="778109" h="7066">
                    <a:moveTo>
                      <a:pt x="0" y="0"/>
                    </a:moveTo>
                    <a:lnTo>
                      <a:pt x="778110" y="0"/>
                    </a:lnTo>
                    <a:lnTo>
                      <a:pt x="778110" y="7067"/>
                    </a:lnTo>
                    <a:lnTo>
                      <a:pt x="0" y="7067"/>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27" name="Freeform: Shape 1426">
                <a:extLst>
                  <a:ext uri="{FF2B5EF4-FFF2-40B4-BE49-F238E27FC236}">
                    <a16:creationId xmlns:a16="http://schemas.microsoft.com/office/drawing/2014/main" id="{7862BC69-B38F-A97F-512E-2766C48F60C3}"/>
                  </a:ext>
                </a:extLst>
              </p:cNvPr>
              <p:cNvSpPr/>
              <p:nvPr/>
            </p:nvSpPr>
            <p:spPr>
              <a:xfrm>
                <a:off x="3307869" y="2024314"/>
                <a:ext cx="394094" cy="141456"/>
              </a:xfrm>
              <a:custGeom>
                <a:avLst/>
                <a:gdLst>
                  <a:gd name="connsiteX0" fmla="*/ 276569 w 394094"/>
                  <a:gd name="connsiteY0" fmla="*/ 141456 h 141456"/>
                  <a:gd name="connsiteX1" fmla="*/ 0 w 394094"/>
                  <a:gd name="connsiteY1" fmla="*/ 66773 h 141456"/>
                  <a:gd name="connsiteX2" fmla="*/ 392890 w 394094"/>
                  <a:gd name="connsiteY2" fmla="*/ 0 h 141456"/>
                  <a:gd name="connsiteX3" fmla="*/ 394094 w 394094"/>
                  <a:gd name="connsiteY3" fmla="*/ 6986 h 141456"/>
                  <a:gd name="connsiteX4" fmla="*/ 33005 w 394094"/>
                  <a:gd name="connsiteY4" fmla="*/ 68339 h 141456"/>
                  <a:gd name="connsiteX5" fmla="*/ 278416 w 394094"/>
                  <a:gd name="connsiteY5" fmla="*/ 134630 h 141456"/>
                  <a:gd name="connsiteX6" fmla="*/ 276569 w 394094"/>
                  <a:gd name="connsiteY6" fmla="*/ 141456 h 141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094" h="141456">
                    <a:moveTo>
                      <a:pt x="276569" y="141456"/>
                    </a:moveTo>
                    <a:lnTo>
                      <a:pt x="0" y="66773"/>
                    </a:lnTo>
                    <a:lnTo>
                      <a:pt x="392890" y="0"/>
                    </a:lnTo>
                    <a:lnTo>
                      <a:pt x="394094" y="6986"/>
                    </a:lnTo>
                    <a:lnTo>
                      <a:pt x="33005" y="68339"/>
                    </a:lnTo>
                    <a:lnTo>
                      <a:pt x="278416" y="134630"/>
                    </a:lnTo>
                    <a:lnTo>
                      <a:pt x="276569" y="141456"/>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28" name="Freeform: Shape 1427">
                <a:extLst>
                  <a:ext uri="{FF2B5EF4-FFF2-40B4-BE49-F238E27FC236}">
                    <a16:creationId xmlns:a16="http://schemas.microsoft.com/office/drawing/2014/main" id="{2B29046E-A0F0-B8AC-1863-25B75BDB8E06}"/>
                  </a:ext>
                </a:extLst>
              </p:cNvPr>
              <p:cNvSpPr/>
              <p:nvPr/>
            </p:nvSpPr>
            <p:spPr>
              <a:xfrm rot="-2405399">
                <a:off x="6148171" y="1583850"/>
                <a:ext cx="1039300" cy="7066"/>
              </a:xfrm>
              <a:custGeom>
                <a:avLst/>
                <a:gdLst>
                  <a:gd name="connsiteX0" fmla="*/ 0 w 1039300"/>
                  <a:gd name="connsiteY0" fmla="*/ 0 h 7066"/>
                  <a:gd name="connsiteX1" fmla="*/ 1039300 w 1039300"/>
                  <a:gd name="connsiteY1" fmla="*/ 0 h 7066"/>
                  <a:gd name="connsiteX2" fmla="*/ 1039300 w 1039300"/>
                  <a:gd name="connsiteY2" fmla="*/ 7067 h 7066"/>
                  <a:gd name="connsiteX3" fmla="*/ 0 w 1039300"/>
                  <a:gd name="connsiteY3" fmla="*/ 7067 h 7066"/>
                </a:gdLst>
                <a:ahLst/>
                <a:cxnLst>
                  <a:cxn ang="0">
                    <a:pos x="connsiteX0" y="connsiteY0"/>
                  </a:cxn>
                  <a:cxn ang="0">
                    <a:pos x="connsiteX1" y="connsiteY1"/>
                  </a:cxn>
                  <a:cxn ang="0">
                    <a:pos x="connsiteX2" y="connsiteY2"/>
                  </a:cxn>
                  <a:cxn ang="0">
                    <a:pos x="connsiteX3" y="connsiteY3"/>
                  </a:cxn>
                </a:cxnLst>
                <a:rect l="l" t="t" r="r" b="b"/>
                <a:pathLst>
                  <a:path w="1039300" h="7066">
                    <a:moveTo>
                      <a:pt x="0" y="0"/>
                    </a:moveTo>
                    <a:lnTo>
                      <a:pt x="1039300" y="0"/>
                    </a:lnTo>
                    <a:lnTo>
                      <a:pt x="1039300" y="7067"/>
                    </a:lnTo>
                    <a:lnTo>
                      <a:pt x="0" y="7067"/>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29" name="Graphic 1254">
              <a:extLst>
                <a:ext uri="{FF2B5EF4-FFF2-40B4-BE49-F238E27FC236}">
                  <a16:creationId xmlns:a16="http://schemas.microsoft.com/office/drawing/2014/main" id="{797B465E-5BA1-BBE1-8FB6-00502BF73CA9}"/>
                </a:ext>
              </a:extLst>
            </p:cNvPr>
            <p:cNvGrpSpPr/>
            <p:nvPr/>
          </p:nvGrpSpPr>
          <p:grpSpPr>
            <a:xfrm>
              <a:off x="5765271" y="1170971"/>
              <a:ext cx="4392770" cy="4391629"/>
              <a:chOff x="2680549" y="1872"/>
              <a:chExt cx="6858726" cy="6856947"/>
            </a:xfrm>
            <a:solidFill>
              <a:srgbClr val="86BC25"/>
            </a:solidFill>
          </p:grpSpPr>
          <p:grpSp>
            <p:nvGrpSpPr>
              <p:cNvPr id="1430" name="Graphic 1254">
                <a:extLst>
                  <a:ext uri="{FF2B5EF4-FFF2-40B4-BE49-F238E27FC236}">
                    <a16:creationId xmlns:a16="http://schemas.microsoft.com/office/drawing/2014/main" id="{DAF2D9C1-4FC0-736B-5ED6-88B86955037E}"/>
                  </a:ext>
                </a:extLst>
              </p:cNvPr>
              <p:cNvGrpSpPr/>
              <p:nvPr/>
            </p:nvGrpSpPr>
            <p:grpSpPr>
              <a:xfrm>
                <a:off x="2699001" y="1872"/>
                <a:ext cx="6822832" cy="6844041"/>
                <a:chOff x="2699001" y="1872"/>
                <a:chExt cx="6822832" cy="6844041"/>
              </a:xfrm>
              <a:grpFill/>
            </p:grpSpPr>
            <p:sp>
              <p:nvSpPr>
                <p:cNvPr id="1431" name="Freeform: Shape 1430">
                  <a:extLst>
                    <a:ext uri="{FF2B5EF4-FFF2-40B4-BE49-F238E27FC236}">
                      <a16:creationId xmlns:a16="http://schemas.microsoft.com/office/drawing/2014/main" id="{0A888DB3-C4B2-B1E2-5A5E-516D963E8926}"/>
                    </a:ext>
                  </a:extLst>
                </p:cNvPr>
                <p:cNvSpPr/>
                <p:nvPr/>
              </p:nvSpPr>
              <p:spPr>
                <a:xfrm>
                  <a:off x="2699001" y="1872"/>
                  <a:ext cx="6822832" cy="5195953"/>
                </a:xfrm>
                <a:custGeom>
                  <a:avLst/>
                  <a:gdLst>
                    <a:gd name="connsiteX0" fmla="*/ 6061982 w 6822832"/>
                    <a:gd name="connsiteY0" fmla="*/ 5195953 h 5195953"/>
                    <a:gd name="connsiteX1" fmla="*/ 6058048 w 6822832"/>
                    <a:gd name="connsiteY1" fmla="*/ 5190091 h 5195953"/>
                    <a:gd name="connsiteX2" fmla="*/ 6487396 w 6822832"/>
                    <a:gd name="connsiteY2" fmla="*/ 4899670 h 5195953"/>
                    <a:gd name="connsiteX3" fmla="*/ 6706064 w 6822832"/>
                    <a:gd name="connsiteY3" fmla="*/ 4296302 h 5195953"/>
                    <a:gd name="connsiteX4" fmla="*/ 6436603 w 6822832"/>
                    <a:gd name="connsiteY4" fmla="*/ 1871028 h 5195953"/>
                    <a:gd name="connsiteX5" fmla="*/ 4447663 w 6822832"/>
                    <a:gd name="connsiteY5" fmla="*/ 174636 h 5195953"/>
                    <a:gd name="connsiteX6" fmla="*/ 1852423 w 6822832"/>
                    <a:gd name="connsiteY6" fmla="*/ 380657 h 5195953"/>
                    <a:gd name="connsiteX7" fmla="*/ 667129 w 6822832"/>
                    <a:gd name="connsiteY7" fmla="*/ 1390968 h 5195953"/>
                    <a:gd name="connsiteX8" fmla="*/ 492306 w 6822832"/>
                    <a:gd name="connsiteY8" fmla="*/ 2104433 h 5195953"/>
                    <a:gd name="connsiteX9" fmla="*/ 491664 w 6822832"/>
                    <a:gd name="connsiteY9" fmla="*/ 2105115 h 5195953"/>
                    <a:gd name="connsiteX10" fmla="*/ 140252 w 6822832"/>
                    <a:gd name="connsiteY10" fmla="*/ 2469456 h 5195953"/>
                    <a:gd name="connsiteX11" fmla="*/ 202006 w 6822832"/>
                    <a:gd name="connsiteY11" fmla="*/ 3105146 h 5195953"/>
                    <a:gd name="connsiteX12" fmla="*/ 201644 w 6822832"/>
                    <a:gd name="connsiteY12" fmla="*/ 3105990 h 5195953"/>
                    <a:gd name="connsiteX13" fmla="*/ 7950 w 6822832"/>
                    <a:gd name="connsiteY13" fmla="*/ 3557180 h 5195953"/>
                    <a:gd name="connsiteX14" fmla="*/ 215015 w 6822832"/>
                    <a:gd name="connsiteY14" fmla="*/ 3918671 h 5195953"/>
                    <a:gd name="connsiteX15" fmla="*/ 213690 w 6822832"/>
                    <a:gd name="connsiteY15" fmla="*/ 3920518 h 5195953"/>
                    <a:gd name="connsiteX16" fmla="*/ 81911 w 6822832"/>
                    <a:gd name="connsiteY16" fmla="*/ 4105820 h 5195953"/>
                    <a:gd name="connsiteX17" fmla="*/ 76129 w 6822832"/>
                    <a:gd name="connsiteY17" fmla="*/ 4101725 h 5195953"/>
                    <a:gd name="connsiteX18" fmla="*/ 206583 w 6822832"/>
                    <a:gd name="connsiteY18" fmla="*/ 3918269 h 5195953"/>
                    <a:gd name="connsiteX19" fmla="*/ 0 w 6822832"/>
                    <a:gd name="connsiteY19" fmla="*/ 3557622 h 5195953"/>
                    <a:gd name="connsiteX20" fmla="*/ 683 w 6822832"/>
                    <a:gd name="connsiteY20" fmla="*/ 3556016 h 5195953"/>
                    <a:gd name="connsiteX21" fmla="*/ 194698 w 6822832"/>
                    <a:gd name="connsiteY21" fmla="*/ 3104062 h 5195953"/>
                    <a:gd name="connsiteX22" fmla="*/ 132783 w 6822832"/>
                    <a:gd name="connsiteY22" fmla="*/ 2466927 h 5195953"/>
                    <a:gd name="connsiteX23" fmla="*/ 485802 w 6822832"/>
                    <a:gd name="connsiteY23" fmla="*/ 2100939 h 5195953"/>
                    <a:gd name="connsiteX24" fmla="*/ 660906 w 6822832"/>
                    <a:gd name="connsiteY24" fmla="*/ 1387394 h 5195953"/>
                    <a:gd name="connsiteX25" fmla="*/ 1849090 w 6822832"/>
                    <a:gd name="connsiteY25" fmla="*/ 374394 h 5195953"/>
                    <a:gd name="connsiteX26" fmla="*/ 3151589 w 6822832"/>
                    <a:gd name="connsiteY26" fmla="*/ 8808 h 5195953"/>
                    <a:gd name="connsiteX27" fmla="*/ 4449830 w 6822832"/>
                    <a:gd name="connsiteY27" fmla="*/ 167891 h 5195953"/>
                    <a:gd name="connsiteX28" fmla="*/ 5596176 w 6822832"/>
                    <a:gd name="connsiteY28" fmla="*/ 803541 h 5195953"/>
                    <a:gd name="connsiteX29" fmla="*/ 6442866 w 6822832"/>
                    <a:gd name="connsiteY29" fmla="*/ 1867735 h 5195953"/>
                    <a:gd name="connsiteX30" fmla="*/ 6712890 w 6822832"/>
                    <a:gd name="connsiteY30" fmla="*/ 4298029 h 5195953"/>
                    <a:gd name="connsiteX31" fmla="*/ 6493338 w 6822832"/>
                    <a:gd name="connsiteY31" fmla="*/ 4903524 h 5195953"/>
                    <a:gd name="connsiteX32" fmla="*/ 6492937 w 6822832"/>
                    <a:gd name="connsiteY32" fmla="*/ 4904408 h 5195953"/>
                    <a:gd name="connsiteX33" fmla="*/ 6492133 w 6822832"/>
                    <a:gd name="connsiteY33" fmla="*/ 4904930 h 5195953"/>
                    <a:gd name="connsiteX34" fmla="*/ 6062023 w 6822832"/>
                    <a:gd name="connsiteY34" fmla="*/ 5195873 h 5195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822832" h="5195953">
                      <a:moveTo>
                        <a:pt x="6061982" y="5195953"/>
                      </a:moveTo>
                      <a:lnTo>
                        <a:pt x="6058048" y="5190091"/>
                      </a:lnTo>
                      <a:lnTo>
                        <a:pt x="6487396" y="4899670"/>
                      </a:lnTo>
                      <a:cubicBezTo>
                        <a:pt x="6578742" y="4706417"/>
                        <a:pt x="6652301" y="4503448"/>
                        <a:pt x="6706064" y="4296302"/>
                      </a:cubicBezTo>
                      <a:cubicBezTo>
                        <a:pt x="6917265" y="3482818"/>
                        <a:pt x="6821542" y="2621473"/>
                        <a:pt x="6436603" y="1871028"/>
                      </a:cubicBezTo>
                      <a:cubicBezTo>
                        <a:pt x="6019863" y="1058587"/>
                        <a:pt x="5313505" y="456143"/>
                        <a:pt x="4447663" y="174636"/>
                      </a:cubicBezTo>
                      <a:cubicBezTo>
                        <a:pt x="3581820" y="-106831"/>
                        <a:pt x="2660165" y="-33674"/>
                        <a:pt x="1852423" y="380657"/>
                      </a:cubicBezTo>
                      <a:cubicBezTo>
                        <a:pt x="1378506" y="623739"/>
                        <a:pt x="979714" y="963668"/>
                        <a:pt x="667129" y="1390968"/>
                      </a:cubicBezTo>
                      <a:lnTo>
                        <a:pt x="492306" y="2104433"/>
                      </a:lnTo>
                      <a:lnTo>
                        <a:pt x="491664" y="2105115"/>
                      </a:lnTo>
                      <a:lnTo>
                        <a:pt x="140252" y="2469456"/>
                      </a:lnTo>
                      <a:lnTo>
                        <a:pt x="202006" y="3105146"/>
                      </a:lnTo>
                      <a:lnTo>
                        <a:pt x="201644" y="3105990"/>
                      </a:lnTo>
                      <a:lnTo>
                        <a:pt x="7950" y="3557180"/>
                      </a:lnTo>
                      <a:lnTo>
                        <a:pt x="215015" y="3918671"/>
                      </a:lnTo>
                      <a:lnTo>
                        <a:pt x="213690" y="3920518"/>
                      </a:lnTo>
                      <a:lnTo>
                        <a:pt x="81911" y="4105820"/>
                      </a:lnTo>
                      <a:lnTo>
                        <a:pt x="76129" y="4101725"/>
                      </a:lnTo>
                      <a:lnTo>
                        <a:pt x="206583" y="3918269"/>
                      </a:lnTo>
                      <a:lnTo>
                        <a:pt x="0" y="3557622"/>
                      </a:lnTo>
                      <a:lnTo>
                        <a:pt x="683" y="3556016"/>
                      </a:lnTo>
                      <a:lnTo>
                        <a:pt x="194698" y="3104062"/>
                      </a:lnTo>
                      <a:lnTo>
                        <a:pt x="132783" y="2466927"/>
                      </a:lnTo>
                      <a:lnTo>
                        <a:pt x="485802" y="2100939"/>
                      </a:lnTo>
                      <a:lnTo>
                        <a:pt x="660906" y="1387394"/>
                      </a:lnTo>
                      <a:cubicBezTo>
                        <a:pt x="974214" y="958930"/>
                        <a:pt x="1373969" y="618118"/>
                        <a:pt x="1849090" y="374394"/>
                      </a:cubicBezTo>
                      <a:cubicBezTo>
                        <a:pt x="2258282" y="164518"/>
                        <a:pt x="2696463" y="41532"/>
                        <a:pt x="3151589" y="8808"/>
                      </a:cubicBezTo>
                      <a:cubicBezTo>
                        <a:pt x="3591215" y="-22792"/>
                        <a:pt x="4027991" y="30731"/>
                        <a:pt x="4449830" y="167891"/>
                      </a:cubicBezTo>
                      <a:cubicBezTo>
                        <a:pt x="4871710" y="305051"/>
                        <a:pt x="5257412" y="518942"/>
                        <a:pt x="5596176" y="803541"/>
                      </a:cubicBezTo>
                      <a:cubicBezTo>
                        <a:pt x="5946946" y="1098258"/>
                        <a:pt x="6231786" y="1456295"/>
                        <a:pt x="6442866" y="1867735"/>
                      </a:cubicBezTo>
                      <a:cubicBezTo>
                        <a:pt x="6828609" y="2619746"/>
                        <a:pt x="6924493" y="3482858"/>
                        <a:pt x="6712890" y="4298029"/>
                      </a:cubicBezTo>
                      <a:cubicBezTo>
                        <a:pt x="6658926" y="4505937"/>
                        <a:pt x="6585046" y="4709630"/>
                        <a:pt x="6493338" y="4903524"/>
                      </a:cubicBezTo>
                      <a:lnTo>
                        <a:pt x="6492937" y="4904408"/>
                      </a:lnTo>
                      <a:lnTo>
                        <a:pt x="6492133" y="4904930"/>
                      </a:lnTo>
                      <a:lnTo>
                        <a:pt x="6062023" y="5195873"/>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32" name="Freeform: Shape 1431">
                  <a:extLst>
                    <a:ext uri="{FF2B5EF4-FFF2-40B4-BE49-F238E27FC236}">
                      <a16:creationId xmlns:a16="http://schemas.microsoft.com/office/drawing/2014/main" id="{D61CC5A4-E099-F673-03DF-D764FC6ECF2D}"/>
                    </a:ext>
                  </a:extLst>
                </p:cNvPr>
                <p:cNvSpPr/>
                <p:nvPr/>
              </p:nvSpPr>
              <p:spPr>
                <a:xfrm>
                  <a:off x="2775169" y="4103597"/>
                  <a:ext cx="2614512" cy="2651532"/>
                </a:xfrm>
                <a:custGeom>
                  <a:avLst/>
                  <a:gdLst>
                    <a:gd name="connsiteX0" fmla="*/ 2614512 w 2614512"/>
                    <a:gd name="connsiteY0" fmla="*/ 2651533 h 2651532"/>
                    <a:gd name="connsiteX1" fmla="*/ 2220458 w 2614512"/>
                    <a:gd name="connsiteY1" fmla="*/ 2415518 h 2651532"/>
                    <a:gd name="connsiteX2" fmla="*/ 2224112 w 2614512"/>
                    <a:gd name="connsiteY2" fmla="*/ 2409414 h 2651532"/>
                    <a:gd name="connsiteX3" fmla="*/ 2562836 w 2614512"/>
                    <a:gd name="connsiteY3" fmla="*/ 2612304 h 2651532"/>
                    <a:gd name="connsiteX4" fmla="*/ 1988459 w 2614512"/>
                    <a:gd name="connsiteY4" fmla="*/ 2068161 h 2651532"/>
                    <a:gd name="connsiteX5" fmla="*/ 1360157 w 2614512"/>
                    <a:gd name="connsiteY5" fmla="*/ 2096950 h 2651532"/>
                    <a:gd name="connsiteX6" fmla="*/ 1359032 w 2614512"/>
                    <a:gd name="connsiteY6" fmla="*/ 2095424 h 2651532"/>
                    <a:gd name="connsiteX7" fmla="*/ 902903 w 2614512"/>
                    <a:gd name="connsiteY7" fmla="*/ 1483103 h 2651532"/>
                    <a:gd name="connsiteX8" fmla="*/ 608146 w 2614512"/>
                    <a:gd name="connsiteY8" fmla="*/ 1358550 h 2651532"/>
                    <a:gd name="connsiteX9" fmla="*/ 607624 w 2614512"/>
                    <a:gd name="connsiteY9" fmla="*/ 1357065 h 2651532"/>
                    <a:gd name="connsiteX10" fmla="*/ 274360 w 2614512"/>
                    <a:gd name="connsiteY10" fmla="*/ 398672 h 2651532"/>
                    <a:gd name="connsiteX11" fmla="*/ 0 w 2614512"/>
                    <a:gd name="connsiteY11" fmla="*/ 4055 h 2651532"/>
                    <a:gd name="connsiteX12" fmla="*/ 5822 w 2614512"/>
                    <a:gd name="connsiteY12" fmla="*/ 0 h 2651532"/>
                    <a:gd name="connsiteX13" fmla="*/ 280905 w 2614512"/>
                    <a:gd name="connsiteY13" fmla="*/ 395901 h 2651532"/>
                    <a:gd name="connsiteX14" fmla="*/ 613807 w 2614512"/>
                    <a:gd name="connsiteY14" fmla="*/ 1353251 h 2651532"/>
                    <a:gd name="connsiteX15" fmla="*/ 907440 w 2614512"/>
                    <a:gd name="connsiteY15" fmla="*/ 1477321 h 2651532"/>
                    <a:gd name="connsiteX16" fmla="*/ 908002 w 2614512"/>
                    <a:gd name="connsiteY16" fmla="*/ 1478084 h 2651532"/>
                    <a:gd name="connsiteX17" fmla="*/ 1363610 w 2614512"/>
                    <a:gd name="connsiteY17" fmla="*/ 2089722 h 2651532"/>
                    <a:gd name="connsiteX18" fmla="*/ 1991149 w 2614512"/>
                    <a:gd name="connsiteY18" fmla="*/ 2060934 h 2651532"/>
                    <a:gd name="connsiteX19" fmla="*/ 1992233 w 2614512"/>
                    <a:gd name="connsiteY19" fmla="*/ 2061978 h 2651532"/>
                    <a:gd name="connsiteX20" fmla="*/ 2614512 w 2614512"/>
                    <a:gd name="connsiteY20" fmla="*/ 2651533 h 2651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614512" h="2651532">
                      <a:moveTo>
                        <a:pt x="2614512" y="2651533"/>
                      </a:moveTo>
                      <a:lnTo>
                        <a:pt x="2220458" y="2415518"/>
                      </a:lnTo>
                      <a:lnTo>
                        <a:pt x="2224112" y="2409414"/>
                      </a:lnTo>
                      <a:lnTo>
                        <a:pt x="2562836" y="2612304"/>
                      </a:lnTo>
                      <a:lnTo>
                        <a:pt x="1988459" y="2068161"/>
                      </a:lnTo>
                      <a:lnTo>
                        <a:pt x="1360157" y="2096950"/>
                      </a:lnTo>
                      <a:lnTo>
                        <a:pt x="1359032" y="2095424"/>
                      </a:lnTo>
                      <a:lnTo>
                        <a:pt x="902903" y="1483103"/>
                      </a:lnTo>
                      <a:lnTo>
                        <a:pt x="608146" y="1358550"/>
                      </a:lnTo>
                      <a:lnTo>
                        <a:pt x="607624" y="1357065"/>
                      </a:lnTo>
                      <a:lnTo>
                        <a:pt x="274360" y="398672"/>
                      </a:lnTo>
                      <a:lnTo>
                        <a:pt x="0" y="4055"/>
                      </a:lnTo>
                      <a:lnTo>
                        <a:pt x="5822" y="0"/>
                      </a:lnTo>
                      <a:lnTo>
                        <a:pt x="280905" y="395901"/>
                      </a:lnTo>
                      <a:lnTo>
                        <a:pt x="613807" y="1353251"/>
                      </a:lnTo>
                      <a:lnTo>
                        <a:pt x="907440" y="1477321"/>
                      </a:lnTo>
                      <a:lnTo>
                        <a:pt x="908002" y="1478084"/>
                      </a:lnTo>
                      <a:lnTo>
                        <a:pt x="1363610" y="2089722"/>
                      </a:lnTo>
                      <a:lnTo>
                        <a:pt x="1991149" y="2060934"/>
                      </a:lnTo>
                      <a:lnTo>
                        <a:pt x="1992233" y="2061978"/>
                      </a:lnTo>
                      <a:lnTo>
                        <a:pt x="2614512" y="2651533"/>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33" name="Freeform: Shape 1432">
                  <a:extLst>
                    <a:ext uri="{FF2B5EF4-FFF2-40B4-BE49-F238E27FC236}">
                      <a16:creationId xmlns:a16="http://schemas.microsoft.com/office/drawing/2014/main" id="{6B99FBE6-E80B-FF3A-08A2-50EDDC78FA86}"/>
                    </a:ext>
                  </a:extLst>
                </p:cNvPr>
                <p:cNvSpPr/>
                <p:nvPr/>
              </p:nvSpPr>
              <p:spPr>
                <a:xfrm>
                  <a:off x="4429321" y="6161840"/>
                  <a:ext cx="581926" cy="418145"/>
                </a:xfrm>
                <a:custGeom>
                  <a:avLst/>
                  <a:gdLst>
                    <a:gd name="connsiteX0" fmla="*/ 375142 w 581926"/>
                    <a:gd name="connsiteY0" fmla="*/ 418145 h 418145"/>
                    <a:gd name="connsiteX1" fmla="*/ 364181 w 581926"/>
                    <a:gd name="connsiteY1" fmla="*/ 313067 h 418145"/>
                    <a:gd name="connsiteX2" fmla="*/ 0 w 581926"/>
                    <a:gd name="connsiteY2" fmla="*/ 233204 h 418145"/>
                    <a:gd name="connsiteX3" fmla="*/ 338563 w 581926"/>
                    <a:gd name="connsiteY3" fmla="*/ 0 h 418145"/>
                    <a:gd name="connsiteX4" fmla="*/ 370685 w 581926"/>
                    <a:gd name="connsiteY4" fmla="*/ 307245 h 418145"/>
                    <a:gd name="connsiteX5" fmla="*/ 581926 w 581926"/>
                    <a:gd name="connsiteY5" fmla="*/ 353581 h 418145"/>
                    <a:gd name="connsiteX6" fmla="*/ 375142 w 581926"/>
                    <a:gd name="connsiteY6" fmla="*/ 418105 h 418145"/>
                    <a:gd name="connsiteX7" fmla="*/ 371448 w 581926"/>
                    <a:gd name="connsiteY7" fmla="*/ 314673 h 418145"/>
                    <a:gd name="connsiteX8" fmla="*/ 381286 w 581926"/>
                    <a:gd name="connsiteY8" fmla="*/ 408790 h 418145"/>
                    <a:gd name="connsiteX9" fmla="*/ 554302 w 581926"/>
                    <a:gd name="connsiteY9" fmla="*/ 354785 h 418145"/>
                    <a:gd name="connsiteX10" fmla="*/ 371408 w 581926"/>
                    <a:gd name="connsiteY10" fmla="*/ 314673 h 418145"/>
                    <a:gd name="connsiteX11" fmla="*/ 17426 w 581926"/>
                    <a:gd name="connsiteY11" fmla="*/ 229751 h 418145"/>
                    <a:gd name="connsiteX12" fmla="*/ 363378 w 581926"/>
                    <a:gd name="connsiteY12" fmla="*/ 305639 h 418145"/>
                    <a:gd name="connsiteX13" fmla="*/ 332742 w 581926"/>
                    <a:gd name="connsiteY13" fmla="*/ 12568 h 418145"/>
                    <a:gd name="connsiteX14" fmla="*/ 17426 w 581926"/>
                    <a:gd name="connsiteY14" fmla="*/ 229751 h 41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1926" h="418145">
                      <a:moveTo>
                        <a:pt x="375142" y="418145"/>
                      </a:moveTo>
                      <a:lnTo>
                        <a:pt x="364181" y="313067"/>
                      </a:lnTo>
                      <a:lnTo>
                        <a:pt x="0" y="233204"/>
                      </a:lnTo>
                      <a:lnTo>
                        <a:pt x="338563" y="0"/>
                      </a:lnTo>
                      <a:lnTo>
                        <a:pt x="370685" y="307245"/>
                      </a:lnTo>
                      <a:lnTo>
                        <a:pt x="581926" y="353581"/>
                      </a:lnTo>
                      <a:lnTo>
                        <a:pt x="375142" y="418105"/>
                      </a:lnTo>
                      <a:close/>
                      <a:moveTo>
                        <a:pt x="371448" y="314673"/>
                      </a:moveTo>
                      <a:lnTo>
                        <a:pt x="381286" y="408790"/>
                      </a:lnTo>
                      <a:lnTo>
                        <a:pt x="554302" y="354785"/>
                      </a:lnTo>
                      <a:lnTo>
                        <a:pt x="371408" y="314673"/>
                      </a:lnTo>
                      <a:close/>
                      <a:moveTo>
                        <a:pt x="17426" y="229751"/>
                      </a:moveTo>
                      <a:lnTo>
                        <a:pt x="363378" y="305639"/>
                      </a:lnTo>
                      <a:lnTo>
                        <a:pt x="332742" y="12568"/>
                      </a:lnTo>
                      <a:lnTo>
                        <a:pt x="17426" y="229751"/>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34" name="Freeform: Shape 1433">
                  <a:extLst>
                    <a:ext uri="{FF2B5EF4-FFF2-40B4-BE49-F238E27FC236}">
                      <a16:creationId xmlns:a16="http://schemas.microsoft.com/office/drawing/2014/main" id="{ABC59330-F93E-16D3-C857-9AD3D3F204FA}"/>
                    </a:ext>
                  </a:extLst>
                </p:cNvPr>
                <p:cNvSpPr/>
                <p:nvPr/>
              </p:nvSpPr>
              <p:spPr>
                <a:xfrm>
                  <a:off x="8532075" y="1036208"/>
                  <a:ext cx="816415" cy="1344778"/>
                </a:xfrm>
                <a:custGeom>
                  <a:avLst/>
                  <a:gdLst>
                    <a:gd name="connsiteX0" fmla="*/ 810152 w 816415"/>
                    <a:gd name="connsiteY0" fmla="*/ 1344778 h 1344778"/>
                    <a:gd name="connsiteX1" fmla="*/ 0 w 816415"/>
                    <a:gd name="connsiteY1" fmla="*/ 4015 h 1344778"/>
                    <a:gd name="connsiteX2" fmla="*/ 5822 w 816415"/>
                    <a:gd name="connsiteY2" fmla="*/ 0 h 1344778"/>
                    <a:gd name="connsiteX3" fmla="*/ 453399 w 816415"/>
                    <a:gd name="connsiteY3" fmla="*/ 570724 h 1344778"/>
                    <a:gd name="connsiteX4" fmla="*/ 816416 w 816415"/>
                    <a:gd name="connsiteY4" fmla="*/ 1341446 h 1344778"/>
                    <a:gd name="connsiteX5" fmla="*/ 810192 w 816415"/>
                    <a:gd name="connsiteY5" fmla="*/ 1344778 h 1344778"/>
                    <a:gd name="connsiteX6" fmla="*/ 36097 w 816415"/>
                    <a:gd name="connsiteY6" fmla="*/ 50110 h 1344778"/>
                    <a:gd name="connsiteX7" fmla="*/ 780841 w 816415"/>
                    <a:gd name="connsiteY7" fmla="*/ 1282623 h 1344778"/>
                    <a:gd name="connsiteX8" fmla="*/ 447336 w 816415"/>
                    <a:gd name="connsiteY8" fmla="*/ 574418 h 1344778"/>
                    <a:gd name="connsiteX9" fmla="*/ 36097 w 816415"/>
                    <a:gd name="connsiteY9" fmla="*/ 50110 h 1344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6415" h="1344778">
                      <a:moveTo>
                        <a:pt x="810152" y="1344778"/>
                      </a:moveTo>
                      <a:lnTo>
                        <a:pt x="0" y="4015"/>
                      </a:lnTo>
                      <a:lnTo>
                        <a:pt x="5822" y="0"/>
                      </a:lnTo>
                      <a:lnTo>
                        <a:pt x="453399" y="570724"/>
                      </a:lnTo>
                      <a:lnTo>
                        <a:pt x="816416" y="1341446"/>
                      </a:lnTo>
                      <a:lnTo>
                        <a:pt x="810192" y="1344778"/>
                      </a:lnTo>
                      <a:close/>
                      <a:moveTo>
                        <a:pt x="36097" y="50110"/>
                      </a:moveTo>
                      <a:lnTo>
                        <a:pt x="780841" y="1282623"/>
                      </a:lnTo>
                      <a:lnTo>
                        <a:pt x="447336" y="574418"/>
                      </a:lnTo>
                      <a:lnTo>
                        <a:pt x="36097" y="50110"/>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35" name="Freeform: Shape 1434">
                  <a:extLst>
                    <a:ext uri="{FF2B5EF4-FFF2-40B4-BE49-F238E27FC236}">
                      <a16:creationId xmlns:a16="http://schemas.microsoft.com/office/drawing/2014/main" id="{A7D04521-E5DD-5BA3-37DF-627277DA7369}"/>
                    </a:ext>
                  </a:extLst>
                </p:cNvPr>
                <p:cNvSpPr/>
                <p:nvPr/>
              </p:nvSpPr>
              <p:spPr>
                <a:xfrm>
                  <a:off x="7386773" y="320695"/>
                  <a:ext cx="2128589" cy="4876407"/>
                </a:xfrm>
                <a:custGeom>
                  <a:avLst/>
                  <a:gdLst>
                    <a:gd name="connsiteX0" fmla="*/ 1375054 w 2128589"/>
                    <a:gd name="connsiteY0" fmla="*/ 4876327 h 4876407"/>
                    <a:gd name="connsiteX1" fmla="*/ 1369392 w 2128589"/>
                    <a:gd name="connsiteY1" fmla="*/ 4872111 h 4876407"/>
                    <a:gd name="connsiteX2" fmla="*/ 2011747 w 2128589"/>
                    <a:gd name="connsiteY2" fmla="*/ 4010927 h 4876407"/>
                    <a:gd name="connsiteX3" fmla="*/ 1938590 w 2128589"/>
                    <a:gd name="connsiteY3" fmla="*/ 3331390 h 4876407"/>
                    <a:gd name="connsiteX4" fmla="*/ 1939473 w 2128589"/>
                    <a:gd name="connsiteY4" fmla="*/ 3330266 h 4876407"/>
                    <a:gd name="connsiteX5" fmla="*/ 2120158 w 2128589"/>
                    <a:gd name="connsiteY5" fmla="*/ 3097423 h 4876407"/>
                    <a:gd name="connsiteX6" fmla="*/ 1663146 w 2128589"/>
                    <a:gd name="connsiteY6" fmla="*/ 2216965 h 4876407"/>
                    <a:gd name="connsiteX7" fmla="*/ 1664150 w 2128589"/>
                    <a:gd name="connsiteY7" fmla="*/ 2216403 h 4876407"/>
                    <a:gd name="connsiteX8" fmla="*/ 1628775 w 2128589"/>
                    <a:gd name="connsiteY8" fmla="*/ 1759511 h 4876407"/>
                    <a:gd name="connsiteX9" fmla="*/ 1615204 w 2128589"/>
                    <a:gd name="connsiteY9" fmla="*/ 1730521 h 4876407"/>
                    <a:gd name="connsiteX10" fmla="*/ 1310488 w 2128589"/>
                    <a:gd name="connsiteY10" fmla="*/ 1435000 h 4876407"/>
                    <a:gd name="connsiteX11" fmla="*/ 1310248 w 2128589"/>
                    <a:gd name="connsiteY11" fmla="*/ 1433997 h 4876407"/>
                    <a:gd name="connsiteX12" fmla="*/ 1197580 w 2128589"/>
                    <a:gd name="connsiteY12" fmla="*/ 941489 h 4876407"/>
                    <a:gd name="connsiteX13" fmla="*/ 1059698 w 2128589"/>
                    <a:gd name="connsiteY13" fmla="*/ 819507 h 4876407"/>
                    <a:gd name="connsiteX14" fmla="*/ 845686 w 2128589"/>
                    <a:gd name="connsiteY14" fmla="*/ 444084 h 4876407"/>
                    <a:gd name="connsiteX15" fmla="*/ 0 w 2128589"/>
                    <a:gd name="connsiteY15" fmla="*/ 845204 h 4876407"/>
                    <a:gd name="connsiteX16" fmla="*/ 121581 w 2128589"/>
                    <a:gd name="connsiteY16" fmla="*/ 0 h 4876407"/>
                    <a:gd name="connsiteX17" fmla="*/ 128568 w 2128589"/>
                    <a:gd name="connsiteY17" fmla="*/ 1004 h 4876407"/>
                    <a:gd name="connsiteX18" fmla="*/ 8874 w 2128589"/>
                    <a:gd name="connsiteY18" fmla="*/ 833159 h 4876407"/>
                    <a:gd name="connsiteX19" fmla="*/ 848578 w 2128589"/>
                    <a:gd name="connsiteY19" fmla="*/ 434889 h 4876407"/>
                    <a:gd name="connsiteX20" fmla="*/ 850183 w 2128589"/>
                    <a:gd name="connsiteY20" fmla="*/ 437740 h 4876407"/>
                    <a:gd name="connsiteX21" fmla="*/ 1065520 w 2128589"/>
                    <a:gd name="connsiteY21" fmla="*/ 815492 h 4876407"/>
                    <a:gd name="connsiteX22" fmla="*/ 1194850 w 2128589"/>
                    <a:gd name="connsiteY22" fmla="*/ 929685 h 4876407"/>
                    <a:gd name="connsiteX23" fmla="*/ 1144941 w 2128589"/>
                    <a:gd name="connsiteY23" fmla="*/ 711538 h 4876407"/>
                    <a:gd name="connsiteX24" fmla="*/ 1284389 w 2128589"/>
                    <a:gd name="connsiteY24" fmla="*/ 1008744 h 4876407"/>
                    <a:gd name="connsiteX25" fmla="*/ 1599263 w 2128589"/>
                    <a:gd name="connsiteY25" fmla="*/ 1286799 h 4876407"/>
                    <a:gd name="connsiteX26" fmla="*/ 1634316 w 2128589"/>
                    <a:gd name="connsiteY26" fmla="*/ 1739274 h 4876407"/>
                    <a:gd name="connsiteX27" fmla="*/ 1964367 w 2128589"/>
                    <a:gd name="connsiteY27" fmla="*/ 2059368 h 4876407"/>
                    <a:gd name="connsiteX28" fmla="*/ 1815644 w 2128589"/>
                    <a:gd name="connsiteY28" fmla="*/ 2141238 h 4876407"/>
                    <a:gd name="connsiteX29" fmla="*/ 2114938 w 2128589"/>
                    <a:gd name="connsiteY29" fmla="*/ 2779217 h 4876407"/>
                    <a:gd name="connsiteX30" fmla="*/ 1687357 w 2128589"/>
                    <a:gd name="connsiteY30" fmla="*/ 2248324 h 4876407"/>
                    <a:gd name="connsiteX31" fmla="*/ 2128590 w 2128589"/>
                    <a:gd name="connsiteY31" fmla="*/ 3098266 h 4876407"/>
                    <a:gd name="connsiteX32" fmla="*/ 1946018 w 2128589"/>
                    <a:gd name="connsiteY32" fmla="*/ 3333558 h 4876407"/>
                    <a:gd name="connsiteX33" fmla="*/ 2019135 w 2128589"/>
                    <a:gd name="connsiteY33" fmla="*/ 4013014 h 4876407"/>
                    <a:gd name="connsiteX34" fmla="*/ 2018292 w 2128589"/>
                    <a:gd name="connsiteY34" fmla="*/ 4014138 h 4876407"/>
                    <a:gd name="connsiteX35" fmla="*/ 1375093 w 2128589"/>
                    <a:gd name="connsiteY35" fmla="*/ 4876408 h 4876407"/>
                    <a:gd name="connsiteX36" fmla="*/ 1673264 w 2128589"/>
                    <a:gd name="connsiteY36" fmla="*/ 2219495 h 4876407"/>
                    <a:gd name="connsiteX37" fmla="*/ 2083499 w 2128589"/>
                    <a:gd name="connsiteY37" fmla="*/ 2728866 h 4876407"/>
                    <a:gd name="connsiteX38" fmla="*/ 1809420 w 2128589"/>
                    <a:gd name="connsiteY38" fmla="*/ 2144571 h 4876407"/>
                    <a:gd name="connsiteX39" fmla="*/ 1673264 w 2128589"/>
                    <a:gd name="connsiteY39" fmla="*/ 2219495 h 4876407"/>
                    <a:gd name="connsiteX40" fmla="*/ 1637287 w 2128589"/>
                    <a:gd name="connsiteY40" fmla="*/ 1777659 h 4876407"/>
                    <a:gd name="connsiteX41" fmla="*/ 1670975 w 2128589"/>
                    <a:gd name="connsiteY41" fmla="*/ 2212669 h 4876407"/>
                    <a:gd name="connsiteX42" fmla="*/ 1806409 w 2128589"/>
                    <a:gd name="connsiteY42" fmla="*/ 2138146 h 4876407"/>
                    <a:gd name="connsiteX43" fmla="*/ 1637287 w 2128589"/>
                    <a:gd name="connsiteY43" fmla="*/ 1777659 h 4876407"/>
                    <a:gd name="connsiteX44" fmla="*/ 1635762 w 2128589"/>
                    <a:gd name="connsiteY44" fmla="*/ 1757704 h 4876407"/>
                    <a:gd name="connsiteX45" fmla="*/ 1812632 w 2128589"/>
                    <a:gd name="connsiteY45" fmla="*/ 2134733 h 4876407"/>
                    <a:gd name="connsiteX46" fmla="*/ 1952563 w 2128589"/>
                    <a:gd name="connsiteY46" fmla="*/ 2057721 h 4876407"/>
                    <a:gd name="connsiteX47" fmla="*/ 1635159 w 2128589"/>
                    <a:gd name="connsiteY47" fmla="*/ 1749874 h 4876407"/>
                    <a:gd name="connsiteX48" fmla="*/ 1635762 w 2128589"/>
                    <a:gd name="connsiteY48" fmla="*/ 1757704 h 4876407"/>
                    <a:gd name="connsiteX49" fmla="*/ 1621066 w 2128589"/>
                    <a:gd name="connsiteY49" fmla="*/ 1726385 h 4876407"/>
                    <a:gd name="connsiteX50" fmla="*/ 1626647 w 2128589"/>
                    <a:gd name="connsiteY50" fmla="*/ 1731806 h 4876407"/>
                    <a:gd name="connsiteX51" fmla="*/ 1592437 w 2128589"/>
                    <a:gd name="connsiteY51" fmla="*/ 1290171 h 4876407"/>
                    <a:gd name="connsiteX52" fmla="*/ 1291938 w 2128589"/>
                    <a:gd name="connsiteY52" fmla="*/ 1024845 h 4876407"/>
                    <a:gd name="connsiteX53" fmla="*/ 1621026 w 2128589"/>
                    <a:gd name="connsiteY53" fmla="*/ 1726385 h 4876407"/>
                    <a:gd name="connsiteX54" fmla="*/ 1316913 w 2128589"/>
                    <a:gd name="connsiteY54" fmla="*/ 1431427 h 4876407"/>
                    <a:gd name="connsiteX55" fmla="*/ 1606691 w 2128589"/>
                    <a:gd name="connsiteY55" fmla="*/ 1712452 h 4876407"/>
                    <a:gd name="connsiteX56" fmla="*/ 1278608 w 2128589"/>
                    <a:gd name="connsiteY56" fmla="*/ 1013041 h 4876407"/>
                    <a:gd name="connsiteX57" fmla="*/ 1206695 w 2128589"/>
                    <a:gd name="connsiteY57" fmla="*/ 949520 h 4876407"/>
                    <a:gd name="connsiteX58" fmla="*/ 1316913 w 2128589"/>
                    <a:gd name="connsiteY58" fmla="*/ 1431387 h 4876407"/>
                    <a:gd name="connsiteX59" fmla="*/ 1203964 w 2128589"/>
                    <a:gd name="connsiteY59" fmla="*/ 937715 h 4876407"/>
                    <a:gd name="connsiteX60" fmla="*/ 1271019 w 2128589"/>
                    <a:gd name="connsiteY60" fmla="*/ 996940 h 4876407"/>
                    <a:gd name="connsiteX61" fmla="*/ 1166543 w 2128589"/>
                    <a:gd name="connsiteY61" fmla="*/ 774255 h 4876407"/>
                    <a:gd name="connsiteX62" fmla="*/ 1203925 w 2128589"/>
                    <a:gd name="connsiteY62" fmla="*/ 937715 h 4876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2128589" h="4876407">
                      <a:moveTo>
                        <a:pt x="1375054" y="4876327"/>
                      </a:moveTo>
                      <a:lnTo>
                        <a:pt x="1369392" y="4872111"/>
                      </a:lnTo>
                      <a:lnTo>
                        <a:pt x="2011747" y="4010927"/>
                      </a:lnTo>
                      <a:lnTo>
                        <a:pt x="1938590" y="3331390"/>
                      </a:lnTo>
                      <a:lnTo>
                        <a:pt x="1939473" y="3330266"/>
                      </a:lnTo>
                      <a:lnTo>
                        <a:pt x="2120158" y="3097423"/>
                      </a:lnTo>
                      <a:lnTo>
                        <a:pt x="1663146" y="2216965"/>
                      </a:lnTo>
                      <a:lnTo>
                        <a:pt x="1664150" y="2216403"/>
                      </a:lnTo>
                      <a:lnTo>
                        <a:pt x="1628775" y="1759511"/>
                      </a:lnTo>
                      <a:lnTo>
                        <a:pt x="1615204" y="1730521"/>
                      </a:lnTo>
                      <a:lnTo>
                        <a:pt x="1310488" y="1435000"/>
                      </a:lnTo>
                      <a:lnTo>
                        <a:pt x="1310248" y="1433997"/>
                      </a:lnTo>
                      <a:lnTo>
                        <a:pt x="1197580" y="941489"/>
                      </a:lnTo>
                      <a:lnTo>
                        <a:pt x="1059698" y="819507"/>
                      </a:lnTo>
                      <a:lnTo>
                        <a:pt x="845686" y="444084"/>
                      </a:lnTo>
                      <a:lnTo>
                        <a:pt x="0" y="845204"/>
                      </a:lnTo>
                      <a:lnTo>
                        <a:pt x="121581" y="0"/>
                      </a:lnTo>
                      <a:lnTo>
                        <a:pt x="128568" y="1004"/>
                      </a:lnTo>
                      <a:lnTo>
                        <a:pt x="8874" y="833159"/>
                      </a:lnTo>
                      <a:lnTo>
                        <a:pt x="848578" y="434889"/>
                      </a:lnTo>
                      <a:lnTo>
                        <a:pt x="850183" y="437740"/>
                      </a:lnTo>
                      <a:lnTo>
                        <a:pt x="1065520" y="815492"/>
                      </a:lnTo>
                      <a:lnTo>
                        <a:pt x="1194850" y="929685"/>
                      </a:lnTo>
                      <a:lnTo>
                        <a:pt x="1144941" y="711538"/>
                      </a:lnTo>
                      <a:lnTo>
                        <a:pt x="1284389" y="1008744"/>
                      </a:lnTo>
                      <a:lnTo>
                        <a:pt x="1599263" y="1286799"/>
                      </a:lnTo>
                      <a:lnTo>
                        <a:pt x="1634316" y="1739274"/>
                      </a:lnTo>
                      <a:lnTo>
                        <a:pt x="1964367" y="2059368"/>
                      </a:lnTo>
                      <a:lnTo>
                        <a:pt x="1815644" y="2141238"/>
                      </a:lnTo>
                      <a:lnTo>
                        <a:pt x="2114938" y="2779217"/>
                      </a:lnTo>
                      <a:lnTo>
                        <a:pt x="1687357" y="2248324"/>
                      </a:lnTo>
                      <a:lnTo>
                        <a:pt x="2128590" y="3098266"/>
                      </a:lnTo>
                      <a:lnTo>
                        <a:pt x="1946018" y="3333558"/>
                      </a:lnTo>
                      <a:lnTo>
                        <a:pt x="2019135" y="4013014"/>
                      </a:lnTo>
                      <a:lnTo>
                        <a:pt x="2018292" y="4014138"/>
                      </a:lnTo>
                      <a:lnTo>
                        <a:pt x="1375093" y="4876408"/>
                      </a:lnTo>
                      <a:close/>
                      <a:moveTo>
                        <a:pt x="1673264" y="2219495"/>
                      </a:moveTo>
                      <a:lnTo>
                        <a:pt x="2083499" y="2728866"/>
                      </a:lnTo>
                      <a:lnTo>
                        <a:pt x="1809420" y="2144571"/>
                      </a:lnTo>
                      <a:lnTo>
                        <a:pt x="1673264" y="2219495"/>
                      </a:lnTo>
                      <a:close/>
                      <a:moveTo>
                        <a:pt x="1637287" y="1777659"/>
                      </a:moveTo>
                      <a:lnTo>
                        <a:pt x="1670975" y="2212669"/>
                      </a:lnTo>
                      <a:lnTo>
                        <a:pt x="1806409" y="2138146"/>
                      </a:lnTo>
                      <a:lnTo>
                        <a:pt x="1637287" y="1777659"/>
                      </a:lnTo>
                      <a:close/>
                      <a:moveTo>
                        <a:pt x="1635762" y="1757704"/>
                      </a:moveTo>
                      <a:lnTo>
                        <a:pt x="1812632" y="2134733"/>
                      </a:lnTo>
                      <a:lnTo>
                        <a:pt x="1952563" y="2057721"/>
                      </a:lnTo>
                      <a:lnTo>
                        <a:pt x="1635159" y="1749874"/>
                      </a:lnTo>
                      <a:lnTo>
                        <a:pt x="1635762" y="1757704"/>
                      </a:lnTo>
                      <a:close/>
                      <a:moveTo>
                        <a:pt x="1621066" y="1726385"/>
                      </a:moveTo>
                      <a:lnTo>
                        <a:pt x="1626647" y="1731806"/>
                      </a:lnTo>
                      <a:lnTo>
                        <a:pt x="1592437" y="1290171"/>
                      </a:lnTo>
                      <a:lnTo>
                        <a:pt x="1291938" y="1024845"/>
                      </a:lnTo>
                      <a:lnTo>
                        <a:pt x="1621026" y="1726385"/>
                      </a:lnTo>
                      <a:close/>
                      <a:moveTo>
                        <a:pt x="1316913" y="1431427"/>
                      </a:moveTo>
                      <a:lnTo>
                        <a:pt x="1606691" y="1712452"/>
                      </a:lnTo>
                      <a:lnTo>
                        <a:pt x="1278608" y="1013041"/>
                      </a:lnTo>
                      <a:lnTo>
                        <a:pt x="1206695" y="949520"/>
                      </a:lnTo>
                      <a:lnTo>
                        <a:pt x="1316913" y="1431387"/>
                      </a:lnTo>
                      <a:close/>
                      <a:moveTo>
                        <a:pt x="1203964" y="937715"/>
                      </a:moveTo>
                      <a:lnTo>
                        <a:pt x="1271019" y="996940"/>
                      </a:lnTo>
                      <a:lnTo>
                        <a:pt x="1166543" y="774255"/>
                      </a:lnTo>
                      <a:lnTo>
                        <a:pt x="1203925" y="937715"/>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36" name="Freeform: Shape 1435">
                  <a:extLst>
                    <a:ext uri="{FF2B5EF4-FFF2-40B4-BE49-F238E27FC236}">
                      <a16:creationId xmlns:a16="http://schemas.microsoft.com/office/drawing/2014/main" id="{49001B7E-797C-BE54-14D1-DB217F5924CD}"/>
                    </a:ext>
                  </a:extLst>
                </p:cNvPr>
                <p:cNvSpPr/>
                <p:nvPr/>
              </p:nvSpPr>
              <p:spPr>
                <a:xfrm>
                  <a:off x="2893859" y="45853"/>
                  <a:ext cx="5643234" cy="3889827"/>
                </a:xfrm>
                <a:custGeom>
                  <a:avLst/>
                  <a:gdLst>
                    <a:gd name="connsiteX0" fmla="*/ 12688 w 5643234"/>
                    <a:gd name="connsiteY0" fmla="*/ 3889827 h 3889827"/>
                    <a:gd name="connsiteX1" fmla="*/ 0 w 5643234"/>
                    <a:gd name="connsiteY1" fmla="*/ 3060122 h 3889827"/>
                    <a:gd name="connsiteX2" fmla="*/ 161 w 5643234"/>
                    <a:gd name="connsiteY2" fmla="*/ 3059600 h 3889827"/>
                    <a:gd name="connsiteX3" fmla="*/ 291104 w 5643234"/>
                    <a:gd name="connsiteY3" fmla="*/ 2056918 h 3889827"/>
                    <a:gd name="connsiteX4" fmla="*/ 291626 w 5643234"/>
                    <a:gd name="connsiteY4" fmla="*/ 2056356 h 3889827"/>
                    <a:gd name="connsiteX5" fmla="*/ 592406 w 5643234"/>
                    <a:gd name="connsiteY5" fmla="*/ 1706711 h 3889827"/>
                    <a:gd name="connsiteX6" fmla="*/ 1017899 w 5643234"/>
                    <a:gd name="connsiteY6" fmla="*/ 753818 h 3889827"/>
                    <a:gd name="connsiteX7" fmla="*/ 1020268 w 5643234"/>
                    <a:gd name="connsiteY7" fmla="*/ 753898 h 3889827"/>
                    <a:gd name="connsiteX8" fmla="*/ 1867681 w 5643234"/>
                    <a:gd name="connsiteY8" fmla="*/ 775219 h 3889827"/>
                    <a:gd name="connsiteX9" fmla="*/ 2449326 w 5643234"/>
                    <a:gd name="connsiteY9" fmla="*/ 292067 h 3889827"/>
                    <a:gd name="connsiteX10" fmla="*/ 2450370 w 5643234"/>
                    <a:gd name="connsiteY10" fmla="*/ 291184 h 3889827"/>
                    <a:gd name="connsiteX11" fmla="*/ 2451735 w 5643234"/>
                    <a:gd name="connsiteY11" fmla="*/ 291184 h 3889827"/>
                    <a:gd name="connsiteX12" fmla="*/ 3126694 w 5643234"/>
                    <a:gd name="connsiteY12" fmla="*/ 313870 h 3889827"/>
                    <a:gd name="connsiteX13" fmla="*/ 3738534 w 5643234"/>
                    <a:gd name="connsiteY13" fmla="*/ 0 h 3889827"/>
                    <a:gd name="connsiteX14" fmla="*/ 3739899 w 5643234"/>
                    <a:gd name="connsiteY14" fmla="*/ 442 h 3889827"/>
                    <a:gd name="connsiteX15" fmla="*/ 4620036 w 5643234"/>
                    <a:gd name="connsiteY15" fmla="*/ 272393 h 3889827"/>
                    <a:gd name="connsiteX16" fmla="*/ 5643235 w 5643234"/>
                    <a:gd name="connsiteY16" fmla="*/ 989632 h 3889827"/>
                    <a:gd name="connsiteX17" fmla="*/ 5639179 w 5643234"/>
                    <a:gd name="connsiteY17" fmla="*/ 995454 h 3889827"/>
                    <a:gd name="connsiteX18" fmla="*/ 4616422 w 5643234"/>
                    <a:gd name="connsiteY18" fmla="*/ 278496 h 3889827"/>
                    <a:gd name="connsiteX19" fmla="*/ 3739216 w 5643234"/>
                    <a:gd name="connsiteY19" fmla="*/ 7629 h 3889827"/>
                    <a:gd name="connsiteX20" fmla="*/ 3128300 w 5643234"/>
                    <a:gd name="connsiteY20" fmla="*/ 321017 h 3889827"/>
                    <a:gd name="connsiteX21" fmla="*/ 3127377 w 5643234"/>
                    <a:gd name="connsiteY21" fmla="*/ 321017 h 3889827"/>
                    <a:gd name="connsiteX22" fmla="*/ 2452860 w 5643234"/>
                    <a:gd name="connsiteY22" fmla="*/ 298371 h 3889827"/>
                    <a:gd name="connsiteX23" fmla="*/ 1868725 w 5643234"/>
                    <a:gd name="connsiteY23" fmla="*/ 782246 h 3889827"/>
                    <a:gd name="connsiteX24" fmla="*/ 1022436 w 5643234"/>
                    <a:gd name="connsiteY24" fmla="*/ 761045 h 3889827"/>
                    <a:gd name="connsiteX25" fmla="*/ 598108 w 5643234"/>
                    <a:gd name="connsiteY25" fmla="*/ 1710967 h 3889827"/>
                    <a:gd name="connsiteX26" fmla="*/ 297488 w 5643234"/>
                    <a:gd name="connsiteY26" fmla="*/ 2060412 h 3889827"/>
                    <a:gd name="connsiteX27" fmla="*/ 7308 w 5643234"/>
                    <a:gd name="connsiteY27" fmla="*/ 3060523 h 3889827"/>
                    <a:gd name="connsiteX28" fmla="*/ 164102 w 5643234"/>
                    <a:gd name="connsiteY28" fmla="*/ 3567244 h 3889827"/>
                    <a:gd name="connsiteX29" fmla="*/ 163781 w 5643234"/>
                    <a:gd name="connsiteY29" fmla="*/ 3568248 h 3889827"/>
                    <a:gd name="connsiteX30" fmla="*/ 12688 w 5643234"/>
                    <a:gd name="connsiteY30" fmla="*/ 3889827 h 3889827"/>
                    <a:gd name="connsiteX31" fmla="*/ 7428 w 5643234"/>
                    <a:gd name="connsiteY31" fmla="*/ 3082406 h 3889827"/>
                    <a:gd name="connsiteX32" fmla="*/ 19313 w 5643234"/>
                    <a:gd name="connsiteY32" fmla="*/ 3859071 h 3889827"/>
                    <a:gd name="connsiteX33" fmla="*/ 157156 w 5643234"/>
                    <a:gd name="connsiteY33" fmla="*/ 3565678 h 3889827"/>
                    <a:gd name="connsiteX34" fmla="*/ 7468 w 5643234"/>
                    <a:gd name="connsiteY34" fmla="*/ 3082366 h 3889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643234" h="3889827">
                      <a:moveTo>
                        <a:pt x="12688" y="3889827"/>
                      </a:moveTo>
                      <a:lnTo>
                        <a:pt x="0" y="3060122"/>
                      </a:lnTo>
                      <a:lnTo>
                        <a:pt x="161" y="3059600"/>
                      </a:lnTo>
                      <a:lnTo>
                        <a:pt x="291104" y="2056918"/>
                      </a:lnTo>
                      <a:lnTo>
                        <a:pt x="291626" y="2056356"/>
                      </a:lnTo>
                      <a:lnTo>
                        <a:pt x="592406" y="1706711"/>
                      </a:lnTo>
                      <a:lnTo>
                        <a:pt x="1017899" y="753818"/>
                      </a:lnTo>
                      <a:lnTo>
                        <a:pt x="1020268" y="753898"/>
                      </a:lnTo>
                      <a:cubicBezTo>
                        <a:pt x="1307477" y="762009"/>
                        <a:pt x="1854109" y="776825"/>
                        <a:pt x="1867681" y="775219"/>
                      </a:cubicBezTo>
                      <a:cubicBezTo>
                        <a:pt x="1885107" y="768433"/>
                        <a:pt x="2293455" y="424128"/>
                        <a:pt x="2449326" y="292067"/>
                      </a:cubicBezTo>
                      <a:lnTo>
                        <a:pt x="2450370" y="291184"/>
                      </a:lnTo>
                      <a:lnTo>
                        <a:pt x="2451735" y="291184"/>
                      </a:lnTo>
                      <a:cubicBezTo>
                        <a:pt x="2451735" y="291184"/>
                        <a:pt x="3126694" y="313870"/>
                        <a:pt x="3126694" y="313870"/>
                      </a:cubicBezTo>
                      <a:lnTo>
                        <a:pt x="3738534" y="0"/>
                      </a:lnTo>
                      <a:lnTo>
                        <a:pt x="3739899" y="442"/>
                      </a:lnTo>
                      <a:lnTo>
                        <a:pt x="4620036" y="272393"/>
                      </a:lnTo>
                      <a:lnTo>
                        <a:pt x="5643235" y="989632"/>
                      </a:lnTo>
                      <a:lnTo>
                        <a:pt x="5639179" y="995454"/>
                      </a:lnTo>
                      <a:lnTo>
                        <a:pt x="4616422" y="278496"/>
                      </a:lnTo>
                      <a:lnTo>
                        <a:pt x="3739216" y="7629"/>
                      </a:lnTo>
                      <a:lnTo>
                        <a:pt x="3128300" y="321017"/>
                      </a:lnTo>
                      <a:lnTo>
                        <a:pt x="3127377" y="321017"/>
                      </a:lnTo>
                      <a:cubicBezTo>
                        <a:pt x="3127377" y="321017"/>
                        <a:pt x="2452860" y="298371"/>
                        <a:pt x="2452860" y="298371"/>
                      </a:cubicBezTo>
                      <a:cubicBezTo>
                        <a:pt x="2355450" y="380924"/>
                        <a:pt x="1883902" y="779957"/>
                        <a:pt x="1868725" y="782246"/>
                      </a:cubicBezTo>
                      <a:cubicBezTo>
                        <a:pt x="1853949" y="784534"/>
                        <a:pt x="1080818" y="762692"/>
                        <a:pt x="1022436" y="761045"/>
                      </a:cubicBezTo>
                      <a:lnTo>
                        <a:pt x="598108" y="1710967"/>
                      </a:lnTo>
                      <a:lnTo>
                        <a:pt x="297488" y="2060412"/>
                      </a:lnTo>
                      <a:lnTo>
                        <a:pt x="7308" y="3060523"/>
                      </a:lnTo>
                      <a:cubicBezTo>
                        <a:pt x="18028" y="3091119"/>
                        <a:pt x="170005" y="3526409"/>
                        <a:pt x="164102" y="3567244"/>
                      </a:cubicBezTo>
                      <a:lnTo>
                        <a:pt x="163781" y="3568248"/>
                      </a:lnTo>
                      <a:lnTo>
                        <a:pt x="12688" y="3889827"/>
                      </a:lnTo>
                      <a:close/>
                      <a:moveTo>
                        <a:pt x="7428" y="3082406"/>
                      </a:moveTo>
                      <a:lnTo>
                        <a:pt x="19313" y="3859071"/>
                      </a:lnTo>
                      <a:lnTo>
                        <a:pt x="157156" y="3565678"/>
                      </a:lnTo>
                      <a:cubicBezTo>
                        <a:pt x="160529" y="3532754"/>
                        <a:pt x="64725" y="3246749"/>
                        <a:pt x="7468" y="3082366"/>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37" name="Freeform: Shape 1436">
                  <a:extLst>
                    <a:ext uri="{FF2B5EF4-FFF2-40B4-BE49-F238E27FC236}">
                      <a16:creationId xmlns:a16="http://schemas.microsoft.com/office/drawing/2014/main" id="{0B4ECE22-B368-5848-4B1E-B6FF9650E6F5}"/>
                    </a:ext>
                  </a:extLst>
                </p:cNvPr>
                <p:cNvSpPr/>
                <p:nvPr/>
              </p:nvSpPr>
              <p:spPr>
                <a:xfrm>
                  <a:off x="3049690" y="4498976"/>
                  <a:ext cx="3209808" cy="2340874"/>
                </a:xfrm>
                <a:custGeom>
                  <a:avLst/>
                  <a:gdLst>
                    <a:gd name="connsiteX0" fmla="*/ 3207480 w 3209808"/>
                    <a:gd name="connsiteY0" fmla="*/ 2340754 h 2340874"/>
                    <a:gd name="connsiteX1" fmla="*/ 1945576 w 3209808"/>
                    <a:gd name="connsiteY1" fmla="*/ 2020179 h 2340874"/>
                    <a:gd name="connsiteX2" fmla="*/ 1944813 w 3209808"/>
                    <a:gd name="connsiteY2" fmla="*/ 2019055 h 2340874"/>
                    <a:gd name="connsiteX3" fmla="*/ 1715544 w 3209808"/>
                    <a:gd name="connsiteY3" fmla="*/ 1675994 h 2340874"/>
                    <a:gd name="connsiteX4" fmla="*/ 1600548 w 3209808"/>
                    <a:gd name="connsiteY4" fmla="*/ 1883461 h 2340874"/>
                    <a:gd name="connsiteX5" fmla="*/ 1594365 w 3209808"/>
                    <a:gd name="connsiteY5" fmla="*/ 1880048 h 2340874"/>
                    <a:gd name="connsiteX6" fmla="*/ 1710445 w 3209808"/>
                    <a:gd name="connsiteY6" fmla="*/ 1670654 h 2340874"/>
                    <a:gd name="connsiteX7" fmla="*/ 628101 w 3209808"/>
                    <a:gd name="connsiteY7" fmla="*/ 1087523 h 2340874"/>
                    <a:gd name="connsiteX8" fmla="*/ 0 w 3209808"/>
                    <a:gd name="connsiteY8" fmla="*/ 3533 h 2340874"/>
                    <a:gd name="connsiteX9" fmla="*/ 6143 w 3209808"/>
                    <a:gd name="connsiteY9" fmla="*/ 0 h 2340874"/>
                    <a:gd name="connsiteX10" fmla="*/ 633241 w 3209808"/>
                    <a:gd name="connsiteY10" fmla="*/ 1082263 h 2340874"/>
                    <a:gd name="connsiteX11" fmla="*/ 1713898 w 3209808"/>
                    <a:gd name="connsiteY11" fmla="*/ 1664471 h 2340874"/>
                    <a:gd name="connsiteX12" fmla="*/ 1715022 w 3209808"/>
                    <a:gd name="connsiteY12" fmla="*/ 1662463 h 2340874"/>
                    <a:gd name="connsiteX13" fmla="*/ 1717672 w 3209808"/>
                    <a:gd name="connsiteY13" fmla="*/ 1666478 h 2340874"/>
                    <a:gd name="connsiteX14" fmla="*/ 3209809 w 3209808"/>
                    <a:gd name="connsiteY14" fmla="*/ 2334209 h 2340874"/>
                    <a:gd name="connsiteX15" fmla="*/ 3207480 w 3209808"/>
                    <a:gd name="connsiteY15" fmla="*/ 2340875 h 2340874"/>
                    <a:gd name="connsiteX16" fmla="*/ 1949953 w 3209808"/>
                    <a:gd name="connsiteY16" fmla="*/ 2013956 h 2340874"/>
                    <a:gd name="connsiteX17" fmla="*/ 3169456 w 3209808"/>
                    <a:gd name="connsiteY17" fmla="*/ 2323770 h 2340874"/>
                    <a:gd name="connsiteX18" fmla="*/ 1725100 w 3209808"/>
                    <a:gd name="connsiteY18" fmla="*/ 1677399 h 2340874"/>
                    <a:gd name="connsiteX19" fmla="*/ 1949993 w 3209808"/>
                    <a:gd name="connsiteY19" fmla="*/ 2013956 h 234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209808" h="2340874">
                      <a:moveTo>
                        <a:pt x="3207480" y="2340754"/>
                      </a:moveTo>
                      <a:lnTo>
                        <a:pt x="1945576" y="2020179"/>
                      </a:lnTo>
                      <a:lnTo>
                        <a:pt x="1944813" y="2019055"/>
                      </a:lnTo>
                      <a:lnTo>
                        <a:pt x="1715544" y="1675994"/>
                      </a:lnTo>
                      <a:lnTo>
                        <a:pt x="1600548" y="1883461"/>
                      </a:lnTo>
                      <a:lnTo>
                        <a:pt x="1594365" y="1880048"/>
                      </a:lnTo>
                      <a:lnTo>
                        <a:pt x="1710445" y="1670654"/>
                      </a:lnTo>
                      <a:lnTo>
                        <a:pt x="628101" y="1087523"/>
                      </a:lnTo>
                      <a:lnTo>
                        <a:pt x="0" y="3533"/>
                      </a:lnTo>
                      <a:lnTo>
                        <a:pt x="6143" y="0"/>
                      </a:lnTo>
                      <a:lnTo>
                        <a:pt x="633241" y="1082263"/>
                      </a:lnTo>
                      <a:lnTo>
                        <a:pt x="1713898" y="1664471"/>
                      </a:lnTo>
                      <a:lnTo>
                        <a:pt x="1715022" y="1662463"/>
                      </a:lnTo>
                      <a:lnTo>
                        <a:pt x="1717672" y="1666478"/>
                      </a:lnTo>
                      <a:lnTo>
                        <a:pt x="3209809" y="2334209"/>
                      </a:lnTo>
                      <a:lnTo>
                        <a:pt x="3207480" y="2340875"/>
                      </a:lnTo>
                      <a:close/>
                      <a:moveTo>
                        <a:pt x="1949953" y="2013956"/>
                      </a:moveTo>
                      <a:lnTo>
                        <a:pt x="3169456" y="2323770"/>
                      </a:lnTo>
                      <a:lnTo>
                        <a:pt x="1725100" y="1677399"/>
                      </a:lnTo>
                      <a:lnTo>
                        <a:pt x="1949993" y="2013956"/>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38" name="Freeform: Shape 1437">
                  <a:extLst>
                    <a:ext uri="{FF2B5EF4-FFF2-40B4-BE49-F238E27FC236}">
                      <a16:creationId xmlns:a16="http://schemas.microsoft.com/office/drawing/2014/main" id="{16F299F2-FDE7-0273-B1ED-2834C55DBF6E}"/>
                    </a:ext>
                  </a:extLst>
                </p:cNvPr>
                <p:cNvSpPr/>
                <p:nvPr/>
              </p:nvSpPr>
              <p:spPr>
                <a:xfrm>
                  <a:off x="2775691" y="3907132"/>
                  <a:ext cx="2223750" cy="2611822"/>
                </a:xfrm>
                <a:custGeom>
                  <a:avLst/>
                  <a:gdLst>
                    <a:gd name="connsiteX0" fmla="*/ 2219696 w 2223750"/>
                    <a:gd name="connsiteY0" fmla="*/ 2611822 h 2611822"/>
                    <a:gd name="connsiteX1" fmla="*/ 981280 w 2223750"/>
                    <a:gd name="connsiteY1" fmla="*/ 1735259 h 2611822"/>
                    <a:gd name="connsiteX2" fmla="*/ 1873704 w 2223750"/>
                    <a:gd name="connsiteY2" fmla="*/ 2470807 h 2611822"/>
                    <a:gd name="connsiteX3" fmla="*/ 1869367 w 2223750"/>
                    <a:gd name="connsiteY3" fmla="*/ 2476388 h 2611822"/>
                    <a:gd name="connsiteX4" fmla="*/ 606178 w 2223750"/>
                    <a:gd name="connsiteY4" fmla="*/ 1555417 h 2611822"/>
                    <a:gd name="connsiteX5" fmla="*/ 605817 w 2223750"/>
                    <a:gd name="connsiteY5" fmla="*/ 1554293 h 2611822"/>
                    <a:gd name="connsiteX6" fmla="*/ 500538 w 2223750"/>
                    <a:gd name="connsiteY6" fmla="*/ 1214926 h 2611822"/>
                    <a:gd name="connsiteX7" fmla="*/ 211201 w 2223750"/>
                    <a:gd name="connsiteY7" fmla="*/ 880458 h 2611822"/>
                    <a:gd name="connsiteX8" fmla="*/ 162456 w 2223750"/>
                    <a:gd name="connsiteY8" fmla="*/ 344907 h 2611822"/>
                    <a:gd name="connsiteX9" fmla="*/ 0 w 2223750"/>
                    <a:gd name="connsiteY9" fmla="*/ 201122 h 2611822"/>
                    <a:gd name="connsiteX10" fmla="*/ 4698 w 2223750"/>
                    <a:gd name="connsiteY10" fmla="*/ 195822 h 2611822"/>
                    <a:gd name="connsiteX11" fmla="*/ 161492 w 2223750"/>
                    <a:gd name="connsiteY11" fmla="*/ 334629 h 2611822"/>
                    <a:gd name="connsiteX12" fmla="*/ 131017 w 2223750"/>
                    <a:gd name="connsiteY12" fmla="*/ 0 h 2611822"/>
                    <a:gd name="connsiteX13" fmla="*/ 262596 w 2223750"/>
                    <a:gd name="connsiteY13" fmla="*/ 424128 h 2611822"/>
                    <a:gd name="connsiteX14" fmla="*/ 935788 w 2223750"/>
                    <a:gd name="connsiteY14" fmla="*/ 1020027 h 2611822"/>
                    <a:gd name="connsiteX15" fmla="*/ 935707 w 2223750"/>
                    <a:gd name="connsiteY15" fmla="*/ 1021714 h 2611822"/>
                    <a:gd name="connsiteX16" fmla="*/ 908203 w 2223750"/>
                    <a:gd name="connsiteY16" fmla="*/ 1674910 h 2611822"/>
                    <a:gd name="connsiteX17" fmla="*/ 2223751 w 2223750"/>
                    <a:gd name="connsiteY17" fmla="*/ 2606040 h 2611822"/>
                    <a:gd name="connsiteX18" fmla="*/ 2219655 w 2223750"/>
                    <a:gd name="connsiteY18" fmla="*/ 2611822 h 2611822"/>
                    <a:gd name="connsiteX19" fmla="*/ 612241 w 2223750"/>
                    <a:gd name="connsiteY19" fmla="*/ 1551121 h 2611822"/>
                    <a:gd name="connsiteX20" fmla="*/ 1777218 w 2223750"/>
                    <a:gd name="connsiteY20" fmla="*/ 2400461 h 2611822"/>
                    <a:gd name="connsiteX21" fmla="*/ 907882 w 2223750"/>
                    <a:gd name="connsiteY21" fmla="*/ 1683944 h 2611822"/>
                    <a:gd name="connsiteX22" fmla="*/ 907802 w 2223750"/>
                    <a:gd name="connsiteY22" fmla="*/ 1685751 h 2611822"/>
                    <a:gd name="connsiteX23" fmla="*/ 901980 w 2223750"/>
                    <a:gd name="connsiteY23" fmla="*/ 1679005 h 2611822"/>
                    <a:gd name="connsiteX24" fmla="*/ 512142 w 2223750"/>
                    <a:gd name="connsiteY24" fmla="*/ 1228337 h 2611822"/>
                    <a:gd name="connsiteX25" fmla="*/ 612281 w 2223750"/>
                    <a:gd name="connsiteY25" fmla="*/ 1551121 h 2611822"/>
                    <a:gd name="connsiteX26" fmla="*/ 506882 w 2223750"/>
                    <a:gd name="connsiteY26" fmla="*/ 1211473 h 2611822"/>
                    <a:gd name="connsiteX27" fmla="*/ 901498 w 2223750"/>
                    <a:gd name="connsiteY27" fmla="*/ 1667642 h 2611822"/>
                    <a:gd name="connsiteX28" fmla="*/ 928641 w 2223750"/>
                    <a:gd name="connsiteY28" fmla="*/ 1023119 h 2611822"/>
                    <a:gd name="connsiteX29" fmla="*/ 266691 w 2223750"/>
                    <a:gd name="connsiteY29" fmla="*/ 437177 h 2611822"/>
                    <a:gd name="connsiteX30" fmla="*/ 506882 w 2223750"/>
                    <a:gd name="connsiteY30" fmla="*/ 1211473 h 2611822"/>
                    <a:gd name="connsiteX31" fmla="*/ 218067 w 2223750"/>
                    <a:gd name="connsiteY31" fmla="*/ 877607 h 2611822"/>
                    <a:gd name="connsiteX32" fmla="*/ 495318 w 2223750"/>
                    <a:gd name="connsiteY32" fmla="*/ 1198142 h 2611822"/>
                    <a:gd name="connsiteX33" fmla="*/ 256452 w 2223750"/>
                    <a:gd name="connsiteY33" fmla="*/ 428183 h 2611822"/>
                    <a:gd name="connsiteX34" fmla="*/ 170165 w 2223750"/>
                    <a:gd name="connsiteY34" fmla="*/ 351814 h 2611822"/>
                    <a:gd name="connsiteX35" fmla="*/ 218027 w 2223750"/>
                    <a:gd name="connsiteY35" fmla="*/ 877647 h 2611822"/>
                    <a:gd name="connsiteX36" fmla="*/ 169242 w 2223750"/>
                    <a:gd name="connsiteY36" fmla="*/ 341495 h 2611822"/>
                    <a:gd name="connsiteX37" fmla="*/ 252397 w 2223750"/>
                    <a:gd name="connsiteY37" fmla="*/ 415093 h 2611822"/>
                    <a:gd name="connsiteX38" fmla="*/ 144187 w 2223750"/>
                    <a:gd name="connsiteY38" fmla="*/ 66251 h 2611822"/>
                    <a:gd name="connsiteX39" fmla="*/ 169242 w 2223750"/>
                    <a:gd name="connsiteY39" fmla="*/ 341454 h 261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23750" h="2611822">
                      <a:moveTo>
                        <a:pt x="2219696" y="2611822"/>
                      </a:moveTo>
                      <a:lnTo>
                        <a:pt x="981280" y="1735259"/>
                      </a:lnTo>
                      <a:lnTo>
                        <a:pt x="1873704" y="2470807"/>
                      </a:lnTo>
                      <a:lnTo>
                        <a:pt x="1869367" y="2476388"/>
                      </a:lnTo>
                      <a:lnTo>
                        <a:pt x="606178" y="1555417"/>
                      </a:lnTo>
                      <a:lnTo>
                        <a:pt x="605817" y="1554293"/>
                      </a:lnTo>
                      <a:lnTo>
                        <a:pt x="500538" y="1214926"/>
                      </a:lnTo>
                      <a:lnTo>
                        <a:pt x="211201" y="880458"/>
                      </a:lnTo>
                      <a:lnTo>
                        <a:pt x="162456" y="344907"/>
                      </a:lnTo>
                      <a:lnTo>
                        <a:pt x="0" y="201122"/>
                      </a:lnTo>
                      <a:lnTo>
                        <a:pt x="4698" y="195822"/>
                      </a:lnTo>
                      <a:lnTo>
                        <a:pt x="161492" y="334629"/>
                      </a:lnTo>
                      <a:lnTo>
                        <a:pt x="131017" y="0"/>
                      </a:lnTo>
                      <a:lnTo>
                        <a:pt x="262596" y="424128"/>
                      </a:lnTo>
                      <a:lnTo>
                        <a:pt x="935788" y="1020027"/>
                      </a:lnTo>
                      <a:lnTo>
                        <a:pt x="935707" y="1021714"/>
                      </a:lnTo>
                      <a:lnTo>
                        <a:pt x="908203" y="1674910"/>
                      </a:lnTo>
                      <a:lnTo>
                        <a:pt x="2223751" y="2606040"/>
                      </a:lnTo>
                      <a:lnTo>
                        <a:pt x="2219655" y="2611822"/>
                      </a:lnTo>
                      <a:close/>
                      <a:moveTo>
                        <a:pt x="612241" y="1551121"/>
                      </a:moveTo>
                      <a:lnTo>
                        <a:pt x="1777218" y="2400461"/>
                      </a:lnTo>
                      <a:lnTo>
                        <a:pt x="907882" y="1683944"/>
                      </a:lnTo>
                      <a:lnTo>
                        <a:pt x="907802" y="1685751"/>
                      </a:lnTo>
                      <a:lnTo>
                        <a:pt x="901980" y="1679005"/>
                      </a:lnTo>
                      <a:lnTo>
                        <a:pt x="512142" y="1228337"/>
                      </a:lnTo>
                      <a:lnTo>
                        <a:pt x="612281" y="1551121"/>
                      </a:lnTo>
                      <a:close/>
                      <a:moveTo>
                        <a:pt x="506882" y="1211473"/>
                      </a:moveTo>
                      <a:lnTo>
                        <a:pt x="901498" y="1667642"/>
                      </a:lnTo>
                      <a:lnTo>
                        <a:pt x="928641" y="1023119"/>
                      </a:lnTo>
                      <a:lnTo>
                        <a:pt x="266691" y="437177"/>
                      </a:lnTo>
                      <a:lnTo>
                        <a:pt x="506882" y="1211473"/>
                      </a:lnTo>
                      <a:close/>
                      <a:moveTo>
                        <a:pt x="218067" y="877607"/>
                      </a:moveTo>
                      <a:lnTo>
                        <a:pt x="495318" y="1198142"/>
                      </a:lnTo>
                      <a:lnTo>
                        <a:pt x="256452" y="428183"/>
                      </a:lnTo>
                      <a:lnTo>
                        <a:pt x="170165" y="351814"/>
                      </a:lnTo>
                      <a:lnTo>
                        <a:pt x="218027" y="877647"/>
                      </a:lnTo>
                      <a:close/>
                      <a:moveTo>
                        <a:pt x="169242" y="341495"/>
                      </a:moveTo>
                      <a:lnTo>
                        <a:pt x="252397" y="415093"/>
                      </a:lnTo>
                      <a:lnTo>
                        <a:pt x="144187" y="66251"/>
                      </a:lnTo>
                      <a:lnTo>
                        <a:pt x="169242" y="341454"/>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39" name="Freeform: Shape 1438">
                  <a:extLst>
                    <a:ext uri="{FF2B5EF4-FFF2-40B4-BE49-F238E27FC236}">
                      <a16:creationId xmlns:a16="http://schemas.microsoft.com/office/drawing/2014/main" id="{E753F800-EF37-113C-1C32-D8CD7634F8C7}"/>
                    </a:ext>
                  </a:extLst>
                </p:cNvPr>
                <p:cNvSpPr/>
                <p:nvPr/>
              </p:nvSpPr>
              <p:spPr>
                <a:xfrm>
                  <a:off x="4277425" y="820631"/>
                  <a:ext cx="1098042" cy="654240"/>
                </a:xfrm>
                <a:custGeom>
                  <a:avLst/>
                  <a:gdLst>
                    <a:gd name="connsiteX0" fmla="*/ 45533 w 1098042"/>
                    <a:gd name="connsiteY0" fmla="*/ 654240 h 654240"/>
                    <a:gd name="connsiteX1" fmla="*/ 0 w 1098042"/>
                    <a:gd name="connsiteY1" fmla="*/ 245691 h 654240"/>
                    <a:gd name="connsiteX2" fmla="*/ 7027 w 1098042"/>
                    <a:gd name="connsiteY2" fmla="*/ 244888 h 654240"/>
                    <a:gd name="connsiteX3" fmla="*/ 50471 w 1098042"/>
                    <a:gd name="connsiteY3" fmla="*/ 634485 h 654240"/>
                    <a:gd name="connsiteX4" fmla="*/ 482991 w 1098042"/>
                    <a:gd name="connsiteY4" fmla="*/ 0 h 654240"/>
                    <a:gd name="connsiteX5" fmla="*/ 485320 w 1098042"/>
                    <a:gd name="connsiteY5" fmla="*/ 482 h 654240"/>
                    <a:gd name="connsiteX6" fmla="*/ 1098043 w 1098042"/>
                    <a:gd name="connsiteY6" fmla="*/ 131619 h 654240"/>
                    <a:gd name="connsiteX7" fmla="*/ 1096557 w 1098042"/>
                    <a:gd name="connsiteY7" fmla="*/ 138525 h 654240"/>
                    <a:gd name="connsiteX8" fmla="*/ 486163 w 1098042"/>
                    <a:gd name="connsiteY8" fmla="*/ 7910 h 654240"/>
                    <a:gd name="connsiteX9" fmla="*/ 45533 w 1098042"/>
                    <a:gd name="connsiteY9" fmla="*/ 654240 h 654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8042" h="654240">
                      <a:moveTo>
                        <a:pt x="45533" y="654240"/>
                      </a:moveTo>
                      <a:lnTo>
                        <a:pt x="0" y="245691"/>
                      </a:lnTo>
                      <a:lnTo>
                        <a:pt x="7027" y="244888"/>
                      </a:lnTo>
                      <a:lnTo>
                        <a:pt x="50471" y="634485"/>
                      </a:lnTo>
                      <a:lnTo>
                        <a:pt x="482991" y="0"/>
                      </a:lnTo>
                      <a:lnTo>
                        <a:pt x="485320" y="482"/>
                      </a:lnTo>
                      <a:lnTo>
                        <a:pt x="1098043" y="131619"/>
                      </a:lnTo>
                      <a:lnTo>
                        <a:pt x="1096557" y="138525"/>
                      </a:lnTo>
                      <a:lnTo>
                        <a:pt x="486163" y="7910"/>
                      </a:lnTo>
                      <a:lnTo>
                        <a:pt x="45533" y="654240"/>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40" name="Freeform: Shape 1439">
                  <a:extLst>
                    <a:ext uri="{FF2B5EF4-FFF2-40B4-BE49-F238E27FC236}">
                      <a16:creationId xmlns:a16="http://schemas.microsoft.com/office/drawing/2014/main" id="{3C84A4FD-CF9C-6F9F-7C94-6214C08F5459}"/>
                    </a:ext>
                  </a:extLst>
                </p:cNvPr>
                <p:cNvSpPr/>
                <p:nvPr/>
              </p:nvSpPr>
              <p:spPr>
                <a:xfrm>
                  <a:off x="2817651" y="1140122"/>
                  <a:ext cx="1514541" cy="1337751"/>
                </a:xfrm>
                <a:custGeom>
                  <a:avLst/>
                  <a:gdLst>
                    <a:gd name="connsiteX0" fmla="*/ 0 w 1514541"/>
                    <a:gd name="connsiteY0" fmla="*/ 1337752 h 1337751"/>
                    <a:gd name="connsiteX1" fmla="*/ 842835 w 1514541"/>
                    <a:gd name="connsiteY1" fmla="*/ 769196 h 1337751"/>
                    <a:gd name="connsiteX2" fmla="*/ 669257 w 1514541"/>
                    <a:gd name="connsiteY2" fmla="*/ 617059 h 1337751"/>
                    <a:gd name="connsiteX3" fmla="*/ 673915 w 1514541"/>
                    <a:gd name="connsiteY3" fmla="*/ 611719 h 1337751"/>
                    <a:gd name="connsiteX4" fmla="*/ 848898 w 1514541"/>
                    <a:gd name="connsiteY4" fmla="*/ 765101 h 1337751"/>
                    <a:gd name="connsiteX5" fmla="*/ 1074433 w 1514541"/>
                    <a:gd name="connsiteY5" fmla="*/ 612964 h 1337751"/>
                    <a:gd name="connsiteX6" fmla="*/ 936270 w 1514541"/>
                    <a:gd name="connsiteY6" fmla="*/ 0 h 1337751"/>
                    <a:gd name="connsiteX7" fmla="*/ 943216 w 1514541"/>
                    <a:gd name="connsiteY7" fmla="*/ 3895 h 1337751"/>
                    <a:gd name="connsiteX8" fmla="*/ 1514542 w 1514541"/>
                    <a:gd name="connsiteY8" fmla="*/ 324591 h 1337751"/>
                    <a:gd name="connsiteX9" fmla="*/ 1082424 w 1514541"/>
                    <a:gd name="connsiteY9" fmla="*/ 616096 h 1337751"/>
                    <a:gd name="connsiteX10" fmla="*/ 1184410 w 1514541"/>
                    <a:gd name="connsiteY10" fmla="*/ 1068531 h 1337751"/>
                    <a:gd name="connsiteX11" fmla="*/ 1177584 w 1514541"/>
                    <a:gd name="connsiteY11" fmla="*/ 1062548 h 1337751"/>
                    <a:gd name="connsiteX12" fmla="*/ 0 w 1514541"/>
                    <a:gd name="connsiteY12" fmla="*/ 1337752 h 1337751"/>
                    <a:gd name="connsiteX13" fmla="*/ 848336 w 1514541"/>
                    <a:gd name="connsiteY13" fmla="*/ 774014 h 1337751"/>
                    <a:gd name="connsiteX14" fmla="*/ 35856 w 1514541"/>
                    <a:gd name="connsiteY14" fmla="*/ 1322092 h 1337751"/>
                    <a:gd name="connsiteX15" fmla="*/ 1171000 w 1514541"/>
                    <a:gd name="connsiteY15" fmla="*/ 1056807 h 1337751"/>
                    <a:gd name="connsiteX16" fmla="*/ 848336 w 1514541"/>
                    <a:gd name="connsiteY16" fmla="*/ 773974 h 1337751"/>
                    <a:gd name="connsiteX17" fmla="*/ 854399 w 1514541"/>
                    <a:gd name="connsiteY17" fmla="*/ 769919 h 1337751"/>
                    <a:gd name="connsiteX18" fmla="*/ 1172686 w 1514541"/>
                    <a:gd name="connsiteY18" fmla="*/ 1048856 h 1337751"/>
                    <a:gd name="connsiteX19" fmla="*/ 1076080 w 1514541"/>
                    <a:gd name="connsiteY19" fmla="*/ 620352 h 1337751"/>
                    <a:gd name="connsiteX20" fmla="*/ 854399 w 1514541"/>
                    <a:gd name="connsiteY20" fmla="*/ 769919 h 1337751"/>
                    <a:gd name="connsiteX21" fmla="*/ 946669 w 1514541"/>
                    <a:gd name="connsiteY21" fmla="*/ 13973 h 1337751"/>
                    <a:gd name="connsiteX22" fmla="*/ 1080737 w 1514541"/>
                    <a:gd name="connsiteY22" fmla="*/ 608708 h 1337751"/>
                    <a:gd name="connsiteX23" fmla="*/ 1501051 w 1514541"/>
                    <a:gd name="connsiteY23" fmla="*/ 325153 h 1337751"/>
                    <a:gd name="connsiteX24" fmla="*/ 946669 w 1514541"/>
                    <a:gd name="connsiteY24" fmla="*/ 13973 h 1337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14541" h="1337751">
                      <a:moveTo>
                        <a:pt x="0" y="1337752"/>
                      </a:moveTo>
                      <a:lnTo>
                        <a:pt x="842835" y="769196"/>
                      </a:lnTo>
                      <a:lnTo>
                        <a:pt x="669257" y="617059"/>
                      </a:lnTo>
                      <a:lnTo>
                        <a:pt x="673915" y="611719"/>
                      </a:lnTo>
                      <a:lnTo>
                        <a:pt x="848898" y="765101"/>
                      </a:lnTo>
                      <a:lnTo>
                        <a:pt x="1074433" y="612964"/>
                      </a:lnTo>
                      <a:lnTo>
                        <a:pt x="936270" y="0"/>
                      </a:lnTo>
                      <a:lnTo>
                        <a:pt x="943216" y="3895"/>
                      </a:lnTo>
                      <a:lnTo>
                        <a:pt x="1514542" y="324591"/>
                      </a:lnTo>
                      <a:lnTo>
                        <a:pt x="1082424" y="616096"/>
                      </a:lnTo>
                      <a:lnTo>
                        <a:pt x="1184410" y="1068531"/>
                      </a:lnTo>
                      <a:lnTo>
                        <a:pt x="1177584" y="1062548"/>
                      </a:lnTo>
                      <a:lnTo>
                        <a:pt x="0" y="1337752"/>
                      </a:lnTo>
                      <a:close/>
                      <a:moveTo>
                        <a:pt x="848336" y="774014"/>
                      </a:moveTo>
                      <a:lnTo>
                        <a:pt x="35856" y="1322092"/>
                      </a:lnTo>
                      <a:lnTo>
                        <a:pt x="1171000" y="1056807"/>
                      </a:lnTo>
                      <a:lnTo>
                        <a:pt x="848336" y="773974"/>
                      </a:lnTo>
                      <a:close/>
                      <a:moveTo>
                        <a:pt x="854399" y="769919"/>
                      </a:moveTo>
                      <a:lnTo>
                        <a:pt x="1172686" y="1048856"/>
                      </a:lnTo>
                      <a:lnTo>
                        <a:pt x="1076080" y="620352"/>
                      </a:lnTo>
                      <a:lnTo>
                        <a:pt x="854399" y="769919"/>
                      </a:lnTo>
                      <a:close/>
                      <a:moveTo>
                        <a:pt x="946669" y="13973"/>
                      </a:moveTo>
                      <a:lnTo>
                        <a:pt x="1080737" y="608708"/>
                      </a:lnTo>
                      <a:lnTo>
                        <a:pt x="1501051" y="325153"/>
                      </a:lnTo>
                      <a:lnTo>
                        <a:pt x="946669" y="13973"/>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41" name="Freeform: Shape 1440">
                  <a:extLst>
                    <a:ext uri="{FF2B5EF4-FFF2-40B4-BE49-F238E27FC236}">
                      <a16:creationId xmlns:a16="http://schemas.microsoft.com/office/drawing/2014/main" id="{2D357F42-938F-9A33-0303-9D8779ABA7BC}"/>
                    </a:ext>
                  </a:extLst>
                </p:cNvPr>
                <p:cNvSpPr/>
                <p:nvPr/>
              </p:nvSpPr>
              <p:spPr>
                <a:xfrm>
                  <a:off x="6874069" y="313709"/>
                  <a:ext cx="524468" cy="851427"/>
                </a:xfrm>
                <a:custGeom>
                  <a:avLst/>
                  <a:gdLst>
                    <a:gd name="connsiteX0" fmla="*/ 524468 w 524468"/>
                    <a:gd name="connsiteY0" fmla="*/ 851428 h 851427"/>
                    <a:gd name="connsiteX1" fmla="*/ 0 w 524468"/>
                    <a:gd name="connsiteY1" fmla="*/ 732136 h 851427"/>
                    <a:gd name="connsiteX2" fmla="*/ 10520 w 524468"/>
                    <a:gd name="connsiteY2" fmla="*/ 0 h 851427"/>
                    <a:gd name="connsiteX3" fmla="*/ 524468 w 524468"/>
                    <a:gd name="connsiteY3" fmla="*/ 851388 h 851427"/>
                    <a:gd name="connsiteX4" fmla="*/ 7147 w 524468"/>
                    <a:gd name="connsiteY4" fmla="*/ 726514 h 851427"/>
                    <a:gd name="connsiteX5" fmla="*/ 509813 w 524468"/>
                    <a:gd name="connsiteY5" fmla="*/ 840828 h 851427"/>
                    <a:gd name="connsiteX6" fmla="*/ 17225 w 524468"/>
                    <a:gd name="connsiteY6" fmla="*/ 24854 h 851427"/>
                    <a:gd name="connsiteX7" fmla="*/ 7147 w 524468"/>
                    <a:gd name="connsiteY7" fmla="*/ 726514 h 851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468" h="851427">
                      <a:moveTo>
                        <a:pt x="524468" y="851428"/>
                      </a:moveTo>
                      <a:lnTo>
                        <a:pt x="0" y="732136"/>
                      </a:lnTo>
                      <a:lnTo>
                        <a:pt x="10520" y="0"/>
                      </a:lnTo>
                      <a:lnTo>
                        <a:pt x="524468" y="851388"/>
                      </a:lnTo>
                      <a:close/>
                      <a:moveTo>
                        <a:pt x="7147" y="726514"/>
                      </a:moveTo>
                      <a:lnTo>
                        <a:pt x="509813" y="840828"/>
                      </a:lnTo>
                      <a:lnTo>
                        <a:pt x="17225" y="24854"/>
                      </a:lnTo>
                      <a:lnTo>
                        <a:pt x="7147" y="726514"/>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42" name="Freeform: Shape 1441">
                  <a:extLst>
                    <a:ext uri="{FF2B5EF4-FFF2-40B4-BE49-F238E27FC236}">
                      <a16:creationId xmlns:a16="http://schemas.microsoft.com/office/drawing/2014/main" id="{974ED4DA-B7AE-C6B7-3A4B-232C2B26FCA2}"/>
                    </a:ext>
                  </a:extLst>
                </p:cNvPr>
                <p:cNvSpPr/>
                <p:nvPr/>
              </p:nvSpPr>
              <p:spPr>
                <a:xfrm>
                  <a:off x="5341901" y="48825"/>
                  <a:ext cx="1541684" cy="1003404"/>
                </a:xfrm>
                <a:custGeom>
                  <a:avLst/>
                  <a:gdLst>
                    <a:gd name="connsiteX0" fmla="*/ 1541685 w 1541684"/>
                    <a:gd name="connsiteY0" fmla="*/ 1003404 h 1003404"/>
                    <a:gd name="connsiteX1" fmla="*/ 679617 w 1541684"/>
                    <a:gd name="connsiteY1" fmla="*/ 319130 h 1003404"/>
                    <a:gd name="connsiteX2" fmla="*/ 29632 w 1541684"/>
                    <a:gd name="connsiteY2" fmla="*/ 914587 h 1003404"/>
                    <a:gd name="connsiteX3" fmla="*/ 0 w 1541684"/>
                    <a:gd name="connsiteY3" fmla="*/ 291987 h 1003404"/>
                    <a:gd name="connsiteX4" fmla="*/ 7067 w 1541684"/>
                    <a:gd name="connsiteY4" fmla="*/ 291626 h 1003404"/>
                    <a:gd name="connsiteX5" fmla="*/ 36016 w 1541684"/>
                    <a:gd name="connsiteY5" fmla="*/ 899169 h 1003404"/>
                    <a:gd name="connsiteX6" fmla="*/ 679255 w 1541684"/>
                    <a:gd name="connsiteY6" fmla="*/ 309815 h 1003404"/>
                    <a:gd name="connsiteX7" fmla="*/ 681624 w 1541684"/>
                    <a:gd name="connsiteY7" fmla="*/ 311702 h 1003404"/>
                    <a:gd name="connsiteX8" fmla="*/ 1529840 w 1541684"/>
                    <a:gd name="connsiteY8" fmla="*/ 984974 h 1003404"/>
                    <a:gd name="connsiteX9" fmla="*/ 1287401 w 1541684"/>
                    <a:gd name="connsiteY9" fmla="*/ 1686 h 1003404"/>
                    <a:gd name="connsiteX10" fmla="*/ 1294267 w 1541684"/>
                    <a:gd name="connsiteY10" fmla="*/ 0 h 1003404"/>
                    <a:gd name="connsiteX11" fmla="*/ 1541685 w 1541684"/>
                    <a:gd name="connsiteY11" fmla="*/ 1003404 h 1003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41684" h="1003404">
                      <a:moveTo>
                        <a:pt x="1541685" y="1003404"/>
                      </a:moveTo>
                      <a:lnTo>
                        <a:pt x="679617" y="319130"/>
                      </a:lnTo>
                      <a:lnTo>
                        <a:pt x="29632" y="914587"/>
                      </a:lnTo>
                      <a:lnTo>
                        <a:pt x="0" y="291987"/>
                      </a:lnTo>
                      <a:lnTo>
                        <a:pt x="7067" y="291626"/>
                      </a:lnTo>
                      <a:lnTo>
                        <a:pt x="36016" y="899169"/>
                      </a:lnTo>
                      <a:lnTo>
                        <a:pt x="679255" y="309815"/>
                      </a:lnTo>
                      <a:lnTo>
                        <a:pt x="681624" y="311702"/>
                      </a:lnTo>
                      <a:lnTo>
                        <a:pt x="1529840" y="984974"/>
                      </a:lnTo>
                      <a:lnTo>
                        <a:pt x="1287401" y="1686"/>
                      </a:lnTo>
                      <a:lnTo>
                        <a:pt x="1294267" y="0"/>
                      </a:lnTo>
                      <a:lnTo>
                        <a:pt x="1541685" y="1003404"/>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43" name="Freeform: Shape 1442">
                  <a:extLst>
                    <a:ext uri="{FF2B5EF4-FFF2-40B4-BE49-F238E27FC236}">
                      <a16:creationId xmlns:a16="http://schemas.microsoft.com/office/drawing/2014/main" id="{7D20D29F-B3FD-5F5D-B0FC-AA4526601F33}"/>
                    </a:ext>
                  </a:extLst>
                </p:cNvPr>
                <p:cNvSpPr/>
                <p:nvPr/>
              </p:nvSpPr>
              <p:spPr>
                <a:xfrm>
                  <a:off x="7760229" y="4933463"/>
                  <a:ext cx="1012398" cy="478655"/>
                </a:xfrm>
                <a:custGeom>
                  <a:avLst/>
                  <a:gdLst>
                    <a:gd name="connsiteX0" fmla="*/ 0 w 1012398"/>
                    <a:gd name="connsiteY0" fmla="*/ 478655 h 478655"/>
                    <a:gd name="connsiteX1" fmla="*/ 206062 w 1012398"/>
                    <a:gd name="connsiteY1" fmla="*/ 0 h 478655"/>
                    <a:gd name="connsiteX2" fmla="*/ 209113 w 1012398"/>
                    <a:gd name="connsiteY2" fmla="*/ 1004 h 478655"/>
                    <a:gd name="connsiteX3" fmla="*/ 1012398 w 1012398"/>
                    <a:gd name="connsiteY3" fmla="*/ 262154 h 478655"/>
                    <a:gd name="connsiteX4" fmla="*/ 0 w 1012398"/>
                    <a:gd name="connsiteY4" fmla="*/ 478655 h 478655"/>
                    <a:gd name="connsiteX5" fmla="*/ 209996 w 1012398"/>
                    <a:gd name="connsiteY5" fmla="*/ 8713 h 478655"/>
                    <a:gd name="connsiteX6" fmla="*/ 11925 w 1012398"/>
                    <a:gd name="connsiteY6" fmla="*/ 468858 h 478655"/>
                    <a:gd name="connsiteX7" fmla="*/ 985175 w 1012398"/>
                    <a:gd name="connsiteY7" fmla="*/ 260709 h 478655"/>
                    <a:gd name="connsiteX8" fmla="*/ 210037 w 1012398"/>
                    <a:gd name="connsiteY8" fmla="*/ 8713 h 47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12398" h="478655">
                      <a:moveTo>
                        <a:pt x="0" y="478655"/>
                      </a:moveTo>
                      <a:lnTo>
                        <a:pt x="206062" y="0"/>
                      </a:lnTo>
                      <a:lnTo>
                        <a:pt x="209113" y="1004"/>
                      </a:lnTo>
                      <a:lnTo>
                        <a:pt x="1012398" y="262154"/>
                      </a:lnTo>
                      <a:lnTo>
                        <a:pt x="0" y="478655"/>
                      </a:lnTo>
                      <a:close/>
                      <a:moveTo>
                        <a:pt x="209996" y="8713"/>
                      </a:moveTo>
                      <a:lnTo>
                        <a:pt x="11925" y="468858"/>
                      </a:lnTo>
                      <a:lnTo>
                        <a:pt x="985175" y="260709"/>
                      </a:lnTo>
                      <a:lnTo>
                        <a:pt x="210037" y="8713"/>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44" name="Freeform: Shape 1443">
                  <a:extLst>
                    <a:ext uri="{FF2B5EF4-FFF2-40B4-BE49-F238E27FC236}">
                      <a16:creationId xmlns:a16="http://schemas.microsoft.com/office/drawing/2014/main" id="{43E7D2A5-8028-4E20-ED97-2BDF0888185F}"/>
                    </a:ext>
                  </a:extLst>
                </p:cNvPr>
                <p:cNvSpPr/>
                <p:nvPr/>
              </p:nvSpPr>
              <p:spPr>
                <a:xfrm>
                  <a:off x="6251308" y="5708562"/>
                  <a:ext cx="2401705" cy="1134822"/>
                </a:xfrm>
                <a:custGeom>
                  <a:avLst/>
                  <a:gdLst>
                    <a:gd name="connsiteX0" fmla="*/ 0 w 2401705"/>
                    <a:gd name="connsiteY0" fmla="*/ 1134822 h 1134822"/>
                    <a:gd name="connsiteX1" fmla="*/ 367513 w 2401705"/>
                    <a:gd name="connsiteY1" fmla="*/ 242841 h 1134822"/>
                    <a:gd name="connsiteX2" fmla="*/ 369601 w 2401705"/>
                    <a:gd name="connsiteY2" fmla="*/ 242600 h 1134822"/>
                    <a:gd name="connsiteX3" fmla="*/ 1204808 w 2401705"/>
                    <a:gd name="connsiteY3" fmla="*/ 158200 h 1134822"/>
                    <a:gd name="connsiteX4" fmla="*/ 1205531 w 2401705"/>
                    <a:gd name="connsiteY4" fmla="*/ 165267 h 1134822"/>
                    <a:gd name="connsiteX5" fmla="*/ 372452 w 2401705"/>
                    <a:gd name="connsiteY5" fmla="*/ 249426 h 1134822"/>
                    <a:gd name="connsiteX6" fmla="*/ 13491 w 2401705"/>
                    <a:gd name="connsiteY6" fmla="*/ 1120689 h 1134822"/>
                    <a:gd name="connsiteX7" fmla="*/ 2398694 w 2401705"/>
                    <a:gd name="connsiteY7" fmla="*/ 0 h 1134822"/>
                    <a:gd name="connsiteX8" fmla="*/ 2401705 w 2401705"/>
                    <a:gd name="connsiteY8" fmla="*/ 6424 h 1134822"/>
                    <a:gd name="connsiteX9" fmla="*/ 0 w 2401705"/>
                    <a:gd name="connsiteY9" fmla="*/ 1134822 h 1134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01705" h="1134822">
                      <a:moveTo>
                        <a:pt x="0" y="1134822"/>
                      </a:moveTo>
                      <a:lnTo>
                        <a:pt x="367513" y="242841"/>
                      </a:lnTo>
                      <a:lnTo>
                        <a:pt x="369601" y="242600"/>
                      </a:lnTo>
                      <a:lnTo>
                        <a:pt x="1204808" y="158200"/>
                      </a:lnTo>
                      <a:lnTo>
                        <a:pt x="1205531" y="165267"/>
                      </a:lnTo>
                      <a:lnTo>
                        <a:pt x="372452" y="249426"/>
                      </a:lnTo>
                      <a:lnTo>
                        <a:pt x="13491" y="1120689"/>
                      </a:lnTo>
                      <a:lnTo>
                        <a:pt x="2398694" y="0"/>
                      </a:lnTo>
                      <a:lnTo>
                        <a:pt x="2401705" y="6424"/>
                      </a:lnTo>
                      <a:lnTo>
                        <a:pt x="0" y="1134822"/>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45" name="Freeform: Shape 1444">
                  <a:extLst>
                    <a:ext uri="{FF2B5EF4-FFF2-40B4-BE49-F238E27FC236}">
                      <a16:creationId xmlns:a16="http://schemas.microsoft.com/office/drawing/2014/main" id="{6F073D01-7F83-CFFB-7E53-F46EB3D8850D}"/>
                    </a:ext>
                  </a:extLst>
                </p:cNvPr>
                <p:cNvSpPr/>
                <p:nvPr/>
              </p:nvSpPr>
              <p:spPr>
                <a:xfrm>
                  <a:off x="7966812" y="4642721"/>
                  <a:ext cx="795615" cy="553056"/>
                </a:xfrm>
                <a:custGeom>
                  <a:avLst/>
                  <a:gdLst>
                    <a:gd name="connsiteX0" fmla="*/ 788750 w 795615"/>
                    <a:gd name="connsiteY0" fmla="*/ 553057 h 553056"/>
                    <a:gd name="connsiteX1" fmla="*/ 649462 w 795615"/>
                    <a:gd name="connsiteY1" fmla="*/ 9837 h 553056"/>
                    <a:gd name="connsiteX2" fmla="*/ 2891 w 795615"/>
                    <a:gd name="connsiteY2" fmla="*/ 298331 h 553056"/>
                    <a:gd name="connsiteX3" fmla="*/ 0 w 795615"/>
                    <a:gd name="connsiteY3" fmla="*/ 291866 h 553056"/>
                    <a:gd name="connsiteX4" fmla="*/ 654280 w 795615"/>
                    <a:gd name="connsiteY4" fmla="*/ 0 h 553056"/>
                    <a:gd name="connsiteX5" fmla="*/ 795616 w 795615"/>
                    <a:gd name="connsiteY5" fmla="*/ 551290 h 553056"/>
                    <a:gd name="connsiteX6" fmla="*/ 788750 w 795615"/>
                    <a:gd name="connsiteY6" fmla="*/ 553057 h 553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5615" h="553056">
                      <a:moveTo>
                        <a:pt x="788750" y="553057"/>
                      </a:moveTo>
                      <a:lnTo>
                        <a:pt x="649462" y="9837"/>
                      </a:lnTo>
                      <a:lnTo>
                        <a:pt x="2891" y="298331"/>
                      </a:lnTo>
                      <a:lnTo>
                        <a:pt x="0" y="291866"/>
                      </a:lnTo>
                      <a:lnTo>
                        <a:pt x="654280" y="0"/>
                      </a:lnTo>
                      <a:lnTo>
                        <a:pt x="795616" y="551290"/>
                      </a:lnTo>
                      <a:lnTo>
                        <a:pt x="788750" y="553057"/>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46" name="Freeform: Shape 1445">
                  <a:extLst>
                    <a:ext uri="{FF2B5EF4-FFF2-40B4-BE49-F238E27FC236}">
                      <a16:creationId xmlns:a16="http://schemas.microsoft.com/office/drawing/2014/main" id="{9CD64D57-33FD-5A52-5D7E-08BE48769E27}"/>
                    </a:ext>
                  </a:extLst>
                </p:cNvPr>
                <p:cNvSpPr/>
                <p:nvPr/>
              </p:nvSpPr>
              <p:spPr>
                <a:xfrm>
                  <a:off x="6885794" y="323345"/>
                  <a:ext cx="2517745" cy="4332103"/>
                </a:xfrm>
                <a:custGeom>
                  <a:avLst/>
                  <a:gdLst>
                    <a:gd name="connsiteX0" fmla="*/ 1722973 w 2517745"/>
                    <a:gd name="connsiteY0" fmla="*/ 4332104 h 4332103"/>
                    <a:gd name="connsiteX1" fmla="*/ 2439449 w 2517745"/>
                    <a:gd name="connsiteY1" fmla="*/ 3329061 h 4332103"/>
                    <a:gd name="connsiteX2" fmla="*/ 2165811 w 2517745"/>
                    <a:gd name="connsiteY2" fmla="*/ 2218210 h 4332103"/>
                    <a:gd name="connsiteX3" fmla="*/ 1590430 w 2517745"/>
                    <a:gd name="connsiteY3" fmla="*/ 1930519 h 4332103"/>
                    <a:gd name="connsiteX4" fmla="*/ 1591795 w 2517745"/>
                    <a:gd name="connsiteY4" fmla="*/ 1927427 h 4332103"/>
                    <a:gd name="connsiteX5" fmla="*/ 1810343 w 2517745"/>
                    <a:gd name="connsiteY5" fmla="*/ 1431628 h 4332103"/>
                    <a:gd name="connsiteX6" fmla="*/ 0 w 2517745"/>
                    <a:gd name="connsiteY6" fmla="*/ 5581 h 4332103"/>
                    <a:gd name="connsiteX7" fmla="*/ 4377 w 2517745"/>
                    <a:gd name="connsiteY7" fmla="*/ 0 h 4332103"/>
                    <a:gd name="connsiteX8" fmla="*/ 1819016 w 2517745"/>
                    <a:gd name="connsiteY8" fmla="*/ 1429459 h 4332103"/>
                    <a:gd name="connsiteX9" fmla="*/ 1817892 w 2517745"/>
                    <a:gd name="connsiteY9" fmla="*/ 1431989 h 4332103"/>
                    <a:gd name="connsiteX10" fmla="*/ 1599665 w 2517745"/>
                    <a:gd name="connsiteY10" fmla="*/ 1927227 h 4332103"/>
                    <a:gd name="connsiteX11" fmla="*/ 2171915 w 2517745"/>
                    <a:gd name="connsiteY11" fmla="*/ 2213311 h 4332103"/>
                    <a:gd name="connsiteX12" fmla="*/ 2172276 w 2517745"/>
                    <a:gd name="connsiteY12" fmla="*/ 2214917 h 4332103"/>
                    <a:gd name="connsiteX13" fmla="*/ 2447118 w 2517745"/>
                    <a:gd name="connsiteY13" fmla="*/ 3330507 h 4332103"/>
                    <a:gd name="connsiteX14" fmla="*/ 2446154 w 2517745"/>
                    <a:gd name="connsiteY14" fmla="*/ 3331832 h 4332103"/>
                    <a:gd name="connsiteX15" fmla="*/ 1742808 w 2517745"/>
                    <a:gd name="connsiteY15" fmla="*/ 4316485 h 4332103"/>
                    <a:gd name="connsiteX16" fmla="*/ 2515095 w 2517745"/>
                    <a:gd name="connsiteY16" fmla="*/ 4005988 h 4332103"/>
                    <a:gd name="connsiteX17" fmla="*/ 2517746 w 2517745"/>
                    <a:gd name="connsiteY17" fmla="*/ 4012573 h 4332103"/>
                    <a:gd name="connsiteX18" fmla="*/ 1722973 w 2517745"/>
                    <a:gd name="connsiteY18" fmla="*/ 4332104 h 4332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17745" h="4332103">
                      <a:moveTo>
                        <a:pt x="1722973" y="4332104"/>
                      </a:moveTo>
                      <a:lnTo>
                        <a:pt x="2439449" y="3329061"/>
                      </a:lnTo>
                      <a:lnTo>
                        <a:pt x="2165811" y="2218210"/>
                      </a:lnTo>
                      <a:lnTo>
                        <a:pt x="1590430" y="1930519"/>
                      </a:lnTo>
                      <a:lnTo>
                        <a:pt x="1591795" y="1927427"/>
                      </a:lnTo>
                      <a:lnTo>
                        <a:pt x="1810343" y="1431628"/>
                      </a:lnTo>
                      <a:lnTo>
                        <a:pt x="0" y="5581"/>
                      </a:lnTo>
                      <a:lnTo>
                        <a:pt x="4377" y="0"/>
                      </a:lnTo>
                      <a:lnTo>
                        <a:pt x="1819016" y="1429459"/>
                      </a:lnTo>
                      <a:lnTo>
                        <a:pt x="1817892" y="1431989"/>
                      </a:lnTo>
                      <a:lnTo>
                        <a:pt x="1599665" y="1927227"/>
                      </a:lnTo>
                      <a:lnTo>
                        <a:pt x="2171915" y="2213311"/>
                      </a:lnTo>
                      <a:lnTo>
                        <a:pt x="2172276" y="2214917"/>
                      </a:lnTo>
                      <a:lnTo>
                        <a:pt x="2447118" y="3330507"/>
                      </a:lnTo>
                      <a:lnTo>
                        <a:pt x="2446154" y="3331832"/>
                      </a:lnTo>
                      <a:lnTo>
                        <a:pt x="1742808" y="4316485"/>
                      </a:lnTo>
                      <a:lnTo>
                        <a:pt x="2515095" y="4005988"/>
                      </a:lnTo>
                      <a:lnTo>
                        <a:pt x="2517746" y="4012573"/>
                      </a:lnTo>
                      <a:lnTo>
                        <a:pt x="1722973" y="4332104"/>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47" name="Freeform: Shape 1446">
                  <a:extLst>
                    <a:ext uri="{FF2B5EF4-FFF2-40B4-BE49-F238E27FC236}">
                      <a16:creationId xmlns:a16="http://schemas.microsoft.com/office/drawing/2014/main" id="{27ED6719-DE4E-5A94-2F38-021430745378}"/>
                    </a:ext>
                  </a:extLst>
                </p:cNvPr>
                <p:cNvSpPr/>
                <p:nvPr/>
              </p:nvSpPr>
              <p:spPr>
                <a:xfrm>
                  <a:off x="8477789" y="2250371"/>
                  <a:ext cx="857330" cy="2851651"/>
                </a:xfrm>
                <a:custGeom>
                  <a:avLst/>
                  <a:gdLst>
                    <a:gd name="connsiteX0" fmla="*/ 606861 w 857330"/>
                    <a:gd name="connsiteY0" fmla="*/ 2851651 h 2851651"/>
                    <a:gd name="connsiteX1" fmla="*/ 145632 w 857330"/>
                    <a:gd name="connsiteY1" fmla="*/ 1443954 h 2851651"/>
                    <a:gd name="connsiteX2" fmla="*/ 150169 w 857330"/>
                    <a:gd name="connsiteY2" fmla="*/ 1443713 h 2851651"/>
                    <a:gd name="connsiteX3" fmla="*/ 845204 w 857330"/>
                    <a:gd name="connsiteY3" fmla="*/ 1399586 h 2851651"/>
                    <a:gd name="connsiteX4" fmla="*/ 0 w 857330"/>
                    <a:gd name="connsiteY4" fmla="*/ 3694 h 2851651"/>
                    <a:gd name="connsiteX5" fmla="*/ 6063 w 857330"/>
                    <a:gd name="connsiteY5" fmla="*/ 0 h 2851651"/>
                    <a:gd name="connsiteX6" fmla="*/ 857330 w 857330"/>
                    <a:gd name="connsiteY6" fmla="*/ 1405930 h 2851651"/>
                    <a:gd name="connsiteX7" fmla="*/ 851509 w 857330"/>
                    <a:gd name="connsiteY7" fmla="*/ 1406292 h 2851651"/>
                    <a:gd name="connsiteX8" fmla="*/ 155188 w 857330"/>
                    <a:gd name="connsiteY8" fmla="*/ 1450459 h 2851651"/>
                    <a:gd name="connsiteX9" fmla="*/ 613566 w 857330"/>
                    <a:gd name="connsiteY9" fmla="*/ 2849443 h 2851651"/>
                    <a:gd name="connsiteX10" fmla="*/ 606861 w 857330"/>
                    <a:gd name="connsiteY10" fmla="*/ 2851651 h 285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7330" h="2851651">
                      <a:moveTo>
                        <a:pt x="606861" y="2851651"/>
                      </a:moveTo>
                      <a:lnTo>
                        <a:pt x="145632" y="1443954"/>
                      </a:lnTo>
                      <a:lnTo>
                        <a:pt x="150169" y="1443713"/>
                      </a:lnTo>
                      <a:lnTo>
                        <a:pt x="845204" y="1399586"/>
                      </a:lnTo>
                      <a:lnTo>
                        <a:pt x="0" y="3694"/>
                      </a:lnTo>
                      <a:lnTo>
                        <a:pt x="6063" y="0"/>
                      </a:lnTo>
                      <a:lnTo>
                        <a:pt x="857330" y="1405930"/>
                      </a:lnTo>
                      <a:lnTo>
                        <a:pt x="851509" y="1406292"/>
                      </a:lnTo>
                      <a:lnTo>
                        <a:pt x="155188" y="1450459"/>
                      </a:lnTo>
                      <a:lnTo>
                        <a:pt x="613566" y="2849443"/>
                      </a:lnTo>
                      <a:lnTo>
                        <a:pt x="606861" y="2851651"/>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48" name="Freeform: Shape 1447">
                  <a:extLst>
                    <a:ext uri="{FF2B5EF4-FFF2-40B4-BE49-F238E27FC236}">
                      <a16:creationId xmlns:a16="http://schemas.microsoft.com/office/drawing/2014/main" id="{CAFC6281-9103-B22E-0104-B626DB1A32B9}"/>
                    </a:ext>
                  </a:extLst>
                </p:cNvPr>
                <p:cNvSpPr/>
                <p:nvPr/>
              </p:nvSpPr>
              <p:spPr>
                <a:xfrm>
                  <a:off x="4763026" y="5192565"/>
                  <a:ext cx="3998800" cy="1163611"/>
                </a:xfrm>
                <a:custGeom>
                  <a:avLst/>
                  <a:gdLst>
                    <a:gd name="connsiteX0" fmla="*/ 3121836 w 3998800"/>
                    <a:gd name="connsiteY0" fmla="*/ 1163531 h 1163611"/>
                    <a:gd name="connsiteX1" fmla="*/ 2903127 w 3998800"/>
                    <a:gd name="connsiteY1" fmla="*/ 922417 h 1163611"/>
                    <a:gd name="connsiteX2" fmla="*/ 2693211 w 3998800"/>
                    <a:gd name="connsiteY2" fmla="*/ 682829 h 1163611"/>
                    <a:gd name="connsiteX3" fmla="*/ 2380586 w 3998800"/>
                    <a:gd name="connsiteY3" fmla="*/ 971162 h 1163611"/>
                    <a:gd name="connsiteX4" fmla="*/ 2378899 w 3998800"/>
                    <a:gd name="connsiteY4" fmla="*/ 970921 h 1163611"/>
                    <a:gd name="connsiteX5" fmla="*/ 446613 w 3998800"/>
                    <a:gd name="connsiteY5" fmla="*/ 686483 h 1163611"/>
                    <a:gd name="connsiteX6" fmla="*/ 3895 w 3998800"/>
                    <a:gd name="connsiteY6" fmla="*/ 978590 h 1163611"/>
                    <a:gd name="connsiteX7" fmla="*/ 0 w 3998800"/>
                    <a:gd name="connsiteY7" fmla="*/ 972688 h 1163611"/>
                    <a:gd name="connsiteX8" fmla="*/ 444967 w 3998800"/>
                    <a:gd name="connsiteY8" fmla="*/ 679095 h 1163611"/>
                    <a:gd name="connsiteX9" fmla="*/ 446292 w 3998800"/>
                    <a:gd name="connsiteY9" fmla="*/ 679296 h 1163611"/>
                    <a:gd name="connsiteX10" fmla="*/ 2378216 w 3998800"/>
                    <a:gd name="connsiteY10" fmla="*/ 963694 h 1163611"/>
                    <a:gd name="connsiteX11" fmla="*/ 2693733 w 3998800"/>
                    <a:gd name="connsiteY11" fmla="*/ 672711 h 1163611"/>
                    <a:gd name="connsiteX12" fmla="*/ 2696142 w 3998800"/>
                    <a:gd name="connsiteY12" fmla="*/ 675481 h 1163611"/>
                    <a:gd name="connsiteX13" fmla="*/ 3111838 w 3998800"/>
                    <a:gd name="connsiteY13" fmla="*/ 1146306 h 1163611"/>
                    <a:gd name="connsiteX14" fmla="*/ 2999652 w 3998800"/>
                    <a:gd name="connsiteY14" fmla="*/ 215096 h 1163611"/>
                    <a:gd name="connsiteX15" fmla="*/ 2998729 w 3998800"/>
                    <a:gd name="connsiteY15" fmla="*/ 205660 h 1163611"/>
                    <a:gd name="connsiteX16" fmla="*/ 3422576 w 3998800"/>
                    <a:gd name="connsiteY16" fmla="*/ 606540 h 1163611"/>
                    <a:gd name="connsiteX17" fmla="*/ 3993420 w 3998800"/>
                    <a:gd name="connsiteY17" fmla="*/ 0 h 1163611"/>
                    <a:gd name="connsiteX18" fmla="*/ 3998801 w 3998800"/>
                    <a:gd name="connsiteY18" fmla="*/ 4577 h 1163611"/>
                    <a:gd name="connsiteX19" fmla="*/ 3124044 w 3998800"/>
                    <a:gd name="connsiteY19" fmla="*/ 1158271 h 1163611"/>
                    <a:gd name="connsiteX20" fmla="*/ 3123161 w 3998800"/>
                    <a:gd name="connsiteY20" fmla="*/ 1163009 h 1163611"/>
                    <a:gd name="connsiteX21" fmla="*/ 3121796 w 3998800"/>
                    <a:gd name="connsiteY21" fmla="*/ 1163612 h 1163611"/>
                    <a:gd name="connsiteX22" fmla="*/ 3007643 w 3998800"/>
                    <a:gd name="connsiteY22" fmla="*/ 223768 h 1163611"/>
                    <a:gd name="connsiteX23" fmla="*/ 3120510 w 3998800"/>
                    <a:gd name="connsiteY23" fmla="*/ 1151165 h 1163611"/>
                    <a:gd name="connsiteX24" fmla="*/ 3952987 w 3998800"/>
                    <a:gd name="connsiteY24" fmla="*/ 53202 h 1163611"/>
                    <a:gd name="connsiteX25" fmla="*/ 3422897 w 3998800"/>
                    <a:gd name="connsiteY25" fmla="*/ 616457 h 1163611"/>
                    <a:gd name="connsiteX26" fmla="*/ 3420327 w 3998800"/>
                    <a:gd name="connsiteY26" fmla="*/ 614008 h 1163611"/>
                    <a:gd name="connsiteX27" fmla="*/ 3007643 w 3998800"/>
                    <a:gd name="connsiteY27" fmla="*/ 223728 h 116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998800" h="1163611">
                      <a:moveTo>
                        <a:pt x="3121836" y="1163531"/>
                      </a:moveTo>
                      <a:cubicBezTo>
                        <a:pt x="3116776" y="1163531"/>
                        <a:pt x="3095977" y="1141649"/>
                        <a:pt x="2903127" y="922417"/>
                      </a:cubicBezTo>
                      <a:cubicBezTo>
                        <a:pt x="2806721" y="812802"/>
                        <a:pt x="2709552" y="701540"/>
                        <a:pt x="2693211" y="682829"/>
                      </a:cubicBezTo>
                      <a:lnTo>
                        <a:pt x="2380586" y="971162"/>
                      </a:lnTo>
                      <a:lnTo>
                        <a:pt x="2378899" y="970921"/>
                      </a:lnTo>
                      <a:lnTo>
                        <a:pt x="446613" y="686483"/>
                      </a:lnTo>
                      <a:lnTo>
                        <a:pt x="3895" y="978590"/>
                      </a:lnTo>
                      <a:lnTo>
                        <a:pt x="0" y="972688"/>
                      </a:lnTo>
                      <a:lnTo>
                        <a:pt x="444967" y="679095"/>
                      </a:lnTo>
                      <a:lnTo>
                        <a:pt x="446292" y="679296"/>
                      </a:lnTo>
                      <a:lnTo>
                        <a:pt x="2378216" y="963694"/>
                      </a:lnTo>
                      <a:lnTo>
                        <a:pt x="2693733" y="672711"/>
                      </a:lnTo>
                      <a:lnTo>
                        <a:pt x="2696142" y="675481"/>
                      </a:lnTo>
                      <a:cubicBezTo>
                        <a:pt x="2799735" y="794171"/>
                        <a:pt x="3055343" y="1086037"/>
                        <a:pt x="3111838" y="1146306"/>
                      </a:cubicBezTo>
                      <a:cubicBezTo>
                        <a:pt x="3079837" y="1027375"/>
                        <a:pt x="3003105" y="249988"/>
                        <a:pt x="2999652" y="215096"/>
                      </a:cubicBezTo>
                      <a:lnTo>
                        <a:pt x="2998729" y="205660"/>
                      </a:lnTo>
                      <a:lnTo>
                        <a:pt x="3422576" y="606540"/>
                      </a:lnTo>
                      <a:lnTo>
                        <a:pt x="3993420" y="0"/>
                      </a:lnTo>
                      <a:lnTo>
                        <a:pt x="3998801" y="4577"/>
                      </a:lnTo>
                      <a:lnTo>
                        <a:pt x="3124044" y="1158271"/>
                      </a:lnTo>
                      <a:cubicBezTo>
                        <a:pt x="3124767" y="1159797"/>
                        <a:pt x="3124968" y="1161604"/>
                        <a:pt x="3123161" y="1163009"/>
                      </a:cubicBezTo>
                      <a:cubicBezTo>
                        <a:pt x="3122759" y="1163330"/>
                        <a:pt x="3122398" y="1163612"/>
                        <a:pt x="3121796" y="1163612"/>
                      </a:cubicBezTo>
                      <a:close/>
                      <a:moveTo>
                        <a:pt x="3007643" y="223768"/>
                      </a:moveTo>
                      <a:cubicBezTo>
                        <a:pt x="3037677" y="528042"/>
                        <a:pt x="3097343" y="1087162"/>
                        <a:pt x="3120510" y="1151165"/>
                      </a:cubicBezTo>
                      <a:lnTo>
                        <a:pt x="3952987" y="53202"/>
                      </a:lnTo>
                      <a:lnTo>
                        <a:pt x="3422897" y="616457"/>
                      </a:lnTo>
                      <a:lnTo>
                        <a:pt x="3420327" y="614008"/>
                      </a:lnTo>
                      <a:lnTo>
                        <a:pt x="3007643" y="223728"/>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49" name="Freeform: Shape 1448">
                  <a:extLst>
                    <a:ext uri="{FF2B5EF4-FFF2-40B4-BE49-F238E27FC236}">
                      <a16:creationId xmlns:a16="http://schemas.microsoft.com/office/drawing/2014/main" id="{8DBA91E7-2E5C-EB37-359D-BAB09EE49409}"/>
                    </a:ext>
                  </a:extLst>
                </p:cNvPr>
                <p:cNvSpPr/>
                <p:nvPr/>
              </p:nvSpPr>
              <p:spPr>
                <a:xfrm>
                  <a:off x="2700524" y="45773"/>
                  <a:ext cx="6788499" cy="6800140"/>
                </a:xfrm>
                <a:custGeom>
                  <a:avLst/>
                  <a:gdLst>
                    <a:gd name="connsiteX0" fmla="*/ 3427879 w 6788499"/>
                    <a:gd name="connsiteY0" fmla="*/ 6800141 h 6800140"/>
                    <a:gd name="connsiteX1" fmla="*/ 2105666 w 6788499"/>
                    <a:gd name="connsiteY1" fmla="*/ 6532848 h 6800140"/>
                    <a:gd name="connsiteX2" fmla="*/ 2104301 w 6788499"/>
                    <a:gd name="connsiteY2" fmla="*/ 6531844 h 6800140"/>
                    <a:gd name="connsiteX3" fmla="*/ 1945097 w 6788499"/>
                    <a:gd name="connsiteY3" fmla="*/ 6338591 h 6800140"/>
                    <a:gd name="connsiteX4" fmla="*/ 1736707 w 6788499"/>
                    <a:gd name="connsiteY4" fmla="*/ 6351199 h 6800140"/>
                    <a:gd name="connsiteX5" fmla="*/ 1735784 w 6788499"/>
                    <a:gd name="connsiteY5" fmla="*/ 6350677 h 6800140"/>
                    <a:gd name="connsiteX6" fmla="*/ 681587 w 6788499"/>
                    <a:gd name="connsiteY6" fmla="*/ 5416776 h 6800140"/>
                    <a:gd name="connsiteX7" fmla="*/ 380927 w 6788499"/>
                    <a:gd name="connsiteY7" fmla="*/ 4932701 h 6800140"/>
                    <a:gd name="connsiteX8" fmla="*/ 447459 w 6788499"/>
                    <a:gd name="connsiteY8" fmla="*/ 1671577 h 6800140"/>
                    <a:gd name="connsiteX9" fmla="*/ 448584 w 6788499"/>
                    <a:gd name="connsiteY9" fmla="*/ 1669570 h 6800140"/>
                    <a:gd name="connsiteX10" fmla="*/ 450872 w 6788499"/>
                    <a:gd name="connsiteY10" fmla="*/ 1669811 h 6800140"/>
                    <a:gd name="connsiteX11" fmla="*/ 785421 w 6788499"/>
                    <a:gd name="connsiteY11" fmla="*/ 1704864 h 6800140"/>
                    <a:gd name="connsiteX12" fmla="*/ 825452 w 6788499"/>
                    <a:gd name="connsiteY12" fmla="*/ 1131088 h 6800140"/>
                    <a:gd name="connsiteX13" fmla="*/ 828263 w 6788499"/>
                    <a:gd name="connsiteY13" fmla="*/ 1130647 h 6800140"/>
                    <a:gd name="connsiteX14" fmla="*/ 1578226 w 6788499"/>
                    <a:gd name="connsiteY14" fmla="*/ 1016935 h 6800140"/>
                    <a:gd name="connsiteX15" fmla="*/ 2035641 w 6788499"/>
                    <a:gd name="connsiteY15" fmla="*/ 244206 h 6800140"/>
                    <a:gd name="connsiteX16" fmla="*/ 2037849 w 6788499"/>
                    <a:gd name="connsiteY16" fmla="*/ 244366 h 6800140"/>
                    <a:gd name="connsiteX17" fmla="*/ 2644670 w 6788499"/>
                    <a:gd name="connsiteY17" fmla="*/ 291304 h 6800140"/>
                    <a:gd name="connsiteX18" fmla="*/ 3933436 w 6788499"/>
                    <a:gd name="connsiteY18" fmla="*/ 0 h 6800140"/>
                    <a:gd name="connsiteX19" fmla="*/ 3934801 w 6788499"/>
                    <a:gd name="connsiteY19" fmla="*/ 1526 h 6800140"/>
                    <a:gd name="connsiteX20" fmla="*/ 4188964 w 6788499"/>
                    <a:gd name="connsiteY20" fmla="*/ 276850 h 6800140"/>
                    <a:gd name="connsiteX21" fmla="*/ 4812649 w 6788499"/>
                    <a:gd name="connsiteY21" fmla="*/ 271871 h 6800140"/>
                    <a:gd name="connsiteX22" fmla="*/ 4813653 w 6788499"/>
                    <a:gd name="connsiteY22" fmla="*/ 272754 h 6800140"/>
                    <a:gd name="connsiteX23" fmla="*/ 5751970 w 6788499"/>
                    <a:gd name="connsiteY23" fmla="*/ 1090575 h 6800140"/>
                    <a:gd name="connsiteX24" fmla="*/ 5752291 w 6788499"/>
                    <a:gd name="connsiteY24" fmla="*/ 1091338 h 6800140"/>
                    <a:gd name="connsiteX25" fmla="*/ 6003203 w 6788499"/>
                    <a:gd name="connsiteY25" fmla="*/ 1706831 h 6800140"/>
                    <a:gd name="connsiteX26" fmla="*/ 6788500 w 6788499"/>
                    <a:gd name="connsiteY26" fmla="*/ 3027157 h 6800140"/>
                    <a:gd name="connsiteX27" fmla="*/ 6782397 w 6788499"/>
                    <a:gd name="connsiteY27" fmla="*/ 3030770 h 6800140"/>
                    <a:gd name="connsiteX28" fmla="*/ 5996859 w 6788499"/>
                    <a:gd name="connsiteY28" fmla="*/ 1709963 h 6800140"/>
                    <a:gd name="connsiteX29" fmla="*/ 5746028 w 6788499"/>
                    <a:gd name="connsiteY29" fmla="*/ 1094791 h 6800140"/>
                    <a:gd name="connsiteX30" fmla="*/ 4809999 w 6788499"/>
                    <a:gd name="connsiteY30" fmla="*/ 278978 h 6800140"/>
                    <a:gd name="connsiteX31" fmla="*/ 4185873 w 6788499"/>
                    <a:gd name="connsiteY31" fmla="*/ 283957 h 6800140"/>
                    <a:gd name="connsiteX32" fmla="*/ 4184788 w 6788499"/>
                    <a:gd name="connsiteY32" fmla="*/ 282792 h 6800140"/>
                    <a:gd name="connsiteX33" fmla="*/ 3930946 w 6788499"/>
                    <a:gd name="connsiteY33" fmla="*/ 7830 h 6800140"/>
                    <a:gd name="connsiteX34" fmla="*/ 2645151 w 6788499"/>
                    <a:gd name="connsiteY34" fmla="*/ 298452 h 6800140"/>
                    <a:gd name="connsiteX35" fmla="*/ 2039455 w 6788499"/>
                    <a:gd name="connsiteY35" fmla="*/ 251634 h 6800140"/>
                    <a:gd name="connsiteX36" fmla="*/ 1582603 w 6788499"/>
                    <a:gd name="connsiteY36" fmla="*/ 1023440 h 6800140"/>
                    <a:gd name="connsiteX37" fmla="*/ 1580957 w 6788499"/>
                    <a:gd name="connsiteY37" fmla="*/ 1023681 h 6800140"/>
                    <a:gd name="connsiteX38" fmla="*/ 832118 w 6788499"/>
                    <a:gd name="connsiteY38" fmla="*/ 1137232 h 6800140"/>
                    <a:gd name="connsiteX39" fmla="*/ 792006 w 6788499"/>
                    <a:gd name="connsiteY39" fmla="*/ 1712693 h 6800140"/>
                    <a:gd name="connsiteX40" fmla="*/ 788352 w 6788499"/>
                    <a:gd name="connsiteY40" fmla="*/ 1712332 h 6800140"/>
                    <a:gd name="connsiteX41" fmla="*/ 452478 w 6788499"/>
                    <a:gd name="connsiteY41" fmla="*/ 1677159 h 6800140"/>
                    <a:gd name="connsiteX42" fmla="*/ 387191 w 6788499"/>
                    <a:gd name="connsiteY42" fmla="*/ 4929449 h 6800140"/>
                    <a:gd name="connsiteX43" fmla="*/ 687248 w 6788499"/>
                    <a:gd name="connsiteY43" fmla="*/ 5412520 h 6800140"/>
                    <a:gd name="connsiteX44" fmla="*/ 1738354 w 6788499"/>
                    <a:gd name="connsiteY44" fmla="*/ 6343971 h 6800140"/>
                    <a:gd name="connsiteX45" fmla="*/ 1948229 w 6788499"/>
                    <a:gd name="connsiteY45" fmla="*/ 6331283 h 6800140"/>
                    <a:gd name="connsiteX46" fmla="*/ 1949394 w 6788499"/>
                    <a:gd name="connsiteY46" fmla="*/ 6332649 h 6800140"/>
                    <a:gd name="connsiteX47" fmla="*/ 2109200 w 6788499"/>
                    <a:gd name="connsiteY47" fmla="*/ 6526624 h 6800140"/>
                    <a:gd name="connsiteX48" fmla="*/ 3533439 w 6788499"/>
                    <a:gd name="connsiteY48" fmla="*/ 6791388 h 6800140"/>
                    <a:gd name="connsiteX49" fmla="*/ 2640414 w 6788499"/>
                    <a:gd name="connsiteY49" fmla="*/ 6690726 h 6800140"/>
                    <a:gd name="connsiteX50" fmla="*/ 3206520 w 6788499"/>
                    <a:gd name="connsiteY50" fmla="*/ 6577336 h 6800140"/>
                    <a:gd name="connsiteX51" fmla="*/ 2505743 w 6788499"/>
                    <a:gd name="connsiteY51" fmla="*/ 5831950 h 6800140"/>
                    <a:gd name="connsiteX52" fmla="*/ 2510882 w 6788499"/>
                    <a:gd name="connsiteY52" fmla="*/ 5827092 h 6800140"/>
                    <a:gd name="connsiteX53" fmla="*/ 3214791 w 6788499"/>
                    <a:gd name="connsiteY53" fmla="*/ 6575770 h 6800140"/>
                    <a:gd name="connsiteX54" fmla="*/ 3970416 w 6788499"/>
                    <a:gd name="connsiteY54" fmla="*/ 6470290 h 6800140"/>
                    <a:gd name="connsiteX55" fmla="*/ 4441121 w 6788499"/>
                    <a:gd name="connsiteY55" fmla="*/ 6110286 h 6800140"/>
                    <a:gd name="connsiteX56" fmla="*/ 4442807 w 6788499"/>
                    <a:gd name="connsiteY56" fmla="*/ 6110727 h 6800140"/>
                    <a:gd name="connsiteX57" fmla="*/ 5180564 w 6788499"/>
                    <a:gd name="connsiteY57" fmla="*/ 6300607 h 6800140"/>
                    <a:gd name="connsiteX58" fmla="*/ 5482950 w 6788499"/>
                    <a:gd name="connsiteY58" fmla="*/ 5755059 h 6800140"/>
                    <a:gd name="connsiteX59" fmla="*/ 5947993 w 6788499"/>
                    <a:gd name="connsiteY59" fmla="*/ 5662950 h 6800140"/>
                    <a:gd name="connsiteX60" fmla="*/ 6055481 w 6788499"/>
                    <a:gd name="connsiteY60" fmla="*/ 5146271 h 6800140"/>
                    <a:gd name="connsiteX61" fmla="*/ 6057529 w 6788499"/>
                    <a:gd name="connsiteY61" fmla="*/ 5145708 h 6800140"/>
                    <a:gd name="connsiteX62" fmla="*/ 6394727 w 6788499"/>
                    <a:gd name="connsiteY62" fmla="*/ 5049383 h 6800140"/>
                    <a:gd name="connsiteX63" fmla="*/ 6390591 w 6788499"/>
                    <a:gd name="connsiteY63" fmla="*/ 5056852 h 6800140"/>
                    <a:gd name="connsiteX64" fmla="*/ 4974583 w 6788499"/>
                    <a:gd name="connsiteY64" fmla="*/ 6426123 h 6800140"/>
                    <a:gd name="connsiteX65" fmla="*/ 3427879 w 6788499"/>
                    <a:gd name="connsiteY65" fmla="*/ 6800101 h 6800140"/>
                    <a:gd name="connsiteX66" fmla="*/ 5161170 w 6788499"/>
                    <a:gd name="connsiteY66" fmla="*/ 6314781 h 6800140"/>
                    <a:gd name="connsiteX67" fmla="*/ 3571744 w 6788499"/>
                    <a:gd name="connsiteY67" fmla="*/ 6790022 h 6800140"/>
                    <a:gd name="connsiteX68" fmla="*/ 4971290 w 6788499"/>
                    <a:gd name="connsiteY68" fmla="*/ 6419899 h 6800140"/>
                    <a:gd name="connsiteX69" fmla="*/ 5161130 w 6788499"/>
                    <a:gd name="connsiteY69" fmla="*/ 6314781 h 6800140"/>
                    <a:gd name="connsiteX70" fmla="*/ 3223705 w 6788499"/>
                    <a:gd name="connsiteY70" fmla="*/ 6581753 h 6800140"/>
                    <a:gd name="connsiteX71" fmla="*/ 3557289 w 6788499"/>
                    <a:gd name="connsiteY71" fmla="*/ 6786329 h 6800140"/>
                    <a:gd name="connsiteX72" fmla="*/ 3958973 w 6788499"/>
                    <a:gd name="connsiteY72" fmla="*/ 6479124 h 6800140"/>
                    <a:gd name="connsiteX73" fmla="*/ 3223745 w 6788499"/>
                    <a:gd name="connsiteY73" fmla="*/ 6581753 h 6800140"/>
                    <a:gd name="connsiteX74" fmla="*/ 2686227 w 6788499"/>
                    <a:gd name="connsiteY74" fmla="*/ 6688799 h 6800140"/>
                    <a:gd name="connsiteX75" fmla="*/ 3542112 w 6788499"/>
                    <a:gd name="connsiteY75" fmla="*/ 6785285 h 6800140"/>
                    <a:gd name="connsiteX76" fmla="*/ 3212783 w 6788499"/>
                    <a:gd name="connsiteY76" fmla="*/ 6583359 h 6800140"/>
                    <a:gd name="connsiteX77" fmla="*/ 2686227 w 6788499"/>
                    <a:gd name="connsiteY77" fmla="*/ 6688799 h 6800140"/>
                    <a:gd name="connsiteX78" fmla="*/ 3973227 w 6788499"/>
                    <a:gd name="connsiteY78" fmla="*/ 6477116 h 6800140"/>
                    <a:gd name="connsiteX79" fmla="*/ 3575037 w 6788499"/>
                    <a:gd name="connsiteY79" fmla="*/ 6781631 h 6800140"/>
                    <a:gd name="connsiteX80" fmla="*/ 5136718 w 6788499"/>
                    <a:gd name="connsiteY80" fmla="*/ 6314700 h 6800140"/>
                    <a:gd name="connsiteX81" fmla="*/ 3973227 w 6788499"/>
                    <a:gd name="connsiteY81" fmla="*/ 6477116 h 6800140"/>
                    <a:gd name="connsiteX82" fmla="*/ 4442687 w 6788499"/>
                    <a:gd name="connsiteY82" fmla="*/ 6118075 h 6800140"/>
                    <a:gd name="connsiteX83" fmla="*/ 3984670 w 6788499"/>
                    <a:gd name="connsiteY83" fmla="*/ 6468363 h 6800140"/>
                    <a:gd name="connsiteX84" fmla="*/ 5164101 w 6788499"/>
                    <a:gd name="connsiteY84" fmla="*/ 6303739 h 6800140"/>
                    <a:gd name="connsiteX85" fmla="*/ 4442687 w 6788499"/>
                    <a:gd name="connsiteY85" fmla="*/ 6118075 h 6800140"/>
                    <a:gd name="connsiteX86" fmla="*/ 5487528 w 6788499"/>
                    <a:gd name="connsiteY86" fmla="*/ 5761443 h 6800140"/>
                    <a:gd name="connsiteX87" fmla="*/ 5190642 w 6788499"/>
                    <a:gd name="connsiteY87" fmla="*/ 6297033 h 6800140"/>
                    <a:gd name="connsiteX88" fmla="*/ 5944661 w 6788499"/>
                    <a:gd name="connsiteY88" fmla="*/ 5670900 h 6800140"/>
                    <a:gd name="connsiteX89" fmla="*/ 5487528 w 6788499"/>
                    <a:gd name="connsiteY89" fmla="*/ 5761443 h 6800140"/>
                    <a:gd name="connsiteX90" fmla="*/ 6061504 w 6788499"/>
                    <a:gd name="connsiteY90" fmla="*/ 5152013 h 6800140"/>
                    <a:gd name="connsiteX91" fmla="*/ 5956265 w 6788499"/>
                    <a:gd name="connsiteY91" fmla="*/ 5657931 h 6800140"/>
                    <a:gd name="connsiteX92" fmla="*/ 6380232 w 6788499"/>
                    <a:gd name="connsiteY92" fmla="*/ 5060987 h 6800140"/>
                    <a:gd name="connsiteX93" fmla="*/ 6061504 w 6788499"/>
                    <a:gd name="connsiteY93" fmla="*/ 5152013 h 6800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6788499" h="6800140">
                      <a:moveTo>
                        <a:pt x="3427879" y="6800141"/>
                      </a:moveTo>
                      <a:cubicBezTo>
                        <a:pt x="2979981" y="6800141"/>
                        <a:pt x="2530718" y="6711364"/>
                        <a:pt x="2105666" y="6532848"/>
                      </a:cubicBezTo>
                      <a:lnTo>
                        <a:pt x="2104301" y="6531844"/>
                      </a:lnTo>
                      <a:lnTo>
                        <a:pt x="1945097" y="6338591"/>
                      </a:lnTo>
                      <a:lnTo>
                        <a:pt x="1736707" y="6351199"/>
                      </a:lnTo>
                      <a:lnTo>
                        <a:pt x="1735784" y="6350677"/>
                      </a:lnTo>
                      <a:cubicBezTo>
                        <a:pt x="1320730" y="6114341"/>
                        <a:pt x="966025" y="5800110"/>
                        <a:pt x="681587" y="5416776"/>
                      </a:cubicBezTo>
                      <a:cubicBezTo>
                        <a:pt x="569000" y="5265041"/>
                        <a:pt x="467857" y="5102184"/>
                        <a:pt x="380927" y="4932701"/>
                      </a:cubicBezTo>
                      <a:cubicBezTo>
                        <a:pt x="-149564" y="3898620"/>
                        <a:pt x="-124670" y="2679519"/>
                        <a:pt x="447459" y="1671577"/>
                      </a:cubicBezTo>
                      <a:lnTo>
                        <a:pt x="448584" y="1669570"/>
                      </a:lnTo>
                      <a:lnTo>
                        <a:pt x="450872" y="1669811"/>
                      </a:lnTo>
                      <a:lnTo>
                        <a:pt x="785421" y="1704864"/>
                      </a:lnTo>
                      <a:lnTo>
                        <a:pt x="825452" y="1131088"/>
                      </a:lnTo>
                      <a:lnTo>
                        <a:pt x="828263" y="1130647"/>
                      </a:lnTo>
                      <a:lnTo>
                        <a:pt x="1578226" y="1016935"/>
                      </a:lnTo>
                      <a:lnTo>
                        <a:pt x="2035641" y="244206"/>
                      </a:lnTo>
                      <a:lnTo>
                        <a:pt x="2037849" y="244366"/>
                      </a:lnTo>
                      <a:lnTo>
                        <a:pt x="2644670" y="291304"/>
                      </a:lnTo>
                      <a:lnTo>
                        <a:pt x="3933436" y="0"/>
                      </a:lnTo>
                      <a:lnTo>
                        <a:pt x="3934801" y="1526"/>
                      </a:lnTo>
                      <a:lnTo>
                        <a:pt x="4188964" y="276850"/>
                      </a:lnTo>
                      <a:lnTo>
                        <a:pt x="4812649" y="271871"/>
                      </a:lnTo>
                      <a:lnTo>
                        <a:pt x="4813653" y="272754"/>
                      </a:lnTo>
                      <a:lnTo>
                        <a:pt x="5751970" y="1090575"/>
                      </a:lnTo>
                      <a:lnTo>
                        <a:pt x="5752291" y="1091338"/>
                      </a:lnTo>
                      <a:lnTo>
                        <a:pt x="6003203" y="1706831"/>
                      </a:lnTo>
                      <a:lnTo>
                        <a:pt x="6788500" y="3027157"/>
                      </a:lnTo>
                      <a:lnTo>
                        <a:pt x="6782397" y="3030770"/>
                      </a:lnTo>
                      <a:lnTo>
                        <a:pt x="5996859" y="1709963"/>
                      </a:lnTo>
                      <a:lnTo>
                        <a:pt x="5746028" y="1094791"/>
                      </a:lnTo>
                      <a:lnTo>
                        <a:pt x="4809999" y="278978"/>
                      </a:lnTo>
                      <a:lnTo>
                        <a:pt x="4185873" y="283957"/>
                      </a:lnTo>
                      <a:lnTo>
                        <a:pt x="4184788" y="282792"/>
                      </a:lnTo>
                      <a:lnTo>
                        <a:pt x="3930946" y="7830"/>
                      </a:lnTo>
                      <a:lnTo>
                        <a:pt x="2645151" y="298452"/>
                      </a:lnTo>
                      <a:lnTo>
                        <a:pt x="2039455" y="251634"/>
                      </a:lnTo>
                      <a:lnTo>
                        <a:pt x="1582603" y="1023440"/>
                      </a:lnTo>
                      <a:lnTo>
                        <a:pt x="1580957" y="1023681"/>
                      </a:lnTo>
                      <a:lnTo>
                        <a:pt x="832118" y="1137232"/>
                      </a:lnTo>
                      <a:lnTo>
                        <a:pt x="792006" y="1712693"/>
                      </a:lnTo>
                      <a:lnTo>
                        <a:pt x="788352" y="1712332"/>
                      </a:lnTo>
                      <a:lnTo>
                        <a:pt x="452478" y="1677159"/>
                      </a:lnTo>
                      <a:cubicBezTo>
                        <a:pt x="-117362" y="2682530"/>
                        <a:pt x="-141815" y="3898219"/>
                        <a:pt x="387191" y="4929449"/>
                      </a:cubicBezTo>
                      <a:cubicBezTo>
                        <a:pt x="473960" y="5098570"/>
                        <a:pt x="574903" y="5261106"/>
                        <a:pt x="687248" y="5412520"/>
                      </a:cubicBezTo>
                      <a:cubicBezTo>
                        <a:pt x="970884" y="5794809"/>
                        <a:pt x="1324545" y="6108198"/>
                        <a:pt x="1738354" y="6343971"/>
                      </a:cubicBezTo>
                      <a:lnTo>
                        <a:pt x="1948229" y="6331283"/>
                      </a:lnTo>
                      <a:lnTo>
                        <a:pt x="1949394" y="6332649"/>
                      </a:lnTo>
                      <a:lnTo>
                        <a:pt x="2109200" y="6526624"/>
                      </a:lnTo>
                      <a:cubicBezTo>
                        <a:pt x="2566493" y="6718512"/>
                        <a:pt x="3052014" y="6806525"/>
                        <a:pt x="3533439" y="6791388"/>
                      </a:cubicBezTo>
                      <a:lnTo>
                        <a:pt x="2640414" y="6690726"/>
                      </a:lnTo>
                      <a:lnTo>
                        <a:pt x="3206520" y="6577336"/>
                      </a:lnTo>
                      <a:lnTo>
                        <a:pt x="2505743" y="5831950"/>
                      </a:lnTo>
                      <a:lnTo>
                        <a:pt x="2510882" y="5827092"/>
                      </a:lnTo>
                      <a:lnTo>
                        <a:pt x="3214791" y="6575770"/>
                      </a:lnTo>
                      <a:lnTo>
                        <a:pt x="3970416" y="6470290"/>
                      </a:lnTo>
                      <a:lnTo>
                        <a:pt x="4441121" y="6110286"/>
                      </a:lnTo>
                      <a:lnTo>
                        <a:pt x="4442807" y="6110727"/>
                      </a:lnTo>
                      <a:lnTo>
                        <a:pt x="5180564" y="6300607"/>
                      </a:lnTo>
                      <a:lnTo>
                        <a:pt x="5482950" y="5755059"/>
                      </a:lnTo>
                      <a:lnTo>
                        <a:pt x="5947993" y="5662950"/>
                      </a:lnTo>
                      <a:lnTo>
                        <a:pt x="6055481" y="5146271"/>
                      </a:lnTo>
                      <a:lnTo>
                        <a:pt x="6057529" y="5145708"/>
                      </a:lnTo>
                      <a:lnTo>
                        <a:pt x="6394727" y="5049383"/>
                      </a:lnTo>
                      <a:lnTo>
                        <a:pt x="6390591" y="5056852"/>
                      </a:lnTo>
                      <a:cubicBezTo>
                        <a:pt x="6064114" y="5644921"/>
                        <a:pt x="5574457" y="6118396"/>
                        <a:pt x="4974583" y="6426123"/>
                      </a:cubicBezTo>
                      <a:cubicBezTo>
                        <a:pt x="4489584" y="6674906"/>
                        <a:pt x="3959735" y="6800060"/>
                        <a:pt x="3427879" y="6800101"/>
                      </a:cubicBezTo>
                      <a:close/>
                      <a:moveTo>
                        <a:pt x="5161170" y="6314781"/>
                      </a:moveTo>
                      <a:lnTo>
                        <a:pt x="3571744" y="6790022"/>
                      </a:lnTo>
                      <a:cubicBezTo>
                        <a:pt x="4053932" y="6769505"/>
                        <a:pt x="4531022" y="6645756"/>
                        <a:pt x="4971290" y="6419899"/>
                      </a:cubicBezTo>
                      <a:cubicBezTo>
                        <a:pt x="5035896" y="6386774"/>
                        <a:pt x="5099176" y="6351721"/>
                        <a:pt x="5161130" y="6314781"/>
                      </a:cubicBezTo>
                      <a:close/>
                      <a:moveTo>
                        <a:pt x="3223705" y="6581753"/>
                      </a:moveTo>
                      <a:lnTo>
                        <a:pt x="3557289" y="6786329"/>
                      </a:lnTo>
                      <a:lnTo>
                        <a:pt x="3958973" y="6479124"/>
                      </a:lnTo>
                      <a:lnTo>
                        <a:pt x="3223745" y="6581753"/>
                      </a:lnTo>
                      <a:close/>
                      <a:moveTo>
                        <a:pt x="2686227" y="6688799"/>
                      </a:moveTo>
                      <a:lnTo>
                        <a:pt x="3542112" y="6785285"/>
                      </a:lnTo>
                      <a:lnTo>
                        <a:pt x="3212783" y="6583359"/>
                      </a:lnTo>
                      <a:lnTo>
                        <a:pt x="2686227" y="6688799"/>
                      </a:lnTo>
                      <a:close/>
                      <a:moveTo>
                        <a:pt x="3973227" y="6477116"/>
                      </a:moveTo>
                      <a:lnTo>
                        <a:pt x="3575037" y="6781631"/>
                      </a:lnTo>
                      <a:lnTo>
                        <a:pt x="5136718" y="6314700"/>
                      </a:lnTo>
                      <a:lnTo>
                        <a:pt x="3973227" y="6477116"/>
                      </a:lnTo>
                      <a:close/>
                      <a:moveTo>
                        <a:pt x="4442687" y="6118075"/>
                      </a:moveTo>
                      <a:lnTo>
                        <a:pt x="3984670" y="6468363"/>
                      </a:lnTo>
                      <a:lnTo>
                        <a:pt x="5164101" y="6303739"/>
                      </a:lnTo>
                      <a:lnTo>
                        <a:pt x="4442687" y="6118075"/>
                      </a:lnTo>
                      <a:close/>
                      <a:moveTo>
                        <a:pt x="5487528" y="5761443"/>
                      </a:moveTo>
                      <a:lnTo>
                        <a:pt x="5190642" y="6297033"/>
                      </a:lnTo>
                      <a:cubicBezTo>
                        <a:pt x="5472631" y="6125142"/>
                        <a:pt x="5726112" y="5914383"/>
                        <a:pt x="5944661" y="5670900"/>
                      </a:cubicBezTo>
                      <a:lnTo>
                        <a:pt x="5487528" y="5761443"/>
                      </a:lnTo>
                      <a:close/>
                      <a:moveTo>
                        <a:pt x="6061504" y="5152013"/>
                      </a:moveTo>
                      <a:lnTo>
                        <a:pt x="5956265" y="5657931"/>
                      </a:lnTo>
                      <a:cubicBezTo>
                        <a:pt x="6117797" y="5476121"/>
                        <a:pt x="6259976" y="5276284"/>
                        <a:pt x="6380232" y="5060987"/>
                      </a:cubicBezTo>
                      <a:lnTo>
                        <a:pt x="6061504" y="5152013"/>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50" name="Freeform: Shape 1449">
                  <a:extLst>
                    <a:ext uri="{FF2B5EF4-FFF2-40B4-BE49-F238E27FC236}">
                      <a16:creationId xmlns:a16="http://schemas.microsoft.com/office/drawing/2014/main" id="{4D7787C3-B9A3-7F88-F149-7CB8CB9BFEB6}"/>
                    </a:ext>
                  </a:extLst>
                </p:cNvPr>
                <p:cNvSpPr/>
                <p:nvPr/>
              </p:nvSpPr>
              <p:spPr>
                <a:xfrm rot="-5332800">
                  <a:off x="2821614" y="2406445"/>
                  <a:ext cx="1310970" cy="7066"/>
                </a:xfrm>
                <a:custGeom>
                  <a:avLst/>
                  <a:gdLst>
                    <a:gd name="connsiteX0" fmla="*/ 0 w 1310970"/>
                    <a:gd name="connsiteY0" fmla="*/ 0 h 7066"/>
                    <a:gd name="connsiteX1" fmla="*/ 1310970 w 1310970"/>
                    <a:gd name="connsiteY1" fmla="*/ 0 h 7066"/>
                    <a:gd name="connsiteX2" fmla="*/ 1310970 w 1310970"/>
                    <a:gd name="connsiteY2" fmla="*/ 7067 h 7066"/>
                    <a:gd name="connsiteX3" fmla="*/ 0 w 1310970"/>
                    <a:gd name="connsiteY3" fmla="*/ 7067 h 7066"/>
                  </a:gdLst>
                  <a:ahLst/>
                  <a:cxnLst>
                    <a:cxn ang="0">
                      <a:pos x="connsiteX0" y="connsiteY0"/>
                    </a:cxn>
                    <a:cxn ang="0">
                      <a:pos x="connsiteX1" y="connsiteY1"/>
                    </a:cxn>
                    <a:cxn ang="0">
                      <a:pos x="connsiteX2" y="connsiteY2"/>
                    </a:cxn>
                    <a:cxn ang="0">
                      <a:pos x="connsiteX3" y="connsiteY3"/>
                    </a:cxn>
                  </a:cxnLst>
                  <a:rect l="l" t="t" r="r" b="b"/>
                  <a:pathLst>
                    <a:path w="1310970" h="7066">
                      <a:moveTo>
                        <a:pt x="0" y="0"/>
                      </a:moveTo>
                      <a:lnTo>
                        <a:pt x="1310970" y="0"/>
                      </a:lnTo>
                      <a:lnTo>
                        <a:pt x="1310970" y="7067"/>
                      </a:lnTo>
                      <a:lnTo>
                        <a:pt x="0" y="7067"/>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51" name="Freeform: Shape 1450">
                  <a:extLst>
                    <a:ext uri="{FF2B5EF4-FFF2-40B4-BE49-F238E27FC236}">
                      <a16:creationId xmlns:a16="http://schemas.microsoft.com/office/drawing/2014/main" id="{5A031C31-8CDB-5BFA-7345-FA1BE69279BD}"/>
                    </a:ext>
                  </a:extLst>
                </p:cNvPr>
                <p:cNvSpPr/>
                <p:nvPr/>
              </p:nvSpPr>
              <p:spPr>
                <a:xfrm>
                  <a:off x="2986651" y="3612375"/>
                  <a:ext cx="1153774" cy="2585682"/>
                </a:xfrm>
                <a:custGeom>
                  <a:avLst/>
                  <a:gdLst>
                    <a:gd name="connsiteX0" fmla="*/ 1147069 w 1153774"/>
                    <a:gd name="connsiteY0" fmla="*/ 2585683 h 2585682"/>
                    <a:gd name="connsiteX1" fmla="*/ 718564 w 1153774"/>
                    <a:gd name="connsiteY1" fmla="*/ 1319362 h 2585682"/>
                    <a:gd name="connsiteX2" fmla="*/ 0 w 1153774"/>
                    <a:gd name="connsiteY2" fmla="*/ 1176661 h 2585682"/>
                    <a:gd name="connsiteX3" fmla="*/ 161 w 1153774"/>
                    <a:gd name="connsiteY3" fmla="*/ 1173609 h 2585682"/>
                    <a:gd name="connsiteX4" fmla="*/ 64244 w 1153774"/>
                    <a:gd name="connsiteY4" fmla="*/ 0 h 2585682"/>
                    <a:gd name="connsiteX5" fmla="*/ 71310 w 1153774"/>
                    <a:gd name="connsiteY5" fmla="*/ 402 h 2585682"/>
                    <a:gd name="connsiteX6" fmla="*/ 7388 w 1153774"/>
                    <a:gd name="connsiteY6" fmla="*/ 1170919 h 2585682"/>
                    <a:gd name="connsiteX7" fmla="*/ 723985 w 1153774"/>
                    <a:gd name="connsiteY7" fmla="*/ 1313259 h 2585682"/>
                    <a:gd name="connsiteX8" fmla="*/ 724627 w 1153774"/>
                    <a:gd name="connsiteY8" fmla="*/ 1315186 h 2585682"/>
                    <a:gd name="connsiteX9" fmla="*/ 1153774 w 1153774"/>
                    <a:gd name="connsiteY9" fmla="*/ 2583434 h 2585682"/>
                    <a:gd name="connsiteX10" fmla="*/ 1147069 w 1153774"/>
                    <a:gd name="connsiteY10" fmla="*/ 2585683 h 2585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3774" h="2585682">
                      <a:moveTo>
                        <a:pt x="1147069" y="2585683"/>
                      </a:moveTo>
                      <a:lnTo>
                        <a:pt x="718564" y="1319362"/>
                      </a:lnTo>
                      <a:lnTo>
                        <a:pt x="0" y="1176661"/>
                      </a:lnTo>
                      <a:lnTo>
                        <a:pt x="161" y="1173609"/>
                      </a:lnTo>
                      <a:lnTo>
                        <a:pt x="64244" y="0"/>
                      </a:lnTo>
                      <a:lnTo>
                        <a:pt x="71310" y="402"/>
                      </a:lnTo>
                      <a:lnTo>
                        <a:pt x="7388" y="1170919"/>
                      </a:lnTo>
                      <a:lnTo>
                        <a:pt x="723985" y="1313259"/>
                      </a:lnTo>
                      <a:lnTo>
                        <a:pt x="724627" y="1315186"/>
                      </a:lnTo>
                      <a:lnTo>
                        <a:pt x="1153774" y="2583434"/>
                      </a:lnTo>
                      <a:lnTo>
                        <a:pt x="1147069" y="2585683"/>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52" name="Freeform: Shape 1451">
                  <a:extLst>
                    <a:ext uri="{FF2B5EF4-FFF2-40B4-BE49-F238E27FC236}">
                      <a16:creationId xmlns:a16="http://schemas.microsoft.com/office/drawing/2014/main" id="{C3930241-118F-3F35-47E2-74F939DFCBC8}"/>
                    </a:ext>
                  </a:extLst>
                </p:cNvPr>
                <p:cNvSpPr/>
                <p:nvPr/>
              </p:nvSpPr>
              <p:spPr>
                <a:xfrm>
                  <a:off x="2831182" y="337238"/>
                  <a:ext cx="3084172" cy="6291331"/>
                </a:xfrm>
                <a:custGeom>
                  <a:avLst/>
                  <a:gdLst>
                    <a:gd name="connsiteX0" fmla="*/ 3081402 w 3084172"/>
                    <a:gd name="connsiteY0" fmla="*/ 6291332 h 6291331"/>
                    <a:gd name="connsiteX1" fmla="*/ 1965893 w 3084172"/>
                    <a:gd name="connsiteY1" fmla="*/ 5816331 h 6291331"/>
                    <a:gd name="connsiteX2" fmla="*/ 1965371 w 3084172"/>
                    <a:gd name="connsiteY2" fmla="*/ 5815729 h 6291331"/>
                    <a:gd name="connsiteX3" fmla="*/ 873793 w 3084172"/>
                    <a:gd name="connsiteY3" fmla="*/ 4593455 h 6291331"/>
                    <a:gd name="connsiteX4" fmla="*/ 873552 w 3084172"/>
                    <a:gd name="connsiteY4" fmla="*/ 4593013 h 6291331"/>
                    <a:gd name="connsiteX5" fmla="*/ 219111 w 3084172"/>
                    <a:gd name="connsiteY5" fmla="*/ 3274976 h 6291331"/>
                    <a:gd name="connsiteX6" fmla="*/ 220396 w 3084172"/>
                    <a:gd name="connsiteY6" fmla="*/ 3273210 h 6291331"/>
                    <a:gd name="connsiteX7" fmla="*/ 629025 w 3084172"/>
                    <a:gd name="connsiteY7" fmla="*/ 2728384 h 6291331"/>
                    <a:gd name="connsiteX8" fmla="*/ 0 w 3084172"/>
                    <a:gd name="connsiteY8" fmla="*/ 2133529 h 6291331"/>
                    <a:gd name="connsiteX9" fmla="*/ 1285 w 3084172"/>
                    <a:gd name="connsiteY9" fmla="*/ 2131120 h 6291331"/>
                    <a:gd name="connsiteX10" fmla="*/ 695557 w 3084172"/>
                    <a:gd name="connsiteY10" fmla="*/ 839944 h 6291331"/>
                    <a:gd name="connsiteX11" fmla="*/ 696641 w 3084172"/>
                    <a:gd name="connsiteY11" fmla="*/ 839422 h 6291331"/>
                    <a:gd name="connsiteX12" fmla="*/ 2459404 w 3084172"/>
                    <a:gd name="connsiteY12" fmla="*/ 24854 h 6291331"/>
                    <a:gd name="connsiteX13" fmla="*/ 1083909 w 3084172"/>
                    <a:gd name="connsiteY13" fmla="*/ 469420 h 6291331"/>
                    <a:gd name="connsiteX14" fmla="*/ 1081741 w 3084172"/>
                    <a:gd name="connsiteY14" fmla="*/ 462674 h 6291331"/>
                    <a:gd name="connsiteX15" fmla="*/ 2513168 w 3084172"/>
                    <a:gd name="connsiteY15" fmla="*/ 0 h 6291331"/>
                    <a:gd name="connsiteX16" fmla="*/ 2515738 w 3084172"/>
                    <a:gd name="connsiteY16" fmla="*/ 6585 h 6291331"/>
                    <a:gd name="connsiteX17" fmla="*/ 700697 w 3084172"/>
                    <a:gd name="connsiteY17" fmla="*/ 845365 h 6291331"/>
                    <a:gd name="connsiteX18" fmla="*/ 8793 w 3084172"/>
                    <a:gd name="connsiteY18" fmla="*/ 2132083 h 6291331"/>
                    <a:gd name="connsiteX19" fmla="*/ 638461 w 3084172"/>
                    <a:gd name="connsiteY19" fmla="*/ 2727581 h 6291331"/>
                    <a:gd name="connsiteX20" fmla="*/ 636573 w 3084172"/>
                    <a:gd name="connsiteY20" fmla="*/ 2730110 h 6291331"/>
                    <a:gd name="connsiteX21" fmla="*/ 227382 w 3084172"/>
                    <a:gd name="connsiteY21" fmla="*/ 3275699 h 6291331"/>
                    <a:gd name="connsiteX22" fmla="*/ 879695 w 3084172"/>
                    <a:gd name="connsiteY22" fmla="*/ 4589440 h 6291331"/>
                    <a:gd name="connsiteX23" fmla="*/ 1970109 w 3084172"/>
                    <a:gd name="connsiteY23" fmla="*/ 5810429 h 6291331"/>
                    <a:gd name="connsiteX24" fmla="*/ 3084173 w 3084172"/>
                    <a:gd name="connsiteY24" fmla="*/ 6284827 h 6291331"/>
                    <a:gd name="connsiteX25" fmla="*/ 3081402 w 3084172"/>
                    <a:gd name="connsiteY25" fmla="*/ 6291332 h 629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084172" h="6291331">
                      <a:moveTo>
                        <a:pt x="3081402" y="6291332"/>
                      </a:moveTo>
                      <a:lnTo>
                        <a:pt x="1965893" y="5816331"/>
                      </a:lnTo>
                      <a:lnTo>
                        <a:pt x="1965371" y="5815729"/>
                      </a:lnTo>
                      <a:lnTo>
                        <a:pt x="873793" y="4593455"/>
                      </a:lnTo>
                      <a:lnTo>
                        <a:pt x="873552" y="4593013"/>
                      </a:lnTo>
                      <a:lnTo>
                        <a:pt x="219111" y="3274976"/>
                      </a:lnTo>
                      <a:lnTo>
                        <a:pt x="220396" y="3273210"/>
                      </a:lnTo>
                      <a:lnTo>
                        <a:pt x="629025" y="2728384"/>
                      </a:lnTo>
                      <a:lnTo>
                        <a:pt x="0" y="2133529"/>
                      </a:lnTo>
                      <a:lnTo>
                        <a:pt x="1285" y="2131120"/>
                      </a:lnTo>
                      <a:lnTo>
                        <a:pt x="695557" y="839944"/>
                      </a:lnTo>
                      <a:lnTo>
                        <a:pt x="696641" y="839422"/>
                      </a:lnTo>
                      <a:lnTo>
                        <a:pt x="2459404" y="24854"/>
                      </a:lnTo>
                      <a:lnTo>
                        <a:pt x="1083909" y="469420"/>
                      </a:lnTo>
                      <a:lnTo>
                        <a:pt x="1081741" y="462674"/>
                      </a:lnTo>
                      <a:lnTo>
                        <a:pt x="2513168" y="0"/>
                      </a:lnTo>
                      <a:lnTo>
                        <a:pt x="2515738" y="6585"/>
                      </a:lnTo>
                      <a:lnTo>
                        <a:pt x="700697" y="845365"/>
                      </a:lnTo>
                      <a:lnTo>
                        <a:pt x="8793" y="2132083"/>
                      </a:lnTo>
                      <a:lnTo>
                        <a:pt x="638461" y="2727581"/>
                      </a:lnTo>
                      <a:lnTo>
                        <a:pt x="636573" y="2730110"/>
                      </a:lnTo>
                      <a:lnTo>
                        <a:pt x="227382" y="3275699"/>
                      </a:lnTo>
                      <a:lnTo>
                        <a:pt x="879695" y="4589440"/>
                      </a:lnTo>
                      <a:lnTo>
                        <a:pt x="1970109" y="5810429"/>
                      </a:lnTo>
                      <a:lnTo>
                        <a:pt x="3084173" y="6284827"/>
                      </a:lnTo>
                      <a:lnTo>
                        <a:pt x="3081402" y="6291332"/>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53" name="Freeform: Shape 1452">
                  <a:extLst>
                    <a:ext uri="{FF2B5EF4-FFF2-40B4-BE49-F238E27FC236}">
                      <a16:creationId xmlns:a16="http://schemas.microsoft.com/office/drawing/2014/main" id="{DCB1045A-3248-9B17-1A19-C173583B31D7}"/>
                    </a:ext>
                  </a:extLst>
                </p:cNvPr>
                <p:cNvSpPr/>
                <p:nvPr/>
              </p:nvSpPr>
              <p:spPr>
                <a:xfrm>
                  <a:off x="5894757" y="5867123"/>
                  <a:ext cx="1563286" cy="771565"/>
                </a:xfrm>
                <a:custGeom>
                  <a:avLst/>
                  <a:gdLst>
                    <a:gd name="connsiteX0" fmla="*/ 0 w 1563286"/>
                    <a:gd name="connsiteY0" fmla="*/ 771565 h 771565"/>
                    <a:gd name="connsiteX1" fmla="*/ 724105 w 1563286"/>
                    <a:gd name="connsiteY1" fmla="*/ 85002 h 771565"/>
                    <a:gd name="connsiteX2" fmla="*/ 728964 w 1563286"/>
                    <a:gd name="connsiteY2" fmla="*/ 90142 h 771565"/>
                    <a:gd name="connsiteX3" fmla="*/ 38466 w 1563286"/>
                    <a:gd name="connsiteY3" fmla="*/ 744864 h 771565"/>
                    <a:gd name="connsiteX4" fmla="*/ 1560155 w 1563286"/>
                    <a:gd name="connsiteY4" fmla="*/ 0 h 771565"/>
                    <a:gd name="connsiteX5" fmla="*/ 1563287 w 1563286"/>
                    <a:gd name="connsiteY5" fmla="*/ 6344 h 771565"/>
                    <a:gd name="connsiteX6" fmla="*/ 0 w 1563286"/>
                    <a:gd name="connsiteY6" fmla="*/ 771565 h 771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63286" h="771565">
                      <a:moveTo>
                        <a:pt x="0" y="771565"/>
                      </a:moveTo>
                      <a:lnTo>
                        <a:pt x="724105" y="85002"/>
                      </a:lnTo>
                      <a:lnTo>
                        <a:pt x="728964" y="90142"/>
                      </a:lnTo>
                      <a:lnTo>
                        <a:pt x="38466" y="744864"/>
                      </a:lnTo>
                      <a:lnTo>
                        <a:pt x="1560155" y="0"/>
                      </a:lnTo>
                      <a:lnTo>
                        <a:pt x="1563287" y="6344"/>
                      </a:lnTo>
                      <a:lnTo>
                        <a:pt x="0" y="771565"/>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54" name="Freeform: Shape 1453">
                  <a:extLst>
                    <a:ext uri="{FF2B5EF4-FFF2-40B4-BE49-F238E27FC236}">
                      <a16:creationId xmlns:a16="http://schemas.microsoft.com/office/drawing/2014/main" id="{E23E8C2B-5C2D-D0DC-0EF3-63B5F55BA03F}"/>
                    </a:ext>
                  </a:extLst>
                </p:cNvPr>
                <p:cNvSpPr/>
                <p:nvPr/>
              </p:nvSpPr>
              <p:spPr>
                <a:xfrm>
                  <a:off x="8170705" y="4009079"/>
                  <a:ext cx="326397" cy="270345"/>
                </a:xfrm>
                <a:custGeom>
                  <a:avLst/>
                  <a:gdLst>
                    <a:gd name="connsiteX0" fmla="*/ 63401 w 326397"/>
                    <a:gd name="connsiteY0" fmla="*/ 270345 h 270345"/>
                    <a:gd name="connsiteX1" fmla="*/ 0 w 326397"/>
                    <a:gd name="connsiteY1" fmla="*/ 0 h 270345"/>
                    <a:gd name="connsiteX2" fmla="*/ 326398 w 326397"/>
                    <a:gd name="connsiteY2" fmla="*/ 196023 h 270345"/>
                    <a:gd name="connsiteX3" fmla="*/ 63401 w 326397"/>
                    <a:gd name="connsiteY3" fmla="*/ 270345 h 270345"/>
                    <a:gd name="connsiteX4" fmla="*/ 10721 w 326397"/>
                    <a:gd name="connsiteY4" fmla="*/ 14696 h 270345"/>
                    <a:gd name="connsiteX5" fmla="*/ 68580 w 326397"/>
                    <a:gd name="connsiteY5" fmla="*/ 261552 h 270345"/>
                    <a:gd name="connsiteX6" fmla="*/ 308731 w 326397"/>
                    <a:gd name="connsiteY6" fmla="*/ 193694 h 270345"/>
                    <a:gd name="connsiteX7" fmla="*/ 10721 w 326397"/>
                    <a:gd name="connsiteY7" fmla="*/ 14696 h 270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397" h="270345">
                      <a:moveTo>
                        <a:pt x="63401" y="270345"/>
                      </a:moveTo>
                      <a:lnTo>
                        <a:pt x="0" y="0"/>
                      </a:lnTo>
                      <a:lnTo>
                        <a:pt x="326398" y="196023"/>
                      </a:lnTo>
                      <a:lnTo>
                        <a:pt x="63401" y="270345"/>
                      </a:lnTo>
                      <a:close/>
                      <a:moveTo>
                        <a:pt x="10721" y="14696"/>
                      </a:moveTo>
                      <a:lnTo>
                        <a:pt x="68580" y="261552"/>
                      </a:lnTo>
                      <a:lnTo>
                        <a:pt x="308731" y="193694"/>
                      </a:lnTo>
                      <a:lnTo>
                        <a:pt x="10721" y="14696"/>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55" name="Freeform: Shape 1454">
                  <a:extLst>
                    <a:ext uri="{FF2B5EF4-FFF2-40B4-BE49-F238E27FC236}">
                      <a16:creationId xmlns:a16="http://schemas.microsoft.com/office/drawing/2014/main" id="{41E4E18C-1518-2F72-495B-A14806104B2A}"/>
                    </a:ext>
                  </a:extLst>
                </p:cNvPr>
                <p:cNvSpPr/>
                <p:nvPr/>
              </p:nvSpPr>
              <p:spPr>
                <a:xfrm>
                  <a:off x="8267512" y="3304728"/>
                  <a:ext cx="215216" cy="411520"/>
                </a:xfrm>
                <a:custGeom>
                  <a:avLst/>
                  <a:gdLst>
                    <a:gd name="connsiteX0" fmla="*/ 94077 w 215216"/>
                    <a:gd name="connsiteY0" fmla="*/ 411520 h 411520"/>
                    <a:gd name="connsiteX1" fmla="*/ 0 w 215216"/>
                    <a:gd name="connsiteY1" fmla="*/ 110378 h 411520"/>
                    <a:gd name="connsiteX2" fmla="*/ 2650 w 215216"/>
                    <a:gd name="connsiteY2" fmla="*/ 109013 h 411520"/>
                    <a:gd name="connsiteX3" fmla="*/ 215216 w 215216"/>
                    <a:gd name="connsiteY3" fmla="*/ 0 h 411520"/>
                    <a:gd name="connsiteX4" fmla="*/ 94077 w 215216"/>
                    <a:gd name="connsiteY4" fmla="*/ 411520 h 411520"/>
                    <a:gd name="connsiteX5" fmla="*/ 8552 w 215216"/>
                    <a:gd name="connsiteY5" fmla="*/ 113952 h 411520"/>
                    <a:gd name="connsiteX6" fmla="*/ 93876 w 215216"/>
                    <a:gd name="connsiteY6" fmla="*/ 387148 h 411520"/>
                    <a:gd name="connsiteX7" fmla="*/ 203773 w 215216"/>
                    <a:gd name="connsiteY7" fmla="*/ 13812 h 411520"/>
                    <a:gd name="connsiteX8" fmla="*/ 8552 w 215216"/>
                    <a:gd name="connsiteY8" fmla="*/ 113952 h 41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216" h="411520">
                      <a:moveTo>
                        <a:pt x="94077" y="411520"/>
                      </a:moveTo>
                      <a:lnTo>
                        <a:pt x="0" y="110378"/>
                      </a:lnTo>
                      <a:lnTo>
                        <a:pt x="2650" y="109013"/>
                      </a:lnTo>
                      <a:lnTo>
                        <a:pt x="215216" y="0"/>
                      </a:lnTo>
                      <a:lnTo>
                        <a:pt x="94077" y="411520"/>
                      </a:lnTo>
                      <a:close/>
                      <a:moveTo>
                        <a:pt x="8552" y="113952"/>
                      </a:moveTo>
                      <a:lnTo>
                        <a:pt x="93876" y="387148"/>
                      </a:lnTo>
                      <a:lnTo>
                        <a:pt x="203773" y="13812"/>
                      </a:lnTo>
                      <a:lnTo>
                        <a:pt x="8552" y="113952"/>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56" name="Freeform: Shape 1455">
                  <a:extLst>
                    <a:ext uri="{FF2B5EF4-FFF2-40B4-BE49-F238E27FC236}">
                      <a16:creationId xmlns:a16="http://schemas.microsoft.com/office/drawing/2014/main" id="{832873B8-7B95-6033-D8A6-01BDAD78AF3C}"/>
                    </a:ext>
                  </a:extLst>
                </p:cNvPr>
                <p:cNvSpPr/>
                <p:nvPr/>
              </p:nvSpPr>
              <p:spPr>
                <a:xfrm>
                  <a:off x="3466029" y="3458431"/>
                  <a:ext cx="415093" cy="942854"/>
                </a:xfrm>
                <a:custGeom>
                  <a:avLst/>
                  <a:gdLst>
                    <a:gd name="connsiteX0" fmla="*/ 415054 w 415093"/>
                    <a:gd name="connsiteY0" fmla="*/ 942814 h 942854"/>
                    <a:gd name="connsiteX1" fmla="*/ 0 w 415093"/>
                    <a:gd name="connsiteY1" fmla="*/ 452636 h 942854"/>
                    <a:gd name="connsiteX2" fmla="*/ 361 w 415093"/>
                    <a:gd name="connsiteY2" fmla="*/ 450950 h 942854"/>
                    <a:gd name="connsiteX3" fmla="*/ 95040 w 415093"/>
                    <a:gd name="connsiteY3" fmla="*/ 0 h 942854"/>
                    <a:gd name="connsiteX4" fmla="*/ 415094 w 415093"/>
                    <a:gd name="connsiteY4" fmla="*/ 942855 h 942854"/>
                    <a:gd name="connsiteX5" fmla="*/ 7629 w 415093"/>
                    <a:gd name="connsiteY5" fmla="*/ 450669 h 942854"/>
                    <a:gd name="connsiteX6" fmla="*/ 396383 w 415093"/>
                    <a:gd name="connsiteY6" fmla="*/ 909769 h 942854"/>
                    <a:gd name="connsiteX7" fmla="*/ 96646 w 415093"/>
                    <a:gd name="connsiteY7" fmla="*/ 26701 h 942854"/>
                    <a:gd name="connsiteX8" fmla="*/ 7669 w 415093"/>
                    <a:gd name="connsiteY8" fmla="*/ 450669 h 942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5093" h="942854">
                      <a:moveTo>
                        <a:pt x="415054" y="942814"/>
                      </a:moveTo>
                      <a:lnTo>
                        <a:pt x="0" y="452636"/>
                      </a:lnTo>
                      <a:lnTo>
                        <a:pt x="361" y="450950"/>
                      </a:lnTo>
                      <a:lnTo>
                        <a:pt x="95040" y="0"/>
                      </a:lnTo>
                      <a:lnTo>
                        <a:pt x="415094" y="942855"/>
                      </a:lnTo>
                      <a:close/>
                      <a:moveTo>
                        <a:pt x="7629" y="450669"/>
                      </a:moveTo>
                      <a:lnTo>
                        <a:pt x="396383" y="909769"/>
                      </a:lnTo>
                      <a:lnTo>
                        <a:pt x="96646" y="26701"/>
                      </a:lnTo>
                      <a:lnTo>
                        <a:pt x="7669" y="450669"/>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57" name="Freeform: Shape 1456">
                  <a:extLst>
                    <a:ext uri="{FF2B5EF4-FFF2-40B4-BE49-F238E27FC236}">
                      <a16:creationId xmlns:a16="http://schemas.microsoft.com/office/drawing/2014/main" id="{1505C4C6-C52C-0EA6-65F4-8B3F925C411D}"/>
                    </a:ext>
                  </a:extLst>
                </p:cNvPr>
                <p:cNvSpPr/>
                <p:nvPr/>
              </p:nvSpPr>
              <p:spPr>
                <a:xfrm>
                  <a:off x="3469000" y="3798400"/>
                  <a:ext cx="439385" cy="586543"/>
                </a:xfrm>
                <a:custGeom>
                  <a:avLst/>
                  <a:gdLst>
                    <a:gd name="connsiteX0" fmla="*/ 406300 w 439385"/>
                    <a:gd name="connsiteY0" fmla="*/ 586544 h 586543"/>
                    <a:gd name="connsiteX1" fmla="*/ 399234 w 439385"/>
                    <a:gd name="connsiteY1" fmla="*/ 586142 h 586543"/>
                    <a:gd name="connsiteX2" fmla="*/ 431757 w 439385"/>
                    <a:gd name="connsiteY2" fmla="*/ 9155 h 586543"/>
                    <a:gd name="connsiteX3" fmla="*/ 1686 w 439385"/>
                    <a:gd name="connsiteY3" fmla="*/ 115116 h 586543"/>
                    <a:gd name="connsiteX4" fmla="*/ 0 w 439385"/>
                    <a:gd name="connsiteY4" fmla="*/ 108250 h 586543"/>
                    <a:gd name="connsiteX5" fmla="*/ 439386 w 439385"/>
                    <a:gd name="connsiteY5" fmla="*/ 0 h 586543"/>
                    <a:gd name="connsiteX6" fmla="*/ 406300 w 439385"/>
                    <a:gd name="connsiteY6" fmla="*/ 586544 h 586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385" h="586543">
                      <a:moveTo>
                        <a:pt x="406300" y="586544"/>
                      </a:moveTo>
                      <a:lnTo>
                        <a:pt x="399234" y="586142"/>
                      </a:lnTo>
                      <a:lnTo>
                        <a:pt x="431757" y="9155"/>
                      </a:lnTo>
                      <a:lnTo>
                        <a:pt x="1686" y="115116"/>
                      </a:lnTo>
                      <a:lnTo>
                        <a:pt x="0" y="108250"/>
                      </a:lnTo>
                      <a:lnTo>
                        <a:pt x="439386" y="0"/>
                      </a:lnTo>
                      <a:lnTo>
                        <a:pt x="406300" y="586544"/>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58" name="Freeform: Shape 1457">
                  <a:extLst>
                    <a:ext uri="{FF2B5EF4-FFF2-40B4-BE49-F238E27FC236}">
                      <a16:creationId xmlns:a16="http://schemas.microsoft.com/office/drawing/2014/main" id="{D9BB9093-5E0E-2514-533F-1772D599D23F}"/>
                    </a:ext>
                  </a:extLst>
                </p:cNvPr>
                <p:cNvSpPr/>
                <p:nvPr/>
              </p:nvSpPr>
              <p:spPr>
                <a:xfrm>
                  <a:off x="4837629" y="1170878"/>
                  <a:ext cx="225334" cy="252959"/>
                </a:xfrm>
                <a:custGeom>
                  <a:avLst/>
                  <a:gdLst>
                    <a:gd name="connsiteX0" fmla="*/ 225334 w 225334"/>
                    <a:gd name="connsiteY0" fmla="*/ 252959 h 252959"/>
                    <a:gd name="connsiteX1" fmla="*/ 0 w 225334"/>
                    <a:gd name="connsiteY1" fmla="*/ 0 h 252959"/>
                    <a:gd name="connsiteX2" fmla="*/ 120818 w 225334"/>
                    <a:gd name="connsiteY2" fmla="*/ 18149 h 252959"/>
                    <a:gd name="connsiteX3" fmla="*/ 225334 w 225334"/>
                    <a:gd name="connsiteY3" fmla="*/ 252959 h 252959"/>
                    <a:gd name="connsiteX4" fmla="*/ 18309 w 225334"/>
                    <a:gd name="connsiteY4" fmla="*/ 9918 h 252959"/>
                    <a:gd name="connsiteX5" fmla="*/ 200400 w 225334"/>
                    <a:gd name="connsiteY5" fmla="*/ 214293 h 252959"/>
                    <a:gd name="connsiteX6" fmla="*/ 115919 w 225334"/>
                    <a:gd name="connsiteY6" fmla="*/ 24573 h 252959"/>
                    <a:gd name="connsiteX7" fmla="*/ 18309 w 225334"/>
                    <a:gd name="connsiteY7" fmla="*/ 9918 h 252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334" h="252959">
                      <a:moveTo>
                        <a:pt x="225334" y="252959"/>
                      </a:moveTo>
                      <a:lnTo>
                        <a:pt x="0" y="0"/>
                      </a:lnTo>
                      <a:lnTo>
                        <a:pt x="120818" y="18149"/>
                      </a:lnTo>
                      <a:lnTo>
                        <a:pt x="225334" y="252959"/>
                      </a:lnTo>
                      <a:close/>
                      <a:moveTo>
                        <a:pt x="18309" y="9918"/>
                      </a:moveTo>
                      <a:lnTo>
                        <a:pt x="200400" y="214293"/>
                      </a:lnTo>
                      <a:lnTo>
                        <a:pt x="115919" y="24573"/>
                      </a:lnTo>
                      <a:lnTo>
                        <a:pt x="18309" y="9918"/>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59" name="Freeform: Shape 1458">
                  <a:extLst>
                    <a:ext uri="{FF2B5EF4-FFF2-40B4-BE49-F238E27FC236}">
                      <a16:creationId xmlns:a16="http://schemas.microsoft.com/office/drawing/2014/main" id="{F32FC858-543D-7842-798E-BD794386A969}"/>
                    </a:ext>
                  </a:extLst>
                </p:cNvPr>
                <p:cNvSpPr/>
                <p:nvPr/>
              </p:nvSpPr>
              <p:spPr>
                <a:xfrm>
                  <a:off x="4665617" y="5431993"/>
                  <a:ext cx="692144" cy="209192"/>
                </a:xfrm>
                <a:custGeom>
                  <a:avLst/>
                  <a:gdLst>
                    <a:gd name="connsiteX0" fmla="*/ 692104 w 692144"/>
                    <a:gd name="connsiteY0" fmla="*/ 209153 h 209192"/>
                    <a:gd name="connsiteX1" fmla="*/ 0 w 692144"/>
                    <a:gd name="connsiteY1" fmla="*/ 105239 h 209192"/>
                    <a:gd name="connsiteX2" fmla="*/ 235011 w 692144"/>
                    <a:gd name="connsiteY2" fmla="*/ 0 h 209192"/>
                    <a:gd name="connsiteX3" fmla="*/ 236496 w 692144"/>
                    <a:gd name="connsiteY3" fmla="*/ 683 h 209192"/>
                    <a:gd name="connsiteX4" fmla="*/ 692144 w 692144"/>
                    <a:gd name="connsiteY4" fmla="*/ 209193 h 209192"/>
                    <a:gd name="connsiteX5" fmla="*/ 24934 w 692144"/>
                    <a:gd name="connsiteY5" fmla="*/ 101826 h 209192"/>
                    <a:gd name="connsiteX6" fmla="*/ 643480 w 692144"/>
                    <a:gd name="connsiteY6" fmla="*/ 194698 h 209192"/>
                    <a:gd name="connsiteX7" fmla="*/ 234971 w 692144"/>
                    <a:gd name="connsiteY7" fmla="*/ 7750 h 209192"/>
                    <a:gd name="connsiteX8" fmla="*/ 24934 w 692144"/>
                    <a:gd name="connsiteY8" fmla="*/ 101826 h 209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2144" h="209192">
                      <a:moveTo>
                        <a:pt x="692104" y="209153"/>
                      </a:moveTo>
                      <a:lnTo>
                        <a:pt x="0" y="105239"/>
                      </a:lnTo>
                      <a:lnTo>
                        <a:pt x="235011" y="0"/>
                      </a:lnTo>
                      <a:lnTo>
                        <a:pt x="236496" y="683"/>
                      </a:lnTo>
                      <a:lnTo>
                        <a:pt x="692144" y="209193"/>
                      </a:lnTo>
                      <a:close/>
                      <a:moveTo>
                        <a:pt x="24934" y="101826"/>
                      </a:moveTo>
                      <a:lnTo>
                        <a:pt x="643480" y="194698"/>
                      </a:lnTo>
                      <a:lnTo>
                        <a:pt x="234971" y="7750"/>
                      </a:lnTo>
                      <a:lnTo>
                        <a:pt x="24934" y="101826"/>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60" name="Freeform: Shape 1459">
                  <a:extLst>
                    <a:ext uri="{FF2B5EF4-FFF2-40B4-BE49-F238E27FC236}">
                      <a16:creationId xmlns:a16="http://schemas.microsoft.com/office/drawing/2014/main" id="{9F67F63F-FB81-9FD5-6F14-26C8ECCB7CBC}"/>
                    </a:ext>
                  </a:extLst>
                </p:cNvPr>
                <p:cNvSpPr/>
                <p:nvPr/>
              </p:nvSpPr>
              <p:spPr>
                <a:xfrm>
                  <a:off x="7290729" y="1465315"/>
                  <a:ext cx="583251" cy="315998"/>
                </a:xfrm>
                <a:custGeom>
                  <a:avLst/>
                  <a:gdLst>
                    <a:gd name="connsiteX0" fmla="*/ 583251 w 583251"/>
                    <a:gd name="connsiteY0" fmla="*/ 315998 h 315998"/>
                    <a:gd name="connsiteX1" fmla="*/ 148523 w 583251"/>
                    <a:gd name="connsiteY1" fmla="*/ 182010 h 315998"/>
                    <a:gd name="connsiteX2" fmla="*/ 64244 w 583251"/>
                    <a:gd name="connsiteY2" fmla="*/ 314593 h 315998"/>
                    <a:gd name="connsiteX3" fmla="*/ 0 w 583251"/>
                    <a:gd name="connsiteY3" fmla="*/ 128808 h 315998"/>
                    <a:gd name="connsiteX4" fmla="*/ 145431 w 583251"/>
                    <a:gd name="connsiteY4" fmla="*/ 173618 h 315998"/>
                    <a:gd name="connsiteX5" fmla="*/ 255769 w 583251"/>
                    <a:gd name="connsiteY5" fmla="*/ 0 h 315998"/>
                    <a:gd name="connsiteX6" fmla="*/ 583211 w 583251"/>
                    <a:gd name="connsiteY6" fmla="*/ 315958 h 315998"/>
                    <a:gd name="connsiteX7" fmla="*/ 152458 w 583251"/>
                    <a:gd name="connsiteY7" fmla="*/ 175827 h 315998"/>
                    <a:gd name="connsiteX8" fmla="*/ 556992 w 583251"/>
                    <a:gd name="connsiteY8" fmla="*/ 300499 h 315998"/>
                    <a:gd name="connsiteX9" fmla="*/ 257135 w 583251"/>
                    <a:gd name="connsiteY9" fmla="*/ 11162 h 315998"/>
                    <a:gd name="connsiteX10" fmla="*/ 152458 w 583251"/>
                    <a:gd name="connsiteY10" fmla="*/ 175827 h 315998"/>
                    <a:gd name="connsiteX11" fmla="*/ 11242 w 583251"/>
                    <a:gd name="connsiteY11" fmla="*/ 139730 h 315998"/>
                    <a:gd name="connsiteX12" fmla="*/ 66131 w 583251"/>
                    <a:gd name="connsiteY12" fmla="*/ 298451 h 315998"/>
                    <a:gd name="connsiteX13" fmla="*/ 141496 w 583251"/>
                    <a:gd name="connsiteY13" fmla="*/ 179882 h 315998"/>
                    <a:gd name="connsiteX14" fmla="*/ 11242 w 583251"/>
                    <a:gd name="connsiteY14" fmla="*/ 139730 h 315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3251" h="315998">
                      <a:moveTo>
                        <a:pt x="583251" y="315998"/>
                      </a:moveTo>
                      <a:lnTo>
                        <a:pt x="148523" y="182010"/>
                      </a:lnTo>
                      <a:lnTo>
                        <a:pt x="64244" y="314593"/>
                      </a:lnTo>
                      <a:lnTo>
                        <a:pt x="0" y="128808"/>
                      </a:lnTo>
                      <a:lnTo>
                        <a:pt x="145431" y="173618"/>
                      </a:lnTo>
                      <a:lnTo>
                        <a:pt x="255769" y="0"/>
                      </a:lnTo>
                      <a:lnTo>
                        <a:pt x="583211" y="315958"/>
                      </a:lnTo>
                      <a:close/>
                      <a:moveTo>
                        <a:pt x="152458" y="175827"/>
                      </a:moveTo>
                      <a:lnTo>
                        <a:pt x="556992" y="300499"/>
                      </a:lnTo>
                      <a:lnTo>
                        <a:pt x="257135" y="11162"/>
                      </a:lnTo>
                      <a:lnTo>
                        <a:pt x="152458" y="175827"/>
                      </a:lnTo>
                      <a:close/>
                      <a:moveTo>
                        <a:pt x="11242" y="139730"/>
                      </a:moveTo>
                      <a:lnTo>
                        <a:pt x="66131" y="298451"/>
                      </a:lnTo>
                      <a:lnTo>
                        <a:pt x="141496" y="179882"/>
                      </a:lnTo>
                      <a:lnTo>
                        <a:pt x="11242" y="139730"/>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61" name="Freeform: Shape 1460">
                  <a:extLst>
                    <a:ext uri="{FF2B5EF4-FFF2-40B4-BE49-F238E27FC236}">
                      <a16:creationId xmlns:a16="http://schemas.microsoft.com/office/drawing/2014/main" id="{6C4B6E29-8260-E222-409F-2D505436B617}"/>
                    </a:ext>
                  </a:extLst>
                </p:cNvPr>
                <p:cNvSpPr/>
                <p:nvPr/>
              </p:nvSpPr>
              <p:spPr>
                <a:xfrm>
                  <a:off x="6221435" y="5703342"/>
                  <a:ext cx="323627" cy="218427"/>
                </a:xfrm>
                <a:custGeom>
                  <a:avLst/>
                  <a:gdLst>
                    <a:gd name="connsiteX0" fmla="*/ 0 w 323627"/>
                    <a:gd name="connsiteY0" fmla="*/ 218428 h 218427"/>
                    <a:gd name="connsiteX1" fmla="*/ 39510 w 323627"/>
                    <a:gd name="connsiteY1" fmla="*/ 0 h 218427"/>
                    <a:gd name="connsiteX2" fmla="*/ 323627 w 323627"/>
                    <a:gd name="connsiteY2" fmla="*/ 21963 h 218427"/>
                    <a:gd name="connsiteX3" fmla="*/ 40 w 323627"/>
                    <a:gd name="connsiteY3" fmla="*/ 218428 h 218427"/>
                    <a:gd name="connsiteX4" fmla="*/ 45332 w 323627"/>
                    <a:gd name="connsiteY4" fmla="*/ 7549 h 218427"/>
                    <a:gd name="connsiteX5" fmla="*/ 9757 w 323627"/>
                    <a:gd name="connsiteY5" fmla="*/ 204214 h 218427"/>
                    <a:gd name="connsiteX6" fmla="*/ 301102 w 323627"/>
                    <a:gd name="connsiteY6" fmla="*/ 27303 h 218427"/>
                    <a:gd name="connsiteX7" fmla="*/ 45332 w 323627"/>
                    <a:gd name="connsiteY7" fmla="*/ 7549 h 218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627" h="218427">
                      <a:moveTo>
                        <a:pt x="0" y="218428"/>
                      </a:moveTo>
                      <a:lnTo>
                        <a:pt x="39510" y="0"/>
                      </a:lnTo>
                      <a:lnTo>
                        <a:pt x="323627" y="21963"/>
                      </a:lnTo>
                      <a:lnTo>
                        <a:pt x="40" y="218428"/>
                      </a:lnTo>
                      <a:close/>
                      <a:moveTo>
                        <a:pt x="45332" y="7549"/>
                      </a:moveTo>
                      <a:lnTo>
                        <a:pt x="9757" y="204214"/>
                      </a:lnTo>
                      <a:lnTo>
                        <a:pt x="301102" y="27303"/>
                      </a:lnTo>
                      <a:lnTo>
                        <a:pt x="45332" y="7549"/>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62" name="Freeform: Shape 1461">
                  <a:extLst>
                    <a:ext uri="{FF2B5EF4-FFF2-40B4-BE49-F238E27FC236}">
                      <a16:creationId xmlns:a16="http://schemas.microsoft.com/office/drawing/2014/main" id="{411A68B7-1FC9-9D56-FE98-A9E9A5E5B6D4}"/>
                    </a:ext>
                  </a:extLst>
                </p:cNvPr>
                <p:cNvSpPr/>
                <p:nvPr/>
              </p:nvSpPr>
              <p:spPr>
                <a:xfrm>
                  <a:off x="6068455" y="624567"/>
                  <a:ext cx="389476" cy="390841"/>
                </a:xfrm>
                <a:custGeom>
                  <a:avLst/>
                  <a:gdLst>
                    <a:gd name="connsiteX0" fmla="*/ 389477 w 389476"/>
                    <a:gd name="connsiteY0" fmla="*/ 390842 h 390841"/>
                    <a:gd name="connsiteX1" fmla="*/ 78337 w 389476"/>
                    <a:gd name="connsiteY1" fmla="*/ 289658 h 390841"/>
                    <a:gd name="connsiteX2" fmla="*/ 141296 w 389476"/>
                    <a:gd name="connsiteY2" fmla="*/ 145472 h 390841"/>
                    <a:gd name="connsiteX3" fmla="*/ 0 w 389476"/>
                    <a:gd name="connsiteY3" fmla="*/ 0 h 390841"/>
                    <a:gd name="connsiteX4" fmla="*/ 194056 w 389476"/>
                    <a:gd name="connsiteY4" fmla="*/ 42280 h 390841"/>
                    <a:gd name="connsiteX5" fmla="*/ 149687 w 389476"/>
                    <a:gd name="connsiteY5" fmla="*/ 143906 h 390841"/>
                    <a:gd name="connsiteX6" fmla="*/ 389477 w 389476"/>
                    <a:gd name="connsiteY6" fmla="*/ 390802 h 390841"/>
                    <a:gd name="connsiteX7" fmla="*/ 87973 w 389476"/>
                    <a:gd name="connsiteY7" fmla="*/ 285362 h 390841"/>
                    <a:gd name="connsiteX8" fmla="*/ 364502 w 389476"/>
                    <a:gd name="connsiteY8" fmla="*/ 375263 h 390841"/>
                    <a:gd name="connsiteX9" fmla="*/ 146636 w 389476"/>
                    <a:gd name="connsiteY9" fmla="*/ 150972 h 390841"/>
                    <a:gd name="connsiteX10" fmla="*/ 87973 w 389476"/>
                    <a:gd name="connsiteY10" fmla="*/ 285362 h 390841"/>
                    <a:gd name="connsiteX11" fmla="*/ 21481 w 389476"/>
                    <a:gd name="connsiteY11" fmla="*/ 11965 h 390841"/>
                    <a:gd name="connsiteX12" fmla="*/ 144387 w 389476"/>
                    <a:gd name="connsiteY12" fmla="*/ 138485 h 390841"/>
                    <a:gd name="connsiteX13" fmla="*/ 184138 w 389476"/>
                    <a:gd name="connsiteY13" fmla="*/ 47420 h 390841"/>
                    <a:gd name="connsiteX14" fmla="*/ 21481 w 389476"/>
                    <a:gd name="connsiteY14" fmla="*/ 11965 h 39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9476" h="390841">
                      <a:moveTo>
                        <a:pt x="389477" y="390842"/>
                      </a:moveTo>
                      <a:lnTo>
                        <a:pt x="78337" y="289658"/>
                      </a:lnTo>
                      <a:lnTo>
                        <a:pt x="141296" y="145472"/>
                      </a:lnTo>
                      <a:lnTo>
                        <a:pt x="0" y="0"/>
                      </a:lnTo>
                      <a:lnTo>
                        <a:pt x="194056" y="42280"/>
                      </a:lnTo>
                      <a:lnTo>
                        <a:pt x="149687" y="143906"/>
                      </a:lnTo>
                      <a:lnTo>
                        <a:pt x="389477" y="390802"/>
                      </a:lnTo>
                      <a:close/>
                      <a:moveTo>
                        <a:pt x="87973" y="285362"/>
                      </a:moveTo>
                      <a:lnTo>
                        <a:pt x="364502" y="375263"/>
                      </a:lnTo>
                      <a:lnTo>
                        <a:pt x="146636" y="150972"/>
                      </a:lnTo>
                      <a:lnTo>
                        <a:pt x="87973" y="285362"/>
                      </a:lnTo>
                      <a:close/>
                      <a:moveTo>
                        <a:pt x="21481" y="11965"/>
                      </a:moveTo>
                      <a:lnTo>
                        <a:pt x="144387" y="138485"/>
                      </a:lnTo>
                      <a:lnTo>
                        <a:pt x="184138" y="47420"/>
                      </a:lnTo>
                      <a:lnTo>
                        <a:pt x="21481" y="11965"/>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63" name="Graphic 1254">
                <a:extLst>
                  <a:ext uri="{FF2B5EF4-FFF2-40B4-BE49-F238E27FC236}">
                    <a16:creationId xmlns:a16="http://schemas.microsoft.com/office/drawing/2014/main" id="{8BD396E8-5E32-79A2-7C1F-8E2351BACCB7}"/>
                  </a:ext>
                </a:extLst>
              </p:cNvPr>
              <p:cNvGrpSpPr/>
              <p:nvPr/>
            </p:nvGrpSpPr>
            <p:grpSpPr>
              <a:xfrm>
                <a:off x="2680549" y="27125"/>
                <a:ext cx="6858726" cy="6831695"/>
                <a:chOff x="2680549" y="27125"/>
                <a:chExt cx="6858726" cy="6831695"/>
              </a:xfrm>
              <a:grpFill/>
            </p:grpSpPr>
            <p:sp>
              <p:nvSpPr>
                <p:cNvPr id="1464" name="Freeform: Shape 1463">
                  <a:extLst>
                    <a:ext uri="{FF2B5EF4-FFF2-40B4-BE49-F238E27FC236}">
                      <a16:creationId xmlns:a16="http://schemas.microsoft.com/office/drawing/2014/main" id="{DADCC0C8-00C4-DF07-52EE-7C629B8D2CC8}"/>
                    </a:ext>
                  </a:extLst>
                </p:cNvPr>
                <p:cNvSpPr/>
                <p:nvPr/>
              </p:nvSpPr>
              <p:spPr>
                <a:xfrm>
                  <a:off x="7945791" y="4915297"/>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3" y="12304"/>
                      </a:cubicBezTo>
                      <a:cubicBezTo>
                        <a:pt x="48124" y="23386"/>
                        <a:pt x="43788" y="36958"/>
                        <a:pt x="32746" y="42619"/>
                      </a:cubicBezTo>
                      <a:cubicBezTo>
                        <a:pt x="21744" y="48280"/>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65" name="Freeform: Shape 1464">
                  <a:extLst>
                    <a:ext uri="{FF2B5EF4-FFF2-40B4-BE49-F238E27FC236}">
                      <a16:creationId xmlns:a16="http://schemas.microsoft.com/office/drawing/2014/main" id="{6776D1EE-ACB3-582B-F580-80B768A472BA}"/>
                    </a:ext>
                  </a:extLst>
                </p:cNvPr>
                <p:cNvSpPr/>
                <p:nvPr/>
              </p:nvSpPr>
              <p:spPr>
                <a:xfrm>
                  <a:off x="8878808" y="4512731"/>
                  <a:ext cx="44933" cy="45086"/>
                </a:xfrm>
                <a:custGeom>
                  <a:avLst/>
                  <a:gdLst>
                    <a:gd name="connsiteX0" fmla="*/ 12188 w 44933"/>
                    <a:gd name="connsiteY0" fmla="*/ 2467 h 45086"/>
                    <a:gd name="connsiteX1" fmla="*/ 42423 w 44933"/>
                    <a:gd name="connsiteY1" fmla="*/ 12304 h 45086"/>
                    <a:gd name="connsiteX2" fmla="*/ 32746 w 44933"/>
                    <a:gd name="connsiteY2" fmla="*/ 42619 h 45086"/>
                    <a:gd name="connsiteX3" fmla="*/ 2511 w 44933"/>
                    <a:gd name="connsiteY3" fmla="*/ 32782 h 45086"/>
                    <a:gd name="connsiteX4" fmla="*/ 12188 w 44933"/>
                    <a:gd name="connsiteY4" fmla="*/ 2467 h 4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6">
                      <a:moveTo>
                        <a:pt x="12188" y="2467"/>
                      </a:moveTo>
                      <a:cubicBezTo>
                        <a:pt x="23190" y="-3195"/>
                        <a:pt x="36761" y="1222"/>
                        <a:pt x="42423" y="12304"/>
                      </a:cubicBezTo>
                      <a:cubicBezTo>
                        <a:pt x="48124" y="23386"/>
                        <a:pt x="43788" y="36958"/>
                        <a:pt x="32746" y="42619"/>
                      </a:cubicBezTo>
                      <a:cubicBezTo>
                        <a:pt x="21744" y="48281"/>
                        <a:pt x="8173" y="43864"/>
                        <a:pt x="2511" y="32782"/>
                      </a:cubicBezTo>
                      <a:cubicBezTo>
                        <a:pt x="-3190" y="21700"/>
                        <a:pt x="1146" y="8129"/>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66" name="Freeform: Shape 1465">
                  <a:extLst>
                    <a:ext uri="{FF2B5EF4-FFF2-40B4-BE49-F238E27FC236}">
                      <a16:creationId xmlns:a16="http://schemas.microsoft.com/office/drawing/2014/main" id="{20EB627F-CE8B-4213-615D-C2AF66481436}"/>
                    </a:ext>
                  </a:extLst>
                </p:cNvPr>
                <p:cNvSpPr/>
                <p:nvPr/>
              </p:nvSpPr>
              <p:spPr>
                <a:xfrm>
                  <a:off x="7736610" y="5376828"/>
                  <a:ext cx="57757" cy="57931"/>
                </a:xfrm>
                <a:custGeom>
                  <a:avLst/>
                  <a:gdLst>
                    <a:gd name="connsiteX0" fmla="*/ 15629 w 57757"/>
                    <a:gd name="connsiteY0" fmla="*/ 3168 h 57931"/>
                    <a:gd name="connsiteX1" fmla="*/ 54536 w 57757"/>
                    <a:gd name="connsiteY1" fmla="*/ 15816 h 57931"/>
                    <a:gd name="connsiteX2" fmla="*/ 42129 w 57757"/>
                    <a:gd name="connsiteY2" fmla="*/ 54763 h 57931"/>
                    <a:gd name="connsiteX3" fmla="*/ 3222 w 57757"/>
                    <a:gd name="connsiteY3" fmla="*/ 42115 h 57931"/>
                    <a:gd name="connsiteX4" fmla="*/ 15629 w 57757"/>
                    <a:gd name="connsiteY4" fmla="*/ 3168 h 57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57" h="57931">
                      <a:moveTo>
                        <a:pt x="15629" y="3168"/>
                      </a:moveTo>
                      <a:cubicBezTo>
                        <a:pt x="29803" y="-4100"/>
                        <a:pt x="47229" y="1562"/>
                        <a:pt x="54536" y="15816"/>
                      </a:cubicBezTo>
                      <a:cubicBezTo>
                        <a:pt x="61844" y="30070"/>
                        <a:pt x="56303" y="47496"/>
                        <a:pt x="42129" y="54763"/>
                      </a:cubicBezTo>
                      <a:cubicBezTo>
                        <a:pt x="27956" y="62031"/>
                        <a:pt x="10529" y="56370"/>
                        <a:pt x="3222" y="42115"/>
                      </a:cubicBezTo>
                      <a:cubicBezTo>
                        <a:pt x="-4086" y="27862"/>
                        <a:pt x="1455" y="10435"/>
                        <a:pt x="15629" y="3168"/>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67" name="Freeform: Shape 1466">
                  <a:extLst>
                    <a:ext uri="{FF2B5EF4-FFF2-40B4-BE49-F238E27FC236}">
                      <a16:creationId xmlns:a16="http://schemas.microsoft.com/office/drawing/2014/main" id="{BED3C2CE-515C-AE52-5F8B-328B7E69E615}"/>
                    </a:ext>
                  </a:extLst>
                </p:cNvPr>
                <p:cNvSpPr/>
                <p:nvPr/>
              </p:nvSpPr>
              <p:spPr>
                <a:xfrm>
                  <a:off x="9025737" y="2510120"/>
                  <a:ext cx="57757" cy="57930"/>
                </a:xfrm>
                <a:custGeom>
                  <a:avLst/>
                  <a:gdLst>
                    <a:gd name="connsiteX0" fmla="*/ 15669 w 57757"/>
                    <a:gd name="connsiteY0" fmla="*/ 3168 h 57930"/>
                    <a:gd name="connsiteX1" fmla="*/ 54536 w 57757"/>
                    <a:gd name="connsiteY1" fmla="*/ 15816 h 57930"/>
                    <a:gd name="connsiteX2" fmla="*/ 42129 w 57757"/>
                    <a:gd name="connsiteY2" fmla="*/ 54763 h 57930"/>
                    <a:gd name="connsiteX3" fmla="*/ 3221 w 57757"/>
                    <a:gd name="connsiteY3" fmla="*/ 42115 h 57930"/>
                    <a:gd name="connsiteX4" fmla="*/ 15629 w 57757"/>
                    <a:gd name="connsiteY4" fmla="*/ 3168 h 57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57" h="57930">
                      <a:moveTo>
                        <a:pt x="15669" y="3168"/>
                      </a:moveTo>
                      <a:cubicBezTo>
                        <a:pt x="29842" y="-4100"/>
                        <a:pt x="47229" y="1562"/>
                        <a:pt x="54536" y="15816"/>
                      </a:cubicBezTo>
                      <a:cubicBezTo>
                        <a:pt x="61844" y="30070"/>
                        <a:pt x="56303" y="47496"/>
                        <a:pt x="42129" y="54763"/>
                      </a:cubicBezTo>
                      <a:cubicBezTo>
                        <a:pt x="27955" y="62031"/>
                        <a:pt x="10529" y="56369"/>
                        <a:pt x="3221" y="42115"/>
                      </a:cubicBezTo>
                      <a:cubicBezTo>
                        <a:pt x="-4086" y="27861"/>
                        <a:pt x="1455" y="10435"/>
                        <a:pt x="15629" y="3168"/>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68" name="Freeform: Shape 1467">
                  <a:extLst>
                    <a:ext uri="{FF2B5EF4-FFF2-40B4-BE49-F238E27FC236}">
                      <a16:creationId xmlns:a16="http://schemas.microsoft.com/office/drawing/2014/main" id="{7E0DD3AC-E8C5-B3FC-4CC9-34E289CDF462}"/>
                    </a:ext>
                  </a:extLst>
                </p:cNvPr>
                <p:cNvSpPr/>
                <p:nvPr/>
              </p:nvSpPr>
              <p:spPr>
                <a:xfrm>
                  <a:off x="8506208" y="1009431"/>
                  <a:ext cx="57757" cy="57931"/>
                </a:xfrm>
                <a:custGeom>
                  <a:avLst/>
                  <a:gdLst>
                    <a:gd name="connsiteX0" fmla="*/ 15629 w 57757"/>
                    <a:gd name="connsiteY0" fmla="*/ 3168 h 57931"/>
                    <a:gd name="connsiteX1" fmla="*/ 54536 w 57757"/>
                    <a:gd name="connsiteY1" fmla="*/ 15816 h 57931"/>
                    <a:gd name="connsiteX2" fmla="*/ 42129 w 57757"/>
                    <a:gd name="connsiteY2" fmla="*/ 54763 h 57931"/>
                    <a:gd name="connsiteX3" fmla="*/ 3221 w 57757"/>
                    <a:gd name="connsiteY3" fmla="*/ 42115 h 57931"/>
                    <a:gd name="connsiteX4" fmla="*/ 15629 w 57757"/>
                    <a:gd name="connsiteY4" fmla="*/ 3168 h 57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57" h="57931">
                      <a:moveTo>
                        <a:pt x="15629" y="3168"/>
                      </a:moveTo>
                      <a:cubicBezTo>
                        <a:pt x="29802" y="-4100"/>
                        <a:pt x="47188" y="1562"/>
                        <a:pt x="54536" y="15816"/>
                      </a:cubicBezTo>
                      <a:cubicBezTo>
                        <a:pt x="61844" y="30070"/>
                        <a:pt x="56303" y="47496"/>
                        <a:pt x="42129" y="54763"/>
                      </a:cubicBezTo>
                      <a:cubicBezTo>
                        <a:pt x="27955" y="62031"/>
                        <a:pt x="10529" y="56369"/>
                        <a:pt x="3221" y="42115"/>
                      </a:cubicBezTo>
                      <a:cubicBezTo>
                        <a:pt x="-4086" y="27861"/>
                        <a:pt x="1455" y="10435"/>
                        <a:pt x="15629" y="3168"/>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69" name="Freeform: Shape 1468">
                  <a:extLst>
                    <a:ext uri="{FF2B5EF4-FFF2-40B4-BE49-F238E27FC236}">
                      <a16:creationId xmlns:a16="http://schemas.microsoft.com/office/drawing/2014/main" id="{FFC6295A-8644-2C4B-7964-A38ACD65C9FA}"/>
                    </a:ext>
                  </a:extLst>
                </p:cNvPr>
                <p:cNvSpPr/>
                <p:nvPr/>
              </p:nvSpPr>
              <p:spPr>
                <a:xfrm>
                  <a:off x="6853100" y="1011840"/>
                  <a:ext cx="57717" cy="57931"/>
                </a:xfrm>
                <a:custGeom>
                  <a:avLst/>
                  <a:gdLst>
                    <a:gd name="connsiteX0" fmla="*/ 15588 w 57717"/>
                    <a:gd name="connsiteY0" fmla="*/ 3168 h 57931"/>
                    <a:gd name="connsiteX1" fmla="*/ 54496 w 57717"/>
                    <a:gd name="connsiteY1" fmla="*/ 15816 h 57931"/>
                    <a:gd name="connsiteX2" fmla="*/ 42089 w 57717"/>
                    <a:gd name="connsiteY2" fmla="*/ 54763 h 57931"/>
                    <a:gd name="connsiteX3" fmla="*/ 3222 w 57717"/>
                    <a:gd name="connsiteY3" fmla="*/ 42115 h 57931"/>
                    <a:gd name="connsiteX4" fmla="*/ 15628 w 57717"/>
                    <a:gd name="connsiteY4" fmla="*/ 3168 h 57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17" h="57931">
                      <a:moveTo>
                        <a:pt x="15588" y="3168"/>
                      </a:moveTo>
                      <a:cubicBezTo>
                        <a:pt x="29762" y="-4100"/>
                        <a:pt x="47188" y="1562"/>
                        <a:pt x="54496" y="15816"/>
                      </a:cubicBezTo>
                      <a:cubicBezTo>
                        <a:pt x="61803" y="30070"/>
                        <a:pt x="56262" y="47496"/>
                        <a:pt x="42089" y="54763"/>
                      </a:cubicBezTo>
                      <a:cubicBezTo>
                        <a:pt x="27915" y="62031"/>
                        <a:pt x="10529" y="56369"/>
                        <a:pt x="3222" y="42115"/>
                      </a:cubicBezTo>
                      <a:cubicBezTo>
                        <a:pt x="-4086" y="27861"/>
                        <a:pt x="1455" y="10435"/>
                        <a:pt x="15628" y="3168"/>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70" name="Freeform: Shape 1469">
                  <a:extLst>
                    <a:ext uri="{FF2B5EF4-FFF2-40B4-BE49-F238E27FC236}">
                      <a16:creationId xmlns:a16="http://schemas.microsoft.com/office/drawing/2014/main" id="{D9D14CE3-BBC8-8DF7-82F2-13B4293564E0}"/>
                    </a:ext>
                  </a:extLst>
                </p:cNvPr>
                <p:cNvSpPr/>
                <p:nvPr/>
              </p:nvSpPr>
              <p:spPr>
                <a:xfrm>
                  <a:off x="5345826" y="926757"/>
                  <a:ext cx="57757" cy="57930"/>
                </a:xfrm>
                <a:custGeom>
                  <a:avLst/>
                  <a:gdLst>
                    <a:gd name="connsiteX0" fmla="*/ 15669 w 57757"/>
                    <a:gd name="connsiteY0" fmla="*/ 3168 h 57930"/>
                    <a:gd name="connsiteX1" fmla="*/ 54536 w 57757"/>
                    <a:gd name="connsiteY1" fmla="*/ 15816 h 57930"/>
                    <a:gd name="connsiteX2" fmla="*/ 42129 w 57757"/>
                    <a:gd name="connsiteY2" fmla="*/ 54763 h 57930"/>
                    <a:gd name="connsiteX3" fmla="*/ 3222 w 57757"/>
                    <a:gd name="connsiteY3" fmla="*/ 42115 h 57930"/>
                    <a:gd name="connsiteX4" fmla="*/ 15629 w 57757"/>
                    <a:gd name="connsiteY4" fmla="*/ 3168 h 57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57" h="57930">
                      <a:moveTo>
                        <a:pt x="15669" y="3168"/>
                      </a:moveTo>
                      <a:cubicBezTo>
                        <a:pt x="29842" y="-4100"/>
                        <a:pt x="47228" y="1562"/>
                        <a:pt x="54536" y="15816"/>
                      </a:cubicBezTo>
                      <a:cubicBezTo>
                        <a:pt x="61844" y="30070"/>
                        <a:pt x="56303" y="47496"/>
                        <a:pt x="42129" y="54763"/>
                      </a:cubicBezTo>
                      <a:cubicBezTo>
                        <a:pt x="27955" y="62031"/>
                        <a:pt x="10569" y="56369"/>
                        <a:pt x="3222" y="42115"/>
                      </a:cubicBezTo>
                      <a:cubicBezTo>
                        <a:pt x="-4086" y="27861"/>
                        <a:pt x="1455" y="10435"/>
                        <a:pt x="15629" y="3168"/>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71" name="Freeform: Shape 1470">
                  <a:extLst>
                    <a:ext uri="{FF2B5EF4-FFF2-40B4-BE49-F238E27FC236}">
                      <a16:creationId xmlns:a16="http://schemas.microsoft.com/office/drawing/2014/main" id="{4D522726-AB3C-9D50-03E9-7743B52CEC17}"/>
                    </a:ext>
                  </a:extLst>
                </p:cNvPr>
                <p:cNvSpPr/>
                <p:nvPr/>
              </p:nvSpPr>
              <p:spPr>
                <a:xfrm>
                  <a:off x="6196772" y="2641699"/>
                  <a:ext cx="57757" cy="57930"/>
                </a:xfrm>
                <a:custGeom>
                  <a:avLst/>
                  <a:gdLst>
                    <a:gd name="connsiteX0" fmla="*/ 15629 w 57757"/>
                    <a:gd name="connsiteY0" fmla="*/ 3168 h 57930"/>
                    <a:gd name="connsiteX1" fmla="*/ 54536 w 57757"/>
                    <a:gd name="connsiteY1" fmla="*/ 15816 h 57930"/>
                    <a:gd name="connsiteX2" fmla="*/ 42129 w 57757"/>
                    <a:gd name="connsiteY2" fmla="*/ 54763 h 57930"/>
                    <a:gd name="connsiteX3" fmla="*/ 3222 w 57757"/>
                    <a:gd name="connsiteY3" fmla="*/ 42115 h 57930"/>
                    <a:gd name="connsiteX4" fmla="*/ 15629 w 57757"/>
                    <a:gd name="connsiteY4" fmla="*/ 3168 h 57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57" h="57930">
                      <a:moveTo>
                        <a:pt x="15629" y="3168"/>
                      </a:moveTo>
                      <a:cubicBezTo>
                        <a:pt x="29802" y="-4100"/>
                        <a:pt x="47228" y="1562"/>
                        <a:pt x="54536" y="15816"/>
                      </a:cubicBezTo>
                      <a:cubicBezTo>
                        <a:pt x="61844" y="30069"/>
                        <a:pt x="56303" y="47496"/>
                        <a:pt x="42129" y="54763"/>
                      </a:cubicBezTo>
                      <a:cubicBezTo>
                        <a:pt x="27955" y="62031"/>
                        <a:pt x="10529" y="56369"/>
                        <a:pt x="3222" y="42115"/>
                      </a:cubicBezTo>
                      <a:cubicBezTo>
                        <a:pt x="-4086" y="27861"/>
                        <a:pt x="1455" y="10435"/>
                        <a:pt x="15629" y="3168"/>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72" name="Freeform: Shape 1471">
                  <a:extLst>
                    <a:ext uri="{FF2B5EF4-FFF2-40B4-BE49-F238E27FC236}">
                      <a16:creationId xmlns:a16="http://schemas.microsoft.com/office/drawing/2014/main" id="{EEE9F19C-6C7E-3F7F-A701-02DAB01885F7}"/>
                    </a:ext>
                  </a:extLst>
                </p:cNvPr>
                <p:cNvSpPr/>
                <p:nvPr/>
              </p:nvSpPr>
              <p:spPr>
                <a:xfrm>
                  <a:off x="6146180" y="3934681"/>
                  <a:ext cx="57757" cy="57931"/>
                </a:xfrm>
                <a:custGeom>
                  <a:avLst/>
                  <a:gdLst>
                    <a:gd name="connsiteX0" fmla="*/ 15629 w 57757"/>
                    <a:gd name="connsiteY0" fmla="*/ 3168 h 57931"/>
                    <a:gd name="connsiteX1" fmla="*/ 54536 w 57757"/>
                    <a:gd name="connsiteY1" fmla="*/ 15816 h 57931"/>
                    <a:gd name="connsiteX2" fmla="*/ 42129 w 57757"/>
                    <a:gd name="connsiteY2" fmla="*/ 54763 h 57931"/>
                    <a:gd name="connsiteX3" fmla="*/ 3222 w 57757"/>
                    <a:gd name="connsiteY3" fmla="*/ 42115 h 57931"/>
                    <a:gd name="connsiteX4" fmla="*/ 15629 w 57757"/>
                    <a:gd name="connsiteY4" fmla="*/ 3168 h 57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57" h="57931">
                      <a:moveTo>
                        <a:pt x="15629" y="3168"/>
                      </a:moveTo>
                      <a:cubicBezTo>
                        <a:pt x="29802" y="-4100"/>
                        <a:pt x="47188" y="1562"/>
                        <a:pt x="54536" y="15816"/>
                      </a:cubicBezTo>
                      <a:cubicBezTo>
                        <a:pt x="61844" y="30070"/>
                        <a:pt x="56303" y="47496"/>
                        <a:pt x="42129" y="54763"/>
                      </a:cubicBezTo>
                      <a:cubicBezTo>
                        <a:pt x="27956" y="62031"/>
                        <a:pt x="10570" y="56369"/>
                        <a:pt x="3222" y="42115"/>
                      </a:cubicBezTo>
                      <a:cubicBezTo>
                        <a:pt x="-4086" y="27861"/>
                        <a:pt x="1455" y="10435"/>
                        <a:pt x="15629" y="3168"/>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73" name="Freeform: Shape 1472">
                  <a:extLst>
                    <a:ext uri="{FF2B5EF4-FFF2-40B4-BE49-F238E27FC236}">
                      <a16:creationId xmlns:a16="http://schemas.microsoft.com/office/drawing/2014/main" id="{7AF9EC2B-1302-4F3D-6376-85B4903E3470}"/>
                    </a:ext>
                  </a:extLst>
                </p:cNvPr>
                <p:cNvSpPr/>
                <p:nvPr/>
              </p:nvSpPr>
              <p:spPr>
                <a:xfrm>
                  <a:off x="3730221" y="1118123"/>
                  <a:ext cx="57757" cy="57930"/>
                </a:xfrm>
                <a:custGeom>
                  <a:avLst/>
                  <a:gdLst>
                    <a:gd name="connsiteX0" fmla="*/ 15669 w 57757"/>
                    <a:gd name="connsiteY0" fmla="*/ 3168 h 57930"/>
                    <a:gd name="connsiteX1" fmla="*/ 54536 w 57757"/>
                    <a:gd name="connsiteY1" fmla="*/ 15816 h 57930"/>
                    <a:gd name="connsiteX2" fmla="*/ 42129 w 57757"/>
                    <a:gd name="connsiteY2" fmla="*/ 54763 h 57930"/>
                    <a:gd name="connsiteX3" fmla="*/ 3222 w 57757"/>
                    <a:gd name="connsiteY3" fmla="*/ 42115 h 57930"/>
                    <a:gd name="connsiteX4" fmla="*/ 15629 w 57757"/>
                    <a:gd name="connsiteY4" fmla="*/ 3168 h 57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57" h="57930">
                      <a:moveTo>
                        <a:pt x="15669" y="3168"/>
                      </a:moveTo>
                      <a:cubicBezTo>
                        <a:pt x="29843" y="-4100"/>
                        <a:pt x="47228" y="1562"/>
                        <a:pt x="54536" y="15816"/>
                      </a:cubicBezTo>
                      <a:cubicBezTo>
                        <a:pt x="61844" y="30070"/>
                        <a:pt x="56303" y="47496"/>
                        <a:pt x="42129" y="54763"/>
                      </a:cubicBezTo>
                      <a:cubicBezTo>
                        <a:pt x="27955" y="62031"/>
                        <a:pt x="10529" y="56369"/>
                        <a:pt x="3222" y="42115"/>
                      </a:cubicBezTo>
                      <a:cubicBezTo>
                        <a:pt x="-4086" y="27861"/>
                        <a:pt x="1455" y="10435"/>
                        <a:pt x="15629" y="3168"/>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74" name="Freeform: Shape 1473">
                  <a:extLst>
                    <a:ext uri="{FF2B5EF4-FFF2-40B4-BE49-F238E27FC236}">
                      <a16:creationId xmlns:a16="http://schemas.microsoft.com/office/drawing/2014/main" id="{66076DB4-0F39-8CA9-DBF8-A53BC2424436}"/>
                    </a:ext>
                  </a:extLst>
                </p:cNvPr>
                <p:cNvSpPr/>
                <p:nvPr/>
              </p:nvSpPr>
              <p:spPr>
                <a:xfrm>
                  <a:off x="2809570" y="2439613"/>
                  <a:ext cx="57757" cy="57930"/>
                </a:xfrm>
                <a:custGeom>
                  <a:avLst/>
                  <a:gdLst>
                    <a:gd name="connsiteX0" fmla="*/ 15629 w 57757"/>
                    <a:gd name="connsiteY0" fmla="*/ 3168 h 57930"/>
                    <a:gd name="connsiteX1" fmla="*/ 54536 w 57757"/>
                    <a:gd name="connsiteY1" fmla="*/ 15816 h 57930"/>
                    <a:gd name="connsiteX2" fmla="*/ 42129 w 57757"/>
                    <a:gd name="connsiteY2" fmla="*/ 54763 h 57930"/>
                    <a:gd name="connsiteX3" fmla="*/ 3222 w 57757"/>
                    <a:gd name="connsiteY3" fmla="*/ 42115 h 57930"/>
                    <a:gd name="connsiteX4" fmla="*/ 15629 w 57757"/>
                    <a:gd name="connsiteY4" fmla="*/ 3168 h 57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57" h="57930">
                      <a:moveTo>
                        <a:pt x="15629" y="3168"/>
                      </a:moveTo>
                      <a:cubicBezTo>
                        <a:pt x="29802" y="-4100"/>
                        <a:pt x="47228" y="1562"/>
                        <a:pt x="54536" y="15816"/>
                      </a:cubicBezTo>
                      <a:cubicBezTo>
                        <a:pt x="61844" y="30070"/>
                        <a:pt x="56303" y="47496"/>
                        <a:pt x="42129" y="54763"/>
                      </a:cubicBezTo>
                      <a:cubicBezTo>
                        <a:pt x="27955" y="62031"/>
                        <a:pt x="10529" y="56369"/>
                        <a:pt x="3222" y="42115"/>
                      </a:cubicBezTo>
                      <a:cubicBezTo>
                        <a:pt x="-4086" y="27861"/>
                        <a:pt x="1455" y="10435"/>
                        <a:pt x="15629" y="3168"/>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75" name="Freeform: Shape 1474">
                  <a:extLst>
                    <a:ext uri="{FF2B5EF4-FFF2-40B4-BE49-F238E27FC236}">
                      <a16:creationId xmlns:a16="http://schemas.microsoft.com/office/drawing/2014/main" id="{7B057EDF-7C86-FD34-3ADB-FAF3B11415C6}"/>
                    </a:ext>
                  </a:extLst>
                </p:cNvPr>
                <p:cNvSpPr/>
                <p:nvPr/>
              </p:nvSpPr>
              <p:spPr>
                <a:xfrm>
                  <a:off x="3029203" y="3587163"/>
                  <a:ext cx="57757" cy="57931"/>
                </a:xfrm>
                <a:custGeom>
                  <a:avLst/>
                  <a:gdLst>
                    <a:gd name="connsiteX0" fmla="*/ 15629 w 57757"/>
                    <a:gd name="connsiteY0" fmla="*/ 3168 h 57931"/>
                    <a:gd name="connsiteX1" fmla="*/ 54536 w 57757"/>
                    <a:gd name="connsiteY1" fmla="*/ 15816 h 57931"/>
                    <a:gd name="connsiteX2" fmla="*/ 42129 w 57757"/>
                    <a:gd name="connsiteY2" fmla="*/ 54763 h 57931"/>
                    <a:gd name="connsiteX3" fmla="*/ 3222 w 57757"/>
                    <a:gd name="connsiteY3" fmla="*/ 42115 h 57931"/>
                    <a:gd name="connsiteX4" fmla="*/ 15629 w 57757"/>
                    <a:gd name="connsiteY4" fmla="*/ 3168 h 57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57" h="57931">
                      <a:moveTo>
                        <a:pt x="15629" y="3168"/>
                      </a:moveTo>
                      <a:cubicBezTo>
                        <a:pt x="29802" y="-4100"/>
                        <a:pt x="47228" y="1562"/>
                        <a:pt x="54536" y="15816"/>
                      </a:cubicBezTo>
                      <a:cubicBezTo>
                        <a:pt x="61844" y="30070"/>
                        <a:pt x="56303" y="47496"/>
                        <a:pt x="42129" y="54763"/>
                      </a:cubicBezTo>
                      <a:cubicBezTo>
                        <a:pt x="27955" y="62031"/>
                        <a:pt x="10529" y="56369"/>
                        <a:pt x="3222" y="42115"/>
                      </a:cubicBezTo>
                      <a:cubicBezTo>
                        <a:pt x="-4086" y="27861"/>
                        <a:pt x="1455" y="10435"/>
                        <a:pt x="15629" y="3168"/>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76" name="Freeform: Shape 1475">
                  <a:extLst>
                    <a:ext uri="{FF2B5EF4-FFF2-40B4-BE49-F238E27FC236}">
                      <a16:creationId xmlns:a16="http://schemas.microsoft.com/office/drawing/2014/main" id="{E3AFE047-AF30-B2FC-0931-92897BDBB8AC}"/>
                    </a:ext>
                  </a:extLst>
                </p:cNvPr>
                <p:cNvSpPr/>
                <p:nvPr/>
              </p:nvSpPr>
              <p:spPr>
                <a:xfrm>
                  <a:off x="3445261" y="3878910"/>
                  <a:ext cx="57757" cy="57930"/>
                </a:xfrm>
                <a:custGeom>
                  <a:avLst/>
                  <a:gdLst>
                    <a:gd name="connsiteX0" fmla="*/ 15629 w 57757"/>
                    <a:gd name="connsiteY0" fmla="*/ 3168 h 57930"/>
                    <a:gd name="connsiteX1" fmla="*/ 54536 w 57757"/>
                    <a:gd name="connsiteY1" fmla="*/ 15816 h 57930"/>
                    <a:gd name="connsiteX2" fmla="*/ 42129 w 57757"/>
                    <a:gd name="connsiteY2" fmla="*/ 54763 h 57930"/>
                    <a:gd name="connsiteX3" fmla="*/ 3222 w 57757"/>
                    <a:gd name="connsiteY3" fmla="*/ 42115 h 57930"/>
                    <a:gd name="connsiteX4" fmla="*/ 15629 w 57757"/>
                    <a:gd name="connsiteY4" fmla="*/ 3168 h 57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57" h="57930">
                      <a:moveTo>
                        <a:pt x="15629" y="3168"/>
                      </a:moveTo>
                      <a:cubicBezTo>
                        <a:pt x="29802" y="-4100"/>
                        <a:pt x="47228" y="1562"/>
                        <a:pt x="54536" y="15816"/>
                      </a:cubicBezTo>
                      <a:cubicBezTo>
                        <a:pt x="61844" y="30069"/>
                        <a:pt x="56303" y="47496"/>
                        <a:pt x="42129" y="54763"/>
                      </a:cubicBezTo>
                      <a:cubicBezTo>
                        <a:pt x="27955" y="62031"/>
                        <a:pt x="10529" y="56369"/>
                        <a:pt x="3222" y="42115"/>
                      </a:cubicBezTo>
                      <a:cubicBezTo>
                        <a:pt x="-4086" y="27861"/>
                        <a:pt x="1455" y="10435"/>
                        <a:pt x="15629" y="3168"/>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77" name="Freeform: Shape 1476">
                  <a:extLst>
                    <a:ext uri="{FF2B5EF4-FFF2-40B4-BE49-F238E27FC236}">
                      <a16:creationId xmlns:a16="http://schemas.microsoft.com/office/drawing/2014/main" id="{25ECBFAF-13DD-8278-1746-0D9EF512A9BB}"/>
                    </a:ext>
                  </a:extLst>
                </p:cNvPr>
                <p:cNvSpPr/>
                <p:nvPr/>
              </p:nvSpPr>
              <p:spPr>
                <a:xfrm>
                  <a:off x="3843611" y="4357203"/>
                  <a:ext cx="57757" cy="57930"/>
                </a:xfrm>
                <a:custGeom>
                  <a:avLst/>
                  <a:gdLst>
                    <a:gd name="connsiteX0" fmla="*/ 15629 w 57757"/>
                    <a:gd name="connsiteY0" fmla="*/ 3167 h 57930"/>
                    <a:gd name="connsiteX1" fmla="*/ 54536 w 57757"/>
                    <a:gd name="connsiteY1" fmla="*/ 15816 h 57930"/>
                    <a:gd name="connsiteX2" fmla="*/ 42129 w 57757"/>
                    <a:gd name="connsiteY2" fmla="*/ 54764 h 57930"/>
                    <a:gd name="connsiteX3" fmla="*/ 3222 w 57757"/>
                    <a:gd name="connsiteY3" fmla="*/ 42115 h 57930"/>
                    <a:gd name="connsiteX4" fmla="*/ 15629 w 57757"/>
                    <a:gd name="connsiteY4" fmla="*/ 3167 h 57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57" h="57930">
                      <a:moveTo>
                        <a:pt x="15629" y="3167"/>
                      </a:moveTo>
                      <a:cubicBezTo>
                        <a:pt x="29802" y="-4100"/>
                        <a:pt x="47228" y="1562"/>
                        <a:pt x="54536" y="15816"/>
                      </a:cubicBezTo>
                      <a:cubicBezTo>
                        <a:pt x="61844" y="30070"/>
                        <a:pt x="56303" y="47496"/>
                        <a:pt x="42129" y="54764"/>
                      </a:cubicBezTo>
                      <a:cubicBezTo>
                        <a:pt x="27955" y="62031"/>
                        <a:pt x="10570" y="56369"/>
                        <a:pt x="3222" y="42115"/>
                      </a:cubicBezTo>
                      <a:cubicBezTo>
                        <a:pt x="-4086" y="27861"/>
                        <a:pt x="1455" y="10435"/>
                        <a:pt x="15629" y="31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78" name="Freeform: Shape 1477">
                  <a:extLst>
                    <a:ext uri="{FF2B5EF4-FFF2-40B4-BE49-F238E27FC236}">
                      <a16:creationId xmlns:a16="http://schemas.microsoft.com/office/drawing/2014/main" id="{B8014E60-94AE-8188-C16D-4FEB918C64AE}"/>
                    </a:ext>
                  </a:extLst>
                </p:cNvPr>
                <p:cNvSpPr/>
                <p:nvPr/>
              </p:nvSpPr>
              <p:spPr>
                <a:xfrm>
                  <a:off x="3873645" y="3780496"/>
                  <a:ext cx="57757" cy="57930"/>
                </a:xfrm>
                <a:custGeom>
                  <a:avLst/>
                  <a:gdLst>
                    <a:gd name="connsiteX0" fmla="*/ 15629 w 57757"/>
                    <a:gd name="connsiteY0" fmla="*/ 3168 h 57930"/>
                    <a:gd name="connsiteX1" fmla="*/ 54536 w 57757"/>
                    <a:gd name="connsiteY1" fmla="*/ 15816 h 57930"/>
                    <a:gd name="connsiteX2" fmla="*/ 42129 w 57757"/>
                    <a:gd name="connsiteY2" fmla="*/ 54763 h 57930"/>
                    <a:gd name="connsiteX3" fmla="*/ 3222 w 57757"/>
                    <a:gd name="connsiteY3" fmla="*/ 42115 h 57930"/>
                    <a:gd name="connsiteX4" fmla="*/ 15629 w 57757"/>
                    <a:gd name="connsiteY4" fmla="*/ 3168 h 57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57" h="57930">
                      <a:moveTo>
                        <a:pt x="15629" y="3168"/>
                      </a:moveTo>
                      <a:cubicBezTo>
                        <a:pt x="29802" y="-4100"/>
                        <a:pt x="47228" y="1562"/>
                        <a:pt x="54536" y="15816"/>
                      </a:cubicBezTo>
                      <a:cubicBezTo>
                        <a:pt x="61844" y="30070"/>
                        <a:pt x="56303" y="47496"/>
                        <a:pt x="42129" y="54763"/>
                      </a:cubicBezTo>
                      <a:cubicBezTo>
                        <a:pt x="27955" y="62031"/>
                        <a:pt x="10529" y="56369"/>
                        <a:pt x="3222" y="42115"/>
                      </a:cubicBezTo>
                      <a:cubicBezTo>
                        <a:pt x="-4086" y="27861"/>
                        <a:pt x="1455" y="10435"/>
                        <a:pt x="15629" y="3168"/>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79" name="Freeform: Shape 1478">
                  <a:extLst>
                    <a:ext uri="{FF2B5EF4-FFF2-40B4-BE49-F238E27FC236}">
                      <a16:creationId xmlns:a16="http://schemas.microsoft.com/office/drawing/2014/main" id="{EF2DED30-898D-0BFD-788E-80CA7B38D655}"/>
                    </a:ext>
                  </a:extLst>
                </p:cNvPr>
                <p:cNvSpPr/>
                <p:nvPr/>
              </p:nvSpPr>
              <p:spPr>
                <a:xfrm>
                  <a:off x="3532953" y="3439203"/>
                  <a:ext cx="57757" cy="57930"/>
                </a:xfrm>
                <a:custGeom>
                  <a:avLst/>
                  <a:gdLst>
                    <a:gd name="connsiteX0" fmla="*/ 15629 w 57757"/>
                    <a:gd name="connsiteY0" fmla="*/ 3168 h 57930"/>
                    <a:gd name="connsiteX1" fmla="*/ 54536 w 57757"/>
                    <a:gd name="connsiteY1" fmla="*/ 15816 h 57930"/>
                    <a:gd name="connsiteX2" fmla="*/ 42129 w 57757"/>
                    <a:gd name="connsiteY2" fmla="*/ 54763 h 57930"/>
                    <a:gd name="connsiteX3" fmla="*/ 3222 w 57757"/>
                    <a:gd name="connsiteY3" fmla="*/ 42115 h 57930"/>
                    <a:gd name="connsiteX4" fmla="*/ 15629 w 57757"/>
                    <a:gd name="connsiteY4" fmla="*/ 3168 h 57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57" h="57930">
                      <a:moveTo>
                        <a:pt x="15629" y="3168"/>
                      </a:moveTo>
                      <a:cubicBezTo>
                        <a:pt x="29802" y="-4100"/>
                        <a:pt x="47228" y="1562"/>
                        <a:pt x="54536" y="15816"/>
                      </a:cubicBezTo>
                      <a:cubicBezTo>
                        <a:pt x="61844" y="30070"/>
                        <a:pt x="56303" y="47496"/>
                        <a:pt x="42129" y="54763"/>
                      </a:cubicBezTo>
                      <a:cubicBezTo>
                        <a:pt x="27955" y="62031"/>
                        <a:pt x="10570" y="56369"/>
                        <a:pt x="3222" y="42115"/>
                      </a:cubicBezTo>
                      <a:cubicBezTo>
                        <a:pt x="-4086" y="27861"/>
                        <a:pt x="1455" y="10435"/>
                        <a:pt x="15629" y="3168"/>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80" name="Freeform: Shape 1479">
                  <a:extLst>
                    <a:ext uri="{FF2B5EF4-FFF2-40B4-BE49-F238E27FC236}">
                      <a16:creationId xmlns:a16="http://schemas.microsoft.com/office/drawing/2014/main" id="{87504507-1990-5633-04A6-B9E2623C2C7B}"/>
                    </a:ext>
                  </a:extLst>
                </p:cNvPr>
                <p:cNvSpPr/>
                <p:nvPr/>
              </p:nvSpPr>
              <p:spPr>
                <a:xfrm>
                  <a:off x="3690591" y="4901065"/>
                  <a:ext cx="57717" cy="57930"/>
                </a:xfrm>
                <a:custGeom>
                  <a:avLst/>
                  <a:gdLst>
                    <a:gd name="connsiteX0" fmla="*/ 15588 w 57717"/>
                    <a:gd name="connsiteY0" fmla="*/ 3168 h 57930"/>
                    <a:gd name="connsiteX1" fmla="*/ 54496 w 57717"/>
                    <a:gd name="connsiteY1" fmla="*/ 15816 h 57930"/>
                    <a:gd name="connsiteX2" fmla="*/ 42089 w 57717"/>
                    <a:gd name="connsiteY2" fmla="*/ 54763 h 57930"/>
                    <a:gd name="connsiteX3" fmla="*/ 3222 w 57717"/>
                    <a:gd name="connsiteY3" fmla="*/ 42115 h 57930"/>
                    <a:gd name="connsiteX4" fmla="*/ 15629 w 57717"/>
                    <a:gd name="connsiteY4" fmla="*/ 3168 h 57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17" h="57930">
                      <a:moveTo>
                        <a:pt x="15588" y="3168"/>
                      </a:moveTo>
                      <a:cubicBezTo>
                        <a:pt x="29762" y="-4100"/>
                        <a:pt x="47148" y="1562"/>
                        <a:pt x="54496" y="15816"/>
                      </a:cubicBezTo>
                      <a:cubicBezTo>
                        <a:pt x="61804" y="30070"/>
                        <a:pt x="56263" y="47496"/>
                        <a:pt x="42089" y="54763"/>
                      </a:cubicBezTo>
                      <a:cubicBezTo>
                        <a:pt x="27915" y="62031"/>
                        <a:pt x="10529" y="56370"/>
                        <a:pt x="3222" y="42115"/>
                      </a:cubicBezTo>
                      <a:cubicBezTo>
                        <a:pt x="-4086" y="27862"/>
                        <a:pt x="1455" y="10435"/>
                        <a:pt x="15629" y="3168"/>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81" name="Freeform: Shape 1480">
                  <a:extLst>
                    <a:ext uri="{FF2B5EF4-FFF2-40B4-BE49-F238E27FC236}">
                      <a16:creationId xmlns:a16="http://schemas.microsoft.com/office/drawing/2014/main" id="{FA6C28C4-35F7-B34E-BF16-8DDAE8934A32}"/>
                    </a:ext>
                  </a:extLst>
                </p:cNvPr>
                <p:cNvSpPr/>
                <p:nvPr/>
              </p:nvSpPr>
              <p:spPr>
                <a:xfrm>
                  <a:off x="7480961" y="298696"/>
                  <a:ext cx="57717" cy="57930"/>
                </a:xfrm>
                <a:custGeom>
                  <a:avLst/>
                  <a:gdLst>
                    <a:gd name="connsiteX0" fmla="*/ 15589 w 57717"/>
                    <a:gd name="connsiteY0" fmla="*/ 3168 h 57930"/>
                    <a:gd name="connsiteX1" fmla="*/ 54496 w 57717"/>
                    <a:gd name="connsiteY1" fmla="*/ 15816 h 57930"/>
                    <a:gd name="connsiteX2" fmla="*/ 42089 w 57717"/>
                    <a:gd name="connsiteY2" fmla="*/ 54763 h 57930"/>
                    <a:gd name="connsiteX3" fmla="*/ 3222 w 57717"/>
                    <a:gd name="connsiteY3" fmla="*/ 42115 h 57930"/>
                    <a:gd name="connsiteX4" fmla="*/ 15628 w 57717"/>
                    <a:gd name="connsiteY4" fmla="*/ 3168 h 57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17" h="57930">
                      <a:moveTo>
                        <a:pt x="15589" y="3168"/>
                      </a:moveTo>
                      <a:cubicBezTo>
                        <a:pt x="29762" y="-4100"/>
                        <a:pt x="47148" y="1562"/>
                        <a:pt x="54496" y="15816"/>
                      </a:cubicBezTo>
                      <a:cubicBezTo>
                        <a:pt x="61803" y="30070"/>
                        <a:pt x="56262" y="47496"/>
                        <a:pt x="42089" y="54763"/>
                      </a:cubicBezTo>
                      <a:cubicBezTo>
                        <a:pt x="27915" y="62031"/>
                        <a:pt x="10529" y="56369"/>
                        <a:pt x="3222" y="42115"/>
                      </a:cubicBezTo>
                      <a:cubicBezTo>
                        <a:pt x="-4086" y="27861"/>
                        <a:pt x="1455" y="10435"/>
                        <a:pt x="15628" y="3168"/>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82" name="Freeform: Shape 1481">
                  <a:extLst>
                    <a:ext uri="{FF2B5EF4-FFF2-40B4-BE49-F238E27FC236}">
                      <a16:creationId xmlns:a16="http://schemas.microsoft.com/office/drawing/2014/main" id="{9D77DCDC-0BB0-95AF-472C-9709BA4E2C16}"/>
                    </a:ext>
                  </a:extLst>
                </p:cNvPr>
                <p:cNvSpPr/>
                <p:nvPr/>
              </p:nvSpPr>
              <p:spPr>
                <a:xfrm>
                  <a:off x="7850683" y="6320486"/>
                  <a:ext cx="57757" cy="57930"/>
                </a:xfrm>
                <a:custGeom>
                  <a:avLst/>
                  <a:gdLst>
                    <a:gd name="connsiteX0" fmla="*/ 15669 w 57757"/>
                    <a:gd name="connsiteY0" fmla="*/ 3168 h 57930"/>
                    <a:gd name="connsiteX1" fmla="*/ 54536 w 57757"/>
                    <a:gd name="connsiteY1" fmla="*/ 15815 h 57930"/>
                    <a:gd name="connsiteX2" fmla="*/ 42129 w 57757"/>
                    <a:gd name="connsiteY2" fmla="*/ 54763 h 57930"/>
                    <a:gd name="connsiteX3" fmla="*/ 3222 w 57757"/>
                    <a:gd name="connsiteY3" fmla="*/ 42115 h 57930"/>
                    <a:gd name="connsiteX4" fmla="*/ 15629 w 57757"/>
                    <a:gd name="connsiteY4" fmla="*/ 3168 h 57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57" h="57930">
                      <a:moveTo>
                        <a:pt x="15669" y="3168"/>
                      </a:moveTo>
                      <a:cubicBezTo>
                        <a:pt x="29842" y="-4100"/>
                        <a:pt x="47229" y="1562"/>
                        <a:pt x="54536" y="15815"/>
                      </a:cubicBezTo>
                      <a:cubicBezTo>
                        <a:pt x="61844" y="30070"/>
                        <a:pt x="56303" y="47496"/>
                        <a:pt x="42129" y="54763"/>
                      </a:cubicBezTo>
                      <a:cubicBezTo>
                        <a:pt x="27955" y="62031"/>
                        <a:pt x="10529" y="56370"/>
                        <a:pt x="3222" y="42115"/>
                      </a:cubicBezTo>
                      <a:cubicBezTo>
                        <a:pt x="-4086" y="27861"/>
                        <a:pt x="1455" y="10435"/>
                        <a:pt x="15629" y="3168"/>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83" name="Freeform: Shape 1482">
                  <a:extLst>
                    <a:ext uri="{FF2B5EF4-FFF2-40B4-BE49-F238E27FC236}">
                      <a16:creationId xmlns:a16="http://schemas.microsoft.com/office/drawing/2014/main" id="{60EAD609-1159-D55A-F331-22627867FB79}"/>
                    </a:ext>
                  </a:extLst>
                </p:cNvPr>
                <p:cNvSpPr/>
                <p:nvPr/>
              </p:nvSpPr>
              <p:spPr>
                <a:xfrm>
                  <a:off x="6591428" y="5928962"/>
                  <a:ext cx="57717" cy="57930"/>
                </a:xfrm>
                <a:custGeom>
                  <a:avLst/>
                  <a:gdLst>
                    <a:gd name="connsiteX0" fmla="*/ 15589 w 57717"/>
                    <a:gd name="connsiteY0" fmla="*/ 3168 h 57930"/>
                    <a:gd name="connsiteX1" fmla="*/ 54496 w 57717"/>
                    <a:gd name="connsiteY1" fmla="*/ 15816 h 57930"/>
                    <a:gd name="connsiteX2" fmla="*/ 42089 w 57717"/>
                    <a:gd name="connsiteY2" fmla="*/ 54763 h 57930"/>
                    <a:gd name="connsiteX3" fmla="*/ 3222 w 57717"/>
                    <a:gd name="connsiteY3" fmla="*/ 42115 h 57930"/>
                    <a:gd name="connsiteX4" fmla="*/ 15629 w 57717"/>
                    <a:gd name="connsiteY4" fmla="*/ 3168 h 57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17" h="57930">
                      <a:moveTo>
                        <a:pt x="15589" y="3168"/>
                      </a:moveTo>
                      <a:cubicBezTo>
                        <a:pt x="29762" y="-4100"/>
                        <a:pt x="47148" y="1562"/>
                        <a:pt x="54496" y="15816"/>
                      </a:cubicBezTo>
                      <a:cubicBezTo>
                        <a:pt x="61804" y="30070"/>
                        <a:pt x="56263" y="47496"/>
                        <a:pt x="42089" y="54763"/>
                      </a:cubicBezTo>
                      <a:cubicBezTo>
                        <a:pt x="27915" y="62031"/>
                        <a:pt x="10529" y="56370"/>
                        <a:pt x="3222" y="42115"/>
                      </a:cubicBezTo>
                      <a:cubicBezTo>
                        <a:pt x="-4086" y="27862"/>
                        <a:pt x="1455" y="10435"/>
                        <a:pt x="15629" y="3168"/>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84" name="Freeform: Shape 1483">
                  <a:extLst>
                    <a:ext uri="{FF2B5EF4-FFF2-40B4-BE49-F238E27FC236}">
                      <a16:creationId xmlns:a16="http://schemas.microsoft.com/office/drawing/2014/main" id="{5A849D7D-0542-A4C6-01C7-387E35DF7628}"/>
                    </a:ext>
                  </a:extLst>
                </p:cNvPr>
                <p:cNvSpPr/>
                <p:nvPr/>
              </p:nvSpPr>
              <p:spPr>
                <a:xfrm>
                  <a:off x="6585646" y="5090503"/>
                  <a:ext cx="57717" cy="57930"/>
                </a:xfrm>
                <a:custGeom>
                  <a:avLst/>
                  <a:gdLst>
                    <a:gd name="connsiteX0" fmla="*/ 15589 w 57717"/>
                    <a:gd name="connsiteY0" fmla="*/ 3168 h 57930"/>
                    <a:gd name="connsiteX1" fmla="*/ 54496 w 57717"/>
                    <a:gd name="connsiteY1" fmla="*/ 15816 h 57930"/>
                    <a:gd name="connsiteX2" fmla="*/ 42089 w 57717"/>
                    <a:gd name="connsiteY2" fmla="*/ 54763 h 57930"/>
                    <a:gd name="connsiteX3" fmla="*/ 3222 w 57717"/>
                    <a:gd name="connsiteY3" fmla="*/ 42116 h 57930"/>
                    <a:gd name="connsiteX4" fmla="*/ 15629 w 57717"/>
                    <a:gd name="connsiteY4" fmla="*/ 3168 h 57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17" h="57930">
                      <a:moveTo>
                        <a:pt x="15589" y="3168"/>
                      </a:moveTo>
                      <a:cubicBezTo>
                        <a:pt x="29762" y="-4100"/>
                        <a:pt x="47148" y="1561"/>
                        <a:pt x="54496" y="15816"/>
                      </a:cubicBezTo>
                      <a:cubicBezTo>
                        <a:pt x="61804" y="30070"/>
                        <a:pt x="56263" y="47496"/>
                        <a:pt x="42089" y="54763"/>
                      </a:cubicBezTo>
                      <a:cubicBezTo>
                        <a:pt x="27915" y="62031"/>
                        <a:pt x="10529" y="56369"/>
                        <a:pt x="3222" y="42116"/>
                      </a:cubicBezTo>
                      <a:cubicBezTo>
                        <a:pt x="-4086" y="27861"/>
                        <a:pt x="1455" y="10435"/>
                        <a:pt x="15629" y="3168"/>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85" name="Freeform: Shape 1484">
                  <a:extLst>
                    <a:ext uri="{FF2B5EF4-FFF2-40B4-BE49-F238E27FC236}">
                      <a16:creationId xmlns:a16="http://schemas.microsoft.com/office/drawing/2014/main" id="{3AD01586-CA32-E7AE-BEB9-7958635AED7E}"/>
                    </a:ext>
                  </a:extLst>
                </p:cNvPr>
                <p:cNvSpPr/>
                <p:nvPr/>
              </p:nvSpPr>
              <p:spPr>
                <a:xfrm>
                  <a:off x="5072028" y="4716204"/>
                  <a:ext cx="57717" cy="57930"/>
                </a:xfrm>
                <a:custGeom>
                  <a:avLst/>
                  <a:gdLst>
                    <a:gd name="connsiteX0" fmla="*/ 15588 w 57717"/>
                    <a:gd name="connsiteY0" fmla="*/ 3168 h 57930"/>
                    <a:gd name="connsiteX1" fmla="*/ 54496 w 57717"/>
                    <a:gd name="connsiteY1" fmla="*/ 15816 h 57930"/>
                    <a:gd name="connsiteX2" fmla="*/ 42089 w 57717"/>
                    <a:gd name="connsiteY2" fmla="*/ 54763 h 57930"/>
                    <a:gd name="connsiteX3" fmla="*/ 3222 w 57717"/>
                    <a:gd name="connsiteY3" fmla="*/ 42115 h 57930"/>
                    <a:gd name="connsiteX4" fmla="*/ 15629 w 57717"/>
                    <a:gd name="connsiteY4" fmla="*/ 3168 h 57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17" h="57930">
                      <a:moveTo>
                        <a:pt x="15588" y="3168"/>
                      </a:moveTo>
                      <a:cubicBezTo>
                        <a:pt x="29762" y="-4100"/>
                        <a:pt x="47188" y="1561"/>
                        <a:pt x="54496" y="15816"/>
                      </a:cubicBezTo>
                      <a:cubicBezTo>
                        <a:pt x="61804" y="30069"/>
                        <a:pt x="56263" y="47496"/>
                        <a:pt x="42089" y="54763"/>
                      </a:cubicBezTo>
                      <a:cubicBezTo>
                        <a:pt x="27915" y="62031"/>
                        <a:pt x="10529" y="56369"/>
                        <a:pt x="3222" y="42115"/>
                      </a:cubicBezTo>
                      <a:cubicBezTo>
                        <a:pt x="-4086" y="27861"/>
                        <a:pt x="1455" y="10435"/>
                        <a:pt x="15629" y="3168"/>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86" name="Freeform: Shape 1485">
                  <a:extLst>
                    <a:ext uri="{FF2B5EF4-FFF2-40B4-BE49-F238E27FC236}">
                      <a16:creationId xmlns:a16="http://schemas.microsoft.com/office/drawing/2014/main" id="{9710012E-CE63-444F-008F-55D379500925}"/>
                    </a:ext>
                  </a:extLst>
                </p:cNvPr>
                <p:cNvSpPr/>
                <p:nvPr/>
              </p:nvSpPr>
              <p:spPr>
                <a:xfrm>
                  <a:off x="7027040" y="6436084"/>
                  <a:ext cx="57757" cy="57930"/>
                </a:xfrm>
                <a:custGeom>
                  <a:avLst/>
                  <a:gdLst>
                    <a:gd name="connsiteX0" fmla="*/ 15629 w 57757"/>
                    <a:gd name="connsiteY0" fmla="*/ 3167 h 57930"/>
                    <a:gd name="connsiteX1" fmla="*/ 54536 w 57757"/>
                    <a:gd name="connsiteY1" fmla="*/ 15816 h 57930"/>
                    <a:gd name="connsiteX2" fmla="*/ 42129 w 57757"/>
                    <a:gd name="connsiteY2" fmla="*/ 54764 h 57930"/>
                    <a:gd name="connsiteX3" fmla="*/ 3222 w 57757"/>
                    <a:gd name="connsiteY3" fmla="*/ 42115 h 57930"/>
                    <a:gd name="connsiteX4" fmla="*/ 15629 w 57757"/>
                    <a:gd name="connsiteY4" fmla="*/ 3167 h 57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57" h="57930">
                      <a:moveTo>
                        <a:pt x="15629" y="3167"/>
                      </a:moveTo>
                      <a:cubicBezTo>
                        <a:pt x="29803" y="-4100"/>
                        <a:pt x="47229" y="1562"/>
                        <a:pt x="54536" y="15816"/>
                      </a:cubicBezTo>
                      <a:cubicBezTo>
                        <a:pt x="61844" y="30070"/>
                        <a:pt x="56303" y="47496"/>
                        <a:pt x="42129" y="54764"/>
                      </a:cubicBezTo>
                      <a:cubicBezTo>
                        <a:pt x="27955" y="62031"/>
                        <a:pt x="10569" y="56369"/>
                        <a:pt x="3222" y="42115"/>
                      </a:cubicBezTo>
                      <a:cubicBezTo>
                        <a:pt x="-4086" y="27861"/>
                        <a:pt x="1455" y="10435"/>
                        <a:pt x="15629" y="31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87" name="Freeform: Shape 1486">
                  <a:extLst>
                    <a:ext uri="{FF2B5EF4-FFF2-40B4-BE49-F238E27FC236}">
                      <a16:creationId xmlns:a16="http://schemas.microsoft.com/office/drawing/2014/main" id="{FEC2DC9A-8B5A-7FFE-9F54-9D78157BB232}"/>
                    </a:ext>
                  </a:extLst>
                </p:cNvPr>
                <p:cNvSpPr/>
                <p:nvPr/>
              </p:nvSpPr>
              <p:spPr>
                <a:xfrm>
                  <a:off x="5312540" y="5609952"/>
                  <a:ext cx="57717" cy="57930"/>
                </a:xfrm>
                <a:custGeom>
                  <a:avLst/>
                  <a:gdLst>
                    <a:gd name="connsiteX0" fmla="*/ 15589 w 57717"/>
                    <a:gd name="connsiteY0" fmla="*/ 3167 h 57930"/>
                    <a:gd name="connsiteX1" fmla="*/ 54496 w 57717"/>
                    <a:gd name="connsiteY1" fmla="*/ 15816 h 57930"/>
                    <a:gd name="connsiteX2" fmla="*/ 42089 w 57717"/>
                    <a:gd name="connsiteY2" fmla="*/ 54764 h 57930"/>
                    <a:gd name="connsiteX3" fmla="*/ 3222 w 57717"/>
                    <a:gd name="connsiteY3" fmla="*/ 42115 h 57930"/>
                    <a:gd name="connsiteX4" fmla="*/ 15629 w 57717"/>
                    <a:gd name="connsiteY4" fmla="*/ 3167 h 57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17" h="57930">
                      <a:moveTo>
                        <a:pt x="15589" y="3167"/>
                      </a:moveTo>
                      <a:cubicBezTo>
                        <a:pt x="29762" y="-4100"/>
                        <a:pt x="47188" y="1562"/>
                        <a:pt x="54496" y="15816"/>
                      </a:cubicBezTo>
                      <a:cubicBezTo>
                        <a:pt x="61804" y="30070"/>
                        <a:pt x="56263" y="47496"/>
                        <a:pt x="42089" y="54764"/>
                      </a:cubicBezTo>
                      <a:cubicBezTo>
                        <a:pt x="27915" y="62031"/>
                        <a:pt x="10529" y="56369"/>
                        <a:pt x="3222" y="42115"/>
                      </a:cubicBezTo>
                      <a:cubicBezTo>
                        <a:pt x="-4086" y="27861"/>
                        <a:pt x="1455" y="10435"/>
                        <a:pt x="15629" y="31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88" name="Freeform: Shape 1487">
                  <a:extLst>
                    <a:ext uri="{FF2B5EF4-FFF2-40B4-BE49-F238E27FC236}">
                      <a16:creationId xmlns:a16="http://schemas.microsoft.com/office/drawing/2014/main" id="{54748D6A-A1E4-8482-5305-6BBC171E6C57}"/>
                    </a:ext>
                  </a:extLst>
                </p:cNvPr>
                <p:cNvSpPr/>
                <p:nvPr/>
              </p:nvSpPr>
              <p:spPr>
                <a:xfrm>
                  <a:off x="4473439" y="2771029"/>
                  <a:ext cx="57757" cy="57931"/>
                </a:xfrm>
                <a:custGeom>
                  <a:avLst/>
                  <a:gdLst>
                    <a:gd name="connsiteX0" fmla="*/ 15629 w 57757"/>
                    <a:gd name="connsiteY0" fmla="*/ 3168 h 57931"/>
                    <a:gd name="connsiteX1" fmla="*/ 54536 w 57757"/>
                    <a:gd name="connsiteY1" fmla="*/ 15816 h 57931"/>
                    <a:gd name="connsiteX2" fmla="*/ 42129 w 57757"/>
                    <a:gd name="connsiteY2" fmla="*/ 54763 h 57931"/>
                    <a:gd name="connsiteX3" fmla="*/ 3222 w 57757"/>
                    <a:gd name="connsiteY3" fmla="*/ 42115 h 57931"/>
                    <a:gd name="connsiteX4" fmla="*/ 15629 w 57757"/>
                    <a:gd name="connsiteY4" fmla="*/ 3168 h 57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57" h="57931">
                      <a:moveTo>
                        <a:pt x="15629" y="3168"/>
                      </a:moveTo>
                      <a:cubicBezTo>
                        <a:pt x="29802" y="-4100"/>
                        <a:pt x="47228" y="1562"/>
                        <a:pt x="54536" y="15816"/>
                      </a:cubicBezTo>
                      <a:cubicBezTo>
                        <a:pt x="61844" y="30070"/>
                        <a:pt x="56303" y="47496"/>
                        <a:pt x="42129" y="54763"/>
                      </a:cubicBezTo>
                      <a:cubicBezTo>
                        <a:pt x="27955" y="62031"/>
                        <a:pt x="10569" y="56369"/>
                        <a:pt x="3222" y="42115"/>
                      </a:cubicBezTo>
                      <a:cubicBezTo>
                        <a:pt x="-4086" y="27861"/>
                        <a:pt x="1455" y="10435"/>
                        <a:pt x="15629" y="3168"/>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89" name="Freeform: Shape 1488">
                  <a:extLst>
                    <a:ext uri="{FF2B5EF4-FFF2-40B4-BE49-F238E27FC236}">
                      <a16:creationId xmlns:a16="http://schemas.microsoft.com/office/drawing/2014/main" id="{3316BAC6-F898-350B-64B4-D3BDC8D73A85}"/>
                    </a:ext>
                  </a:extLst>
                </p:cNvPr>
                <p:cNvSpPr/>
                <p:nvPr/>
              </p:nvSpPr>
              <p:spPr>
                <a:xfrm>
                  <a:off x="5881176" y="6597456"/>
                  <a:ext cx="57757" cy="57931"/>
                </a:xfrm>
                <a:custGeom>
                  <a:avLst/>
                  <a:gdLst>
                    <a:gd name="connsiteX0" fmla="*/ 15629 w 57757"/>
                    <a:gd name="connsiteY0" fmla="*/ 3168 h 57931"/>
                    <a:gd name="connsiteX1" fmla="*/ 54536 w 57757"/>
                    <a:gd name="connsiteY1" fmla="*/ 15816 h 57931"/>
                    <a:gd name="connsiteX2" fmla="*/ 42129 w 57757"/>
                    <a:gd name="connsiteY2" fmla="*/ 54763 h 57931"/>
                    <a:gd name="connsiteX3" fmla="*/ 3222 w 57757"/>
                    <a:gd name="connsiteY3" fmla="*/ 42115 h 57931"/>
                    <a:gd name="connsiteX4" fmla="*/ 15629 w 57757"/>
                    <a:gd name="connsiteY4" fmla="*/ 3168 h 57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57" h="57931">
                      <a:moveTo>
                        <a:pt x="15629" y="3168"/>
                      </a:moveTo>
                      <a:cubicBezTo>
                        <a:pt x="29802" y="-4100"/>
                        <a:pt x="47229" y="1562"/>
                        <a:pt x="54536" y="15816"/>
                      </a:cubicBezTo>
                      <a:cubicBezTo>
                        <a:pt x="61844" y="30070"/>
                        <a:pt x="56303" y="47496"/>
                        <a:pt x="42129" y="54763"/>
                      </a:cubicBezTo>
                      <a:cubicBezTo>
                        <a:pt x="27956" y="62031"/>
                        <a:pt x="10570" y="56370"/>
                        <a:pt x="3222" y="42115"/>
                      </a:cubicBezTo>
                      <a:cubicBezTo>
                        <a:pt x="-4086" y="27862"/>
                        <a:pt x="1455" y="10435"/>
                        <a:pt x="15629" y="3168"/>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90" name="Freeform: Shape 1489">
                  <a:extLst>
                    <a:ext uri="{FF2B5EF4-FFF2-40B4-BE49-F238E27FC236}">
                      <a16:creationId xmlns:a16="http://schemas.microsoft.com/office/drawing/2014/main" id="{80268BEE-3909-8264-DFEE-3C9AA12DFDD8}"/>
                    </a:ext>
                  </a:extLst>
                </p:cNvPr>
                <p:cNvSpPr/>
                <p:nvPr/>
              </p:nvSpPr>
              <p:spPr>
                <a:xfrm>
                  <a:off x="4731939" y="6152168"/>
                  <a:ext cx="57757" cy="57931"/>
                </a:xfrm>
                <a:custGeom>
                  <a:avLst/>
                  <a:gdLst>
                    <a:gd name="connsiteX0" fmla="*/ 15669 w 57757"/>
                    <a:gd name="connsiteY0" fmla="*/ 3168 h 57931"/>
                    <a:gd name="connsiteX1" fmla="*/ 54536 w 57757"/>
                    <a:gd name="connsiteY1" fmla="*/ 15816 h 57931"/>
                    <a:gd name="connsiteX2" fmla="*/ 42129 w 57757"/>
                    <a:gd name="connsiteY2" fmla="*/ 54763 h 57931"/>
                    <a:gd name="connsiteX3" fmla="*/ 3222 w 57757"/>
                    <a:gd name="connsiteY3" fmla="*/ 42115 h 57931"/>
                    <a:gd name="connsiteX4" fmla="*/ 15629 w 57757"/>
                    <a:gd name="connsiteY4" fmla="*/ 3168 h 57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57" h="57931">
                      <a:moveTo>
                        <a:pt x="15669" y="3168"/>
                      </a:moveTo>
                      <a:cubicBezTo>
                        <a:pt x="29843" y="-4100"/>
                        <a:pt x="47228" y="1562"/>
                        <a:pt x="54536" y="15816"/>
                      </a:cubicBezTo>
                      <a:cubicBezTo>
                        <a:pt x="61844" y="30070"/>
                        <a:pt x="56303" y="47496"/>
                        <a:pt x="42129" y="54763"/>
                      </a:cubicBezTo>
                      <a:cubicBezTo>
                        <a:pt x="27955" y="62031"/>
                        <a:pt x="10529" y="56370"/>
                        <a:pt x="3222" y="42115"/>
                      </a:cubicBezTo>
                      <a:cubicBezTo>
                        <a:pt x="-4086" y="27862"/>
                        <a:pt x="1455" y="10436"/>
                        <a:pt x="15629" y="3168"/>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91" name="Freeform: Shape 1490">
                  <a:extLst>
                    <a:ext uri="{FF2B5EF4-FFF2-40B4-BE49-F238E27FC236}">
                      <a16:creationId xmlns:a16="http://schemas.microsoft.com/office/drawing/2014/main" id="{BD8066C9-74B9-2AD5-AC02-CB19A4074E9B}"/>
                    </a:ext>
                  </a:extLst>
                </p:cNvPr>
                <p:cNvSpPr/>
                <p:nvPr/>
              </p:nvSpPr>
              <p:spPr>
                <a:xfrm>
                  <a:off x="8629021" y="5689231"/>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3" y="12304"/>
                      </a:cubicBezTo>
                      <a:cubicBezTo>
                        <a:pt x="48124" y="23386"/>
                        <a:pt x="43788" y="36958"/>
                        <a:pt x="32746" y="42619"/>
                      </a:cubicBezTo>
                      <a:cubicBezTo>
                        <a:pt x="21744" y="48280"/>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92" name="Freeform: Shape 1491">
                  <a:extLst>
                    <a:ext uri="{FF2B5EF4-FFF2-40B4-BE49-F238E27FC236}">
                      <a16:creationId xmlns:a16="http://schemas.microsoft.com/office/drawing/2014/main" id="{B6079DC9-69C3-F4B3-5442-F36F706D773B}"/>
                    </a:ext>
                  </a:extLst>
                </p:cNvPr>
                <p:cNvSpPr/>
                <p:nvPr/>
              </p:nvSpPr>
              <p:spPr>
                <a:xfrm>
                  <a:off x="8163255" y="5781461"/>
                  <a:ext cx="44933" cy="45086"/>
                </a:xfrm>
                <a:custGeom>
                  <a:avLst/>
                  <a:gdLst>
                    <a:gd name="connsiteX0" fmla="*/ 12188 w 44933"/>
                    <a:gd name="connsiteY0" fmla="*/ 2467 h 45086"/>
                    <a:gd name="connsiteX1" fmla="*/ 42423 w 44933"/>
                    <a:gd name="connsiteY1" fmla="*/ 12304 h 45086"/>
                    <a:gd name="connsiteX2" fmla="*/ 32746 w 44933"/>
                    <a:gd name="connsiteY2" fmla="*/ 42619 h 45086"/>
                    <a:gd name="connsiteX3" fmla="*/ 2511 w 44933"/>
                    <a:gd name="connsiteY3" fmla="*/ 32782 h 45086"/>
                    <a:gd name="connsiteX4" fmla="*/ 12188 w 44933"/>
                    <a:gd name="connsiteY4" fmla="*/ 2467 h 4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6">
                      <a:moveTo>
                        <a:pt x="12188" y="2467"/>
                      </a:moveTo>
                      <a:cubicBezTo>
                        <a:pt x="23190" y="-3195"/>
                        <a:pt x="36761" y="1222"/>
                        <a:pt x="42423" y="12304"/>
                      </a:cubicBezTo>
                      <a:cubicBezTo>
                        <a:pt x="48124" y="23386"/>
                        <a:pt x="43788" y="36958"/>
                        <a:pt x="32746" y="42619"/>
                      </a:cubicBezTo>
                      <a:cubicBezTo>
                        <a:pt x="21744" y="48281"/>
                        <a:pt x="8173" y="43864"/>
                        <a:pt x="2511" y="32782"/>
                      </a:cubicBezTo>
                      <a:cubicBezTo>
                        <a:pt x="-3190" y="21700"/>
                        <a:pt x="1146" y="8129"/>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93" name="Freeform: Shape 1492">
                  <a:extLst>
                    <a:ext uri="{FF2B5EF4-FFF2-40B4-BE49-F238E27FC236}">
                      <a16:creationId xmlns:a16="http://schemas.microsoft.com/office/drawing/2014/main" id="{9CDCCCA0-907E-5C34-4516-6699792064C9}"/>
                    </a:ext>
                  </a:extLst>
                </p:cNvPr>
                <p:cNvSpPr/>
                <p:nvPr/>
              </p:nvSpPr>
              <p:spPr>
                <a:xfrm>
                  <a:off x="7429353" y="5851044"/>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4"/>
                        <a:pt x="36761" y="1222"/>
                        <a:pt x="42423" y="12304"/>
                      </a:cubicBezTo>
                      <a:cubicBezTo>
                        <a:pt x="48124" y="23386"/>
                        <a:pt x="43788" y="36958"/>
                        <a:pt x="32746" y="42619"/>
                      </a:cubicBezTo>
                      <a:cubicBezTo>
                        <a:pt x="21704" y="48280"/>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94" name="Freeform: Shape 1493">
                  <a:extLst>
                    <a:ext uri="{FF2B5EF4-FFF2-40B4-BE49-F238E27FC236}">
                      <a16:creationId xmlns:a16="http://schemas.microsoft.com/office/drawing/2014/main" id="{8C652DF0-189B-C9D1-FB55-9695321E2539}"/>
                    </a:ext>
                  </a:extLst>
                </p:cNvPr>
                <p:cNvSpPr/>
                <p:nvPr/>
              </p:nvSpPr>
              <p:spPr>
                <a:xfrm>
                  <a:off x="6518419" y="5701799"/>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3" y="12304"/>
                      </a:cubicBezTo>
                      <a:cubicBezTo>
                        <a:pt x="48124" y="23386"/>
                        <a:pt x="43788" y="36958"/>
                        <a:pt x="32746" y="42619"/>
                      </a:cubicBezTo>
                      <a:cubicBezTo>
                        <a:pt x="21744" y="48280"/>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95" name="Freeform: Shape 1494">
                  <a:extLst>
                    <a:ext uri="{FF2B5EF4-FFF2-40B4-BE49-F238E27FC236}">
                      <a16:creationId xmlns:a16="http://schemas.microsoft.com/office/drawing/2014/main" id="{B8C7DA4A-B7D9-86D0-14E0-47933B9CF320}"/>
                    </a:ext>
                  </a:extLst>
                </p:cNvPr>
                <p:cNvSpPr/>
                <p:nvPr/>
              </p:nvSpPr>
              <p:spPr>
                <a:xfrm>
                  <a:off x="7034817" y="4544411"/>
                  <a:ext cx="44894" cy="45085"/>
                </a:xfrm>
                <a:custGeom>
                  <a:avLst/>
                  <a:gdLst>
                    <a:gd name="connsiteX0" fmla="*/ 12148 w 44894"/>
                    <a:gd name="connsiteY0" fmla="*/ 2467 h 45085"/>
                    <a:gd name="connsiteX1" fmla="*/ 42382 w 44894"/>
                    <a:gd name="connsiteY1" fmla="*/ 12304 h 45085"/>
                    <a:gd name="connsiteX2" fmla="*/ 32746 w 44894"/>
                    <a:gd name="connsiteY2" fmla="*/ 42619 h 45085"/>
                    <a:gd name="connsiteX3" fmla="*/ 2511 w 44894"/>
                    <a:gd name="connsiteY3" fmla="*/ 32782 h 45085"/>
                    <a:gd name="connsiteX4" fmla="*/ 12188 w 44894"/>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94" h="45085">
                      <a:moveTo>
                        <a:pt x="12148" y="2467"/>
                      </a:moveTo>
                      <a:cubicBezTo>
                        <a:pt x="23149" y="-3195"/>
                        <a:pt x="36721" y="1222"/>
                        <a:pt x="42382" y="12304"/>
                      </a:cubicBezTo>
                      <a:cubicBezTo>
                        <a:pt x="48084" y="23386"/>
                        <a:pt x="43747" y="36958"/>
                        <a:pt x="32746" y="42619"/>
                      </a:cubicBezTo>
                      <a:cubicBezTo>
                        <a:pt x="21744" y="48280"/>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96" name="Freeform: Shape 1495">
                  <a:extLst>
                    <a:ext uri="{FF2B5EF4-FFF2-40B4-BE49-F238E27FC236}">
                      <a16:creationId xmlns:a16="http://schemas.microsoft.com/office/drawing/2014/main" id="{85FF9E52-A2DC-6ECC-6082-646E4D63ACBC}"/>
                    </a:ext>
                  </a:extLst>
                </p:cNvPr>
                <p:cNvSpPr/>
                <p:nvPr/>
              </p:nvSpPr>
              <p:spPr>
                <a:xfrm>
                  <a:off x="6337373" y="3285478"/>
                  <a:ext cx="44933" cy="45085"/>
                </a:xfrm>
                <a:custGeom>
                  <a:avLst/>
                  <a:gdLst>
                    <a:gd name="connsiteX0" fmla="*/ 12188 w 44933"/>
                    <a:gd name="connsiteY0" fmla="*/ 2467 h 45085"/>
                    <a:gd name="connsiteX1" fmla="*/ 42422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2" y="12304"/>
                      </a:cubicBezTo>
                      <a:cubicBezTo>
                        <a:pt x="48124" y="23386"/>
                        <a:pt x="43788" y="36958"/>
                        <a:pt x="32746" y="42619"/>
                      </a:cubicBezTo>
                      <a:cubicBezTo>
                        <a:pt x="2170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97" name="Freeform: Shape 1496">
                  <a:extLst>
                    <a:ext uri="{FF2B5EF4-FFF2-40B4-BE49-F238E27FC236}">
                      <a16:creationId xmlns:a16="http://schemas.microsoft.com/office/drawing/2014/main" id="{E4BD1122-8940-0AAC-F884-4EC8C350DDD3}"/>
                    </a:ext>
                  </a:extLst>
                </p:cNvPr>
                <p:cNvSpPr/>
                <p:nvPr/>
              </p:nvSpPr>
              <p:spPr>
                <a:xfrm>
                  <a:off x="5402749" y="3107202"/>
                  <a:ext cx="44894" cy="45085"/>
                </a:xfrm>
                <a:custGeom>
                  <a:avLst/>
                  <a:gdLst>
                    <a:gd name="connsiteX0" fmla="*/ 12148 w 44894"/>
                    <a:gd name="connsiteY0" fmla="*/ 2467 h 45085"/>
                    <a:gd name="connsiteX1" fmla="*/ 42383 w 44894"/>
                    <a:gd name="connsiteY1" fmla="*/ 12304 h 45085"/>
                    <a:gd name="connsiteX2" fmla="*/ 32746 w 44894"/>
                    <a:gd name="connsiteY2" fmla="*/ 42619 h 45085"/>
                    <a:gd name="connsiteX3" fmla="*/ 2511 w 44894"/>
                    <a:gd name="connsiteY3" fmla="*/ 32782 h 45085"/>
                    <a:gd name="connsiteX4" fmla="*/ 12188 w 44894"/>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94" h="45085">
                      <a:moveTo>
                        <a:pt x="12148" y="2467"/>
                      </a:moveTo>
                      <a:cubicBezTo>
                        <a:pt x="23149" y="-3195"/>
                        <a:pt x="36721" y="1222"/>
                        <a:pt x="42383" y="12304"/>
                      </a:cubicBezTo>
                      <a:cubicBezTo>
                        <a:pt x="48084" y="23386"/>
                        <a:pt x="43748" y="36958"/>
                        <a:pt x="32746" y="42619"/>
                      </a:cubicBezTo>
                      <a:cubicBezTo>
                        <a:pt x="2170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98" name="Freeform: Shape 1497">
                  <a:extLst>
                    <a:ext uri="{FF2B5EF4-FFF2-40B4-BE49-F238E27FC236}">
                      <a16:creationId xmlns:a16="http://schemas.microsoft.com/office/drawing/2014/main" id="{165FF06A-6BCF-251B-FB50-DDB8F06DD386}"/>
                    </a:ext>
                  </a:extLst>
                </p:cNvPr>
                <p:cNvSpPr/>
                <p:nvPr/>
              </p:nvSpPr>
              <p:spPr>
                <a:xfrm>
                  <a:off x="5383838" y="4110405"/>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89" y="-3195"/>
                        <a:pt x="36761" y="1222"/>
                        <a:pt x="42423" y="12304"/>
                      </a:cubicBezTo>
                      <a:cubicBezTo>
                        <a:pt x="48124" y="23386"/>
                        <a:pt x="4378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99" name="Freeform: Shape 1498">
                  <a:extLst>
                    <a:ext uri="{FF2B5EF4-FFF2-40B4-BE49-F238E27FC236}">
                      <a16:creationId xmlns:a16="http://schemas.microsoft.com/office/drawing/2014/main" id="{6868E523-17C4-417A-CDF7-91A174A29345}"/>
                    </a:ext>
                  </a:extLst>
                </p:cNvPr>
                <p:cNvSpPr/>
                <p:nvPr/>
              </p:nvSpPr>
              <p:spPr>
                <a:xfrm>
                  <a:off x="4613076" y="3661142"/>
                  <a:ext cx="44894" cy="45085"/>
                </a:xfrm>
                <a:custGeom>
                  <a:avLst/>
                  <a:gdLst>
                    <a:gd name="connsiteX0" fmla="*/ 12148 w 44894"/>
                    <a:gd name="connsiteY0" fmla="*/ 2467 h 45085"/>
                    <a:gd name="connsiteX1" fmla="*/ 42382 w 44894"/>
                    <a:gd name="connsiteY1" fmla="*/ 12304 h 45085"/>
                    <a:gd name="connsiteX2" fmla="*/ 32746 w 44894"/>
                    <a:gd name="connsiteY2" fmla="*/ 42619 h 45085"/>
                    <a:gd name="connsiteX3" fmla="*/ 2511 w 44894"/>
                    <a:gd name="connsiteY3" fmla="*/ 32782 h 45085"/>
                    <a:gd name="connsiteX4" fmla="*/ 12188 w 44894"/>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94" h="45085">
                      <a:moveTo>
                        <a:pt x="12148" y="2467"/>
                      </a:moveTo>
                      <a:cubicBezTo>
                        <a:pt x="23149" y="-3195"/>
                        <a:pt x="36721" y="1222"/>
                        <a:pt x="42382" y="12304"/>
                      </a:cubicBezTo>
                      <a:cubicBezTo>
                        <a:pt x="48084" y="23386"/>
                        <a:pt x="43748" y="36958"/>
                        <a:pt x="32746" y="42619"/>
                      </a:cubicBezTo>
                      <a:cubicBezTo>
                        <a:pt x="2170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00" name="Freeform: Shape 1499">
                  <a:extLst>
                    <a:ext uri="{FF2B5EF4-FFF2-40B4-BE49-F238E27FC236}">
                      <a16:creationId xmlns:a16="http://schemas.microsoft.com/office/drawing/2014/main" id="{7C1072CE-58B6-C511-AC84-69A378B015FF}"/>
                    </a:ext>
                  </a:extLst>
                </p:cNvPr>
                <p:cNvSpPr/>
                <p:nvPr/>
              </p:nvSpPr>
              <p:spPr>
                <a:xfrm>
                  <a:off x="7137927" y="3591438"/>
                  <a:ext cx="44934" cy="45085"/>
                </a:xfrm>
                <a:custGeom>
                  <a:avLst/>
                  <a:gdLst>
                    <a:gd name="connsiteX0" fmla="*/ 12189 w 44934"/>
                    <a:gd name="connsiteY0" fmla="*/ 2467 h 45085"/>
                    <a:gd name="connsiteX1" fmla="*/ 42424 w 44934"/>
                    <a:gd name="connsiteY1" fmla="*/ 12304 h 45085"/>
                    <a:gd name="connsiteX2" fmla="*/ 32747 w 44934"/>
                    <a:gd name="connsiteY2" fmla="*/ 42619 h 45085"/>
                    <a:gd name="connsiteX3" fmla="*/ 2512 w 44934"/>
                    <a:gd name="connsiteY3" fmla="*/ 32782 h 45085"/>
                    <a:gd name="connsiteX4" fmla="*/ 12149 w 44934"/>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4" h="45085">
                      <a:moveTo>
                        <a:pt x="12189" y="2467"/>
                      </a:moveTo>
                      <a:cubicBezTo>
                        <a:pt x="23191" y="-3195"/>
                        <a:pt x="36762" y="1222"/>
                        <a:pt x="42424" y="12304"/>
                      </a:cubicBezTo>
                      <a:cubicBezTo>
                        <a:pt x="48125" y="23386"/>
                        <a:pt x="43789" y="36958"/>
                        <a:pt x="32747" y="42619"/>
                      </a:cubicBezTo>
                      <a:cubicBezTo>
                        <a:pt x="21705" y="48280"/>
                        <a:pt x="8174" y="43864"/>
                        <a:pt x="2512" y="32782"/>
                      </a:cubicBezTo>
                      <a:cubicBezTo>
                        <a:pt x="-3189" y="21700"/>
                        <a:pt x="1147" y="8128"/>
                        <a:pt x="12149"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01" name="Freeform: Shape 1500">
                  <a:extLst>
                    <a:ext uri="{FF2B5EF4-FFF2-40B4-BE49-F238E27FC236}">
                      <a16:creationId xmlns:a16="http://schemas.microsoft.com/office/drawing/2014/main" id="{999904DF-FCF9-2470-F0C3-09AC0B3F8A23}"/>
                    </a:ext>
                  </a:extLst>
                </p:cNvPr>
                <p:cNvSpPr/>
                <p:nvPr/>
              </p:nvSpPr>
              <p:spPr>
                <a:xfrm>
                  <a:off x="7497853" y="2884076"/>
                  <a:ext cx="44933" cy="45085"/>
                </a:xfrm>
                <a:custGeom>
                  <a:avLst/>
                  <a:gdLst>
                    <a:gd name="connsiteX0" fmla="*/ 12188 w 44933"/>
                    <a:gd name="connsiteY0" fmla="*/ 2467 h 45085"/>
                    <a:gd name="connsiteX1" fmla="*/ 42422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2" y="12304"/>
                      </a:cubicBezTo>
                      <a:cubicBezTo>
                        <a:pt x="48124" y="23386"/>
                        <a:pt x="43788" y="36958"/>
                        <a:pt x="32746" y="42619"/>
                      </a:cubicBezTo>
                      <a:cubicBezTo>
                        <a:pt x="21744" y="48281"/>
                        <a:pt x="8173" y="43864"/>
                        <a:pt x="2511" y="32782"/>
                      </a:cubicBezTo>
                      <a:cubicBezTo>
                        <a:pt x="-3191"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02" name="Freeform: Shape 1501">
                  <a:extLst>
                    <a:ext uri="{FF2B5EF4-FFF2-40B4-BE49-F238E27FC236}">
                      <a16:creationId xmlns:a16="http://schemas.microsoft.com/office/drawing/2014/main" id="{20A857A9-4D72-77DB-9CF1-60E6B2DEC44C}"/>
                    </a:ext>
                  </a:extLst>
                </p:cNvPr>
                <p:cNvSpPr/>
                <p:nvPr/>
              </p:nvSpPr>
              <p:spPr>
                <a:xfrm>
                  <a:off x="6912955" y="6102357"/>
                  <a:ext cx="44894" cy="45085"/>
                </a:xfrm>
                <a:custGeom>
                  <a:avLst/>
                  <a:gdLst>
                    <a:gd name="connsiteX0" fmla="*/ 12148 w 44894"/>
                    <a:gd name="connsiteY0" fmla="*/ 2467 h 45085"/>
                    <a:gd name="connsiteX1" fmla="*/ 42382 w 44894"/>
                    <a:gd name="connsiteY1" fmla="*/ 12304 h 45085"/>
                    <a:gd name="connsiteX2" fmla="*/ 32746 w 44894"/>
                    <a:gd name="connsiteY2" fmla="*/ 42619 h 45085"/>
                    <a:gd name="connsiteX3" fmla="*/ 2511 w 44894"/>
                    <a:gd name="connsiteY3" fmla="*/ 32782 h 45085"/>
                    <a:gd name="connsiteX4" fmla="*/ 12188 w 44894"/>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94" h="45085">
                      <a:moveTo>
                        <a:pt x="12148" y="2467"/>
                      </a:moveTo>
                      <a:cubicBezTo>
                        <a:pt x="23149" y="-3195"/>
                        <a:pt x="36721" y="1222"/>
                        <a:pt x="42382" y="12304"/>
                      </a:cubicBezTo>
                      <a:cubicBezTo>
                        <a:pt x="48084" y="23386"/>
                        <a:pt x="43747" y="36958"/>
                        <a:pt x="32746" y="42619"/>
                      </a:cubicBezTo>
                      <a:cubicBezTo>
                        <a:pt x="21704" y="48280"/>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03" name="Freeform: Shape 1502">
                  <a:extLst>
                    <a:ext uri="{FF2B5EF4-FFF2-40B4-BE49-F238E27FC236}">
                      <a16:creationId xmlns:a16="http://schemas.microsoft.com/office/drawing/2014/main" id="{BC52D639-DB5F-DC66-AA8D-F3313A3C7B6E}"/>
                    </a:ext>
                  </a:extLst>
                </p:cNvPr>
                <p:cNvSpPr/>
                <p:nvPr/>
              </p:nvSpPr>
              <p:spPr>
                <a:xfrm>
                  <a:off x="6203827" y="5892120"/>
                  <a:ext cx="44933" cy="45085"/>
                </a:xfrm>
                <a:custGeom>
                  <a:avLst/>
                  <a:gdLst>
                    <a:gd name="connsiteX0" fmla="*/ 12188 w 44933"/>
                    <a:gd name="connsiteY0" fmla="*/ 2467 h 45085"/>
                    <a:gd name="connsiteX1" fmla="*/ 42422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2" y="12304"/>
                      </a:cubicBezTo>
                      <a:cubicBezTo>
                        <a:pt x="48124" y="23386"/>
                        <a:pt x="43788" y="36958"/>
                        <a:pt x="32746" y="42619"/>
                      </a:cubicBezTo>
                      <a:cubicBezTo>
                        <a:pt x="21744" y="48280"/>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04" name="Freeform: Shape 1503">
                  <a:extLst>
                    <a:ext uri="{FF2B5EF4-FFF2-40B4-BE49-F238E27FC236}">
                      <a16:creationId xmlns:a16="http://schemas.microsoft.com/office/drawing/2014/main" id="{7035C9EB-0DE9-756B-7719-FFC5EDE46CFB}"/>
                    </a:ext>
                  </a:extLst>
                </p:cNvPr>
                <p:cNvSpPr/>
                <p:nvPr/>
              </p:nvSpPr>
              <p:spPr>
                <a:xfrm>
                  <a:off x="6243194" y="5686340"/>
                  <a:ext cx="44915" cy="45085"/>
                </a:xfrm>
                <a:custGeom>
                  <a:avLst/>
                  <a:gdLst>
                    <a:gd name="connsiteX0" fmla="*/ 12170 w 44915"/>
                    <a:gd name="connsiteY0" fmla="*/ 2467 h 45085"/>
                    <a:gd name="connsiteX1" fmla="*/ 42405 w 44915"/>
                    <a:gd name="connsiteY1" fmla="*/ 12304 h 45085"/>
                    <a:gd name="connsiteX2" fmla="*/ 32728 w 44915"/>
                    <a:gd name="connsiteY2" fmla="*/ 42619 h 45085"/>
                    <a:gd name="connsiteX3" fmla="*/ 2494 w 44915"/>
                    <a:gd name="connsiteY3" fmla="*/ 32782 h 45085"/>
                    <a:gd name="connsiteX4" fmla="*/ 12170 w 44915"/>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15" h="45085">
                      <a:moveTo>
                        <a:pt x="12170" y="2467"/>
                      </a:moveTo>
                      <a:cubicBezTo>
                        <a:pt x="23172" y="-3195"/>
                        <a:pt x="36743" y="1222"/>
                        <a:pt x="42405" y="12304"/>
                      </a:cubicBezTo>
                      <a:cubicBezTo>
                        <a:pt x="48106" y="23386"/>
                        <a:pt x="43770" y="36958"/>
                        <a:pt x="32728" y="42619"/>
                      </a:cubicBezTo>
                      <a:cubicBezTo>
                        <a:pt x="21726" y="48280"/>
                        <a:pt x="8155" y="43864"/>
                        <a:pt x="2494" y="32782"/>
                      </a:cubicBezTo>
                      <a:cubicBezTo>
                        <a:pt x="-3168" y="21700"/>
                        <a:pt x="1128" y="8128"/>
                        <a:pt x="12170"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05" name="Freeform: Shape 1504">
                  <a:extLst>
                    <a:ext uri="{FF2B5EF4-FFF2-40B4-BE49-F238E27FC236}">
                      <a16:creationId xmlns:a16="http://schemas.microsoft.com/office/drawing/2014/main" id="{197D8184-2CD8-9521-9C06-DC09D8C0958E}"/>
                    </a:ext>
                  </a:extLst>
                </p:cNvPr>
                <p:cNvSpPr/>
                <p:nvPr/>
              </p:nvSpPr>
              <p:spPr>
                <a:xfrm>
                  <a:off x="4878883" y="5416597"/>
                  <a:ext cx="44915" cy="45086"/>
                </a:xfrm>
                <a:custGeom>
                  <a:avLst/>
                  <a:gdLst>
                    <a:gd name="connsiteX0" fmla="*/ 12188 w 44915"/>
                    <a:gd name="connsiteY0" fmla="*/ 2467 h 45086"/>
                    <a:gd name="connsiteX1" fmla="*/ 42423 w 44915"/>
                    <a:gd name="connsiteY1" fmla="*/ 12304 h 45086"/>
                    <a:gd name="connsiteX2" fmla="*/ 32746 w 44915"/>
                    <a:gd name="connsiteY2" fmla="*/ 42619 h 45086"/>
                    <a:gd name="connsiteX3" fmla="*/ 2511 w 44915"/>
                    <a:gd name="connsiteY3" fmla="*/ 32782 h 45086"/>
                    <a:gd name="connsiteX4" fmla="*/ 12188 w 44915"/>
                    <a:gd name="connsiteY4" fmla="*/ 2467 h 4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15" h="45086">
                      <a:moveTo>
                        <a:pt x="12188" y="2467"/>
                      </a:moveTo>
                      <a:cubicBezTo>
                        <a:pt x="23230" y="-3195"/>
                        <a:pt x="36761" y="1222"/>
                        <a:pt x="42423" y="12304"/>
                      </a:cubicBezTo>
                      <a:cubicBezTo>
                        <a:pt x="48084" y="23386"/>
                        <a:pt x="43788" y="36958"/>
                        <a:pt x="32746" y="42619"/>
                      </a:cubicBezTo>
                      <a:cubicBezTo>
                        <a:pt x="21744" y="48281"/>
                        <a:pt x="8173" y="43864"/>
                        <a:pt x="2511" y="32782"/>
                      </a:cubicBezTo>
                      <a:cubicBezTo>
                        <a:pt x="-3190" y="21700"/>
                        <a:pt x="1146" y="8129"/>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06" name="Freeform: Shape 1505">
                  <a:extLst>
                    <a:ext uri="{FF2B5EF4-FFF2-40B4-BE49-F238E27FC236}">
                      <a16:creationId xmlns:a16="http://schemas.microsoft.com/office/drawing/2014/main" id="{7D780DF8-79B7-35D8-2104-FC74F9C961C7}"/>
                    </a:ext>
                  </a:extLst>
                </p:cNvPr>
                <p:cNvSpPr/>
                <p:nvPr/>
              </p:nvSpPr>
              <p:spPr>
                <a:xfrm>
                  <a:off x="5836433" y="4771391"/>
                  <a:ext cx="44934" cy="45085"/>
                </a:xfrm>
                <a:custGeom>
                  <a:avLst/>
                  <a:gdLst>
                    <a:gd name="connsiteX0" fmla="*/ 12189 w 44934"/>
                    <a:gd name="connsiteY0" fmla="*/ 2467 h 45085"/>
                    <a:gd name="connsiteX1" fmla="*/ 42424 w 44934"/>
                    <a:gd name="connsiteY1" fmla="*/ 12304 h 45085"/>
                    <a:gd name="connsiteX2" fmla="*/ 32747 w 44934"/>
                    <a:gd name="connsiteY2" fmla="*/ 42619 h 45085"/>
                    <a:gd name="connsiteX3" fmla="*/ 2512 w 44934"/>
                    <a:gd name="connsiteY3" fmla="*/ 32782 h 45085"/>
                    <a:gd name="connsiteX4" fmla="*/ 12149 w 44934"/>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4" h="45085">
                      <a:moveTo>
                        <a:pt x="12189" y="2467"/>
                      </a:moveTo>
                      <a:cubicBezTo>
                        <a:pt x="23231" y="-3194"/>
                        <a:pt x="36762" y="1222"/>
                        <a:pt x="42424" y="12304"/>
                      </a:cubicBezTo>
                      <a:cubicBezTo>
                        <a:pt x="48125" y="23386"/>
                        <a:pt x="43789" y="36958"/>
                        <a:pt x="32747" y="42619"/>
                      </a:cubicBezTo>
                      <a:cubicBezTo>
                        <a:pt x="21745" y="48280"/>
                        <a:pt x="8174" y="43864"/>
                        <a:pt x="2512" y="32782"/>
                      </a:cubicBezTo>
                      <a:cubicBezTo>
                        <a:pt x="-3189" y="21700"/>
                        <a:pt x="1147" y="8128"/>
                        <a:pt x="12149"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07" name="Freeform: Shape 1506">
                  <a:extLst>
                    <a:ext uri="{FF2B5EF4-FFF2-40B4-BE49-F238E27FC236}">
                      <a16:creationId xmlns:a16="http://schemas.microsoft.com/office/drawing/2014/main" id="{AD2E3174-7D0F-A99B-CDB5-CF60D4F8D346}"/>
                    </a:ext>
                  </a:extLst>
                </p:cNvPr>
                <p:cNvSpPr/>
                <p:nvPr/>
              </p:nvSpPr>
              <p:spPr>
                <a:xfrm>
                  <a:off x="5323369" y="6709539"/>
                  <a:ext cx="44933" cy="45086"/>
                </a:xfrm>
                <a:custGeom>
                  <a:avLst/>
                  <a:gdLst>
                    <a:gd name="connsiteX0" fmla="*/ 12188 w 44933"/>
                    <a:gd name="connsiteY0" fmla="*/ 2467 h 45086"/>
                    <a:gd name="connsiteX1" fmla="*/ 42423 w 44933"/>
                    <a:gd name="connsiteY1" fmla="*/ 12304 h 45086"/>
                    <a:gd name="connsiteX2" fmla="*/ 32746 w 44933"/>
                    <a:gd name="connsiteY2" fmla="*/ 42619 h 45086"/>
                    <a:gd name="connsiteX3" fmla="*/ 2511 w 44933"/>
                    <a:gd name="connsiteY3" fmla="*/ 32782 h 45086"/>
                    <a:gd name="connsiteX4" fmla="*/ 12188 w 44933"/>
                    <a:gd name="connsiteY4" fmla="*/ 2467 h 4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6">
                      <a:moveTo>
                        <a:pt x="12188" y="2467"/>
                      </a:moveTo>
                      <a:cubicBezTo>
                        <a:pt x="23189" y="-3195"/>
                        <a:pt x="36761" y="1222"/>
                        <a:pt x="42423" y="12304"/>
                      </a:cubicBezTo>
                      <a:cubicBezTo>
                        <a:pt x="48124" y="23386"/>
                        <a:pt x="43788" y="36958"/>
                        <a:pt x="32746" y="42619"/>
                      </a:cubicBezTo>
                      <a:cubicBezTo>
                        <a:pt x="21744" y="48281"/>
                        <a:pt x="8173" y="43864"/>
                        <a:pt x="2511" y="32782"/>
                      </a:cubicBezTo>
                      <a:cubicBezTo>
                        <a:pt x="-3190" y="21700"/>
                        <a:pt x="1146" y="8129"/>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08" name="Freeform: Shape 1507">
                  <a:extLst>
                    <a:ext uri="{FF2B5EF4-FFF2-40B4-BE49-F238E27FC236}">
                      <a16:creationId xmlns:a16="http://schemas.microsoft.com/office/drawing/2014/main" id="{660B126E-8A51-05C4-939E-426F49F63C11}"/>
                    </a:ext>
                  </a:extLst>
                </p:cNvPr>
                <p:cNvSpPr/>
                <p:nvPr/>
              </p:nvSpPr>
              <p:spPr>
                <a:xfrm>
                  <a:off x="4976373" y="6490991"/>
                  <a:ext cx="44933" cy="45085"/>
                </a:xfrm>
                <a:custGeom>
                  <a:avLst/>
                  <a:gdLst>
                    <a:gd name="connsiteX0" fmla="*/ 12188 w 44933"/>
                    <a:gd name="connsiteY0" fmla="*/ 2467 h 45085"/>
                    <a:gd name="connsiteX1" fmla="*/ 42422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230" y="-3194"/>
                        <a:pt x="36761" y="1222"/>
                        <a:pt x="42422" y="12304"/>
                      </a:cubicBezTo>
                      <a:cubicBezTo>
                        <a:pt x="48124" y="23386"/>
                        <a:pt x="43788" y="36958"/>
                        <a:pt x="32746" y="42619"/>
                      </a:cubicBezTo>
                      <a:cubicBezTo>
                        <a:pt x="21744" y="48280"/>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09" name="Freeform: Shape 1508">
                  <a:extLst>
                    <a:ext uri="{FF2B5EF4-FFF2-40B4-BE49-F238E27FC236}">
                      <a16:creationId xmlns:a16="http://schemas.microsoft.com/office/drawing/2014/main" id="{6C821E1A-1548-34F9-A812-42142F8D19B7}"/>
                    </a:ext>
                  </a:extLst>
                </p:cNvPr>
                <p:cNvSpPr/>
                <p:nvPr/>
              </p:nvSpPr>
              <p:spPr>
                <a:xfrm>
                  <a:off x="4785088" y="6552785"/>
                  <a:ext cx="44894" cy="45086"/>
                </a:xfrm>
                <a:custGeom>
                  <a:avLst/>
                  <a:gdLst>
                    <a:gd name="connsiteX0" fmla="*/ 12148 w 44894"/>
                    <a:gd name="connsiteY0" fmla="*/ 2467 h 45086"/>
                    <a:gd name="connsiteX1" fmla="*/ 42382 w 44894"/>
                    <a:gd name="connsiteY1" fmla="*/ 12304 h 45086"/>
                    <a:gd name="connsiteX2" fmla="*/ 32746 w 44894"/>
                    <a:gd name="connsiteY2" fmla="*/ 42619 h 45086"/>
                    <a:gd name="connsiteX3" fmla="*/ 2511 w 44894"/>
                    <a:gd name="connsiteY3" fmla="*/ 32782 h 45086"/>
                    <a:gd name="connsiteX4" fmla="*/ 12188 w 44894"/>
                    <a:gd name="connsiteY4" fmla="*/ 2467 h 4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94" h="45086">
                      <a:moveTo>
                        <a:pt x="12148" y="2467"/>
                      </a:moveTo>
                      <a:cubicBezTo>
                        <a:pt x="23150" y="-3195"/>
                        <a:pt x="36721" y="1222"/>
                        <a:pt x="42382" y="12304"/>
                      </a:cubicBezTo>
                      <a:cubicBezTo>
                        <a:pt x="48084" y="23387"/>
                        <a:pt x="43747" y="36957"/>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10" name="Freeform: Shape 1509">
                  <a:extLst>
                    <a:ext uri="{FF2B5EF4-FFF2-40B4-BE49-F238E27FC236}">
                      <a16:creationId xmlns:a16="http://schemas.microsoft.com/office/drawing/2014/main" id="{3AF6E812-7EF4-0C76-0842-4C32ABB7B2DC}"/>
                    </a:ext>
                  </a:extLst>
                </p:cNvPr>
                <p:cNvSpPr/>
                <p:nvPr/>
              </p:nvSpPr>
              <p:spPr>
                <a:xfrm>
                  <a:off x="4644555" y="5517781"/>
                  <a:ext cx="44933" cy="45085"/>
                </a:xfrm>
                <a:custGeom>
                  <a:avLst/>
                  <a:gdLst>
                    <a:gd name="connsiteX0" fmla="*/ 12188 w 44933"/>
                    <a:gd name="connsiteY0" fmla="*/ 2467 h 45085"/>
                    <a:gd name="connsiteX1" fmla="*/ 42422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4"/>
                        <a:pt x="36761" y="1222"/>
                        <a:pt x="42422" y="12304"/>
                      </a:cubicBezTo>
                      <a:cubicBezTo>
                        <a:pt x="48124" y="23386"/>
                        <a:pt x="43788" y="36958"/>
                        <a:pt x="32746" y="42619"/>
                      </a:cubicBezTo>
                      <a:cubicBezTo>
                        <a:pt x="21704" y="48280"/>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11" name="Freeform: Shape 1510">
                  <a:extLst>
                    <a:ext uri="{FF2B5EF4-FFF2-40B4-BE49-F238E27FC236}">
                      <a16:creationId xmlns:a16="http://schemas.microsoft.com/office/drawing/2014/main" id="{5CC7BE96-9FCF-4F48-4828-5AC32675C5B6}"/>
                    </a:ext>
                  </a:extLst>
                </p:cNvPr>
                <p:cNvSpPr/>
                <p:nvPr/>
              </p:nvSpPr>
              <p:spPr>
                <a:xfrm>
                  <a:off x="5186329" y="5852771"/>
                  <a:ext cx="44933" cy="45086"/>
                </a:xfrm>
                <a:custGeom>
                  <a:avLst/>
                  <a:gdLst>
                    <a:gd name="connsiteX0" fmla="*/ 12188 w 44933"/>
                    <a:gd name="connsiteY0" fmla="*/ 2467 h 45086"/>
                    <a:gd name="connsiteX1" fmla="*/ 42423 w 44933"/>
                    <a:gd name="connsiteY1" fmla="*/ 12304 h 45086"/>
                    <a:gd name="connsiteX2" fmla="*/ 32746 w 44933"/>
                    <a:gd name="connsiteY2" fmla="*/ 42619 h 45086"/>
                    <a:gd name="connsiteX3" fmla="*/ 2511 w 44933"/>
                    <a:gd name="connsiteY3" fmla="*/ 32782 h 45086"/>
                    <a:gd name="connsiteX4" fmla="*/ 12188 w 44933"/>
                    <a:gd name="connsiteY4" fmla="*/ 2467 h 4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6">
                      <a:moveTo>
                        <a:pt x="12188" y="2467"/>
                      </a:moveTo>
                      <a:cubicBezTo>
                        <a:pt x="23189" y="-3195"/>
                        <a:pt x="36761" y="1222"/>
                        <a:pt x="42423" y="12304"/>
                      </a:cubicBezTo>
                      <a:cubicBezTo>
                        <a:pt x="48124" y="23386"/>
                        <a:pt x="43788" y="36958"/>
                        <a:pt x="32746" y="42619"/>
                      </a:cubicBezTo>
                      <a:cubicBezTo>
                        <a:pt x="21744" y="48281"/>
                        <a:pt x="8173" y="43864"/>
                        <a:pt x="2511" y="32782"/>
                      </a:cubicBezTo>
                      <a:cubicBezTo>
                        <a:pt x="-3190" y="21700"/>
                        <a:pt x="1146" y="8129"/>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12" name="Freeform: Shape 1511">
                  <a:extLst>
                    <a:ext uri="{FF2B5EF4-FFF2-40B4-BE49-F238E27FC236}">
                      <a16:creationId xmlns:a16="http://schemas.microsoft.com/office/drawing/2014/main" id="{3D294ABC-B42E-5800-AD23-BEEDD52B87A3}"/>
                    </a:ext>
                  </a:extLst>
                </p:cNvPr>
                <p:cNvSpPr/>
                <p:nvPr/>
              </p:nvSpPr>
              <p:spPr>
                <a:xfrm>
                  <a:off x="6240967" y="6813734"/>
                  <a:ext cx="44894" cy="45085"/>
                </a:xfrm>
                <a:custGeom>
                  <a:avLst/>
                  <a:gdLst>
                    <a:gd name="connsiteX0" fmla="*/ 12148 w 44894"/>
                    <a:gd name="connsiteY0" fmla="*/ 2467 h 45085"/>
                    <a:gd name="connsiteX1" fmla="*/ 42382 w 44894"/>
                    <a:gd name="connsiteY1" fmla="*/ 12304 h 45085"/>
                    <a:gd name="connsiteX2" fmla="*/ 32746 w 44894"/>
                    <a:gd name="connsiteY2" fmla="*/ 42619 h 45085"/>
                    <a:gd name="connsiteX3" fmla="*/ 2511 w 44894"/>
                    <a:gd name="connsiteY3" fmla="*/ 32782 h 45085"/>
                    <a:gd name="connsiteX4" fmla="*/ 12188 w 44894"/>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94" h="45085">
                      <a:moveTo>
                        <a:pt x="12148" y="2467"/>
                      </a:moveTo>
                      <a:cubicBezTo>
                        <a:pt x="23149" y="-3194"/>
                        <a:pt x="36721" y="1222"/>
                        <a:pt x="42382" y="12304"/>
                      </a:cubicBezTo>
                      <a:cubicBezTo>
                        <a:pt x="48084" y="23386"/>
                        <a:pt x="43748" y="36958"/>
                        <a:pt x="32746" y="42619"/>
                      </a:cubicBezTo>
                      <a:cubicBezTo>
                        <a:pt x="21744" y="48280"/>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13" name="Freeform: Shape 1512">
                  <a:extLst>
                    <a:ext uri="{FF2B5EF4-FFF2-40B4-BE49-F238E27FC236}">
                      <a16:creationId xmlns:a16="http://schemas.microsoft.com/office/drawing/2014/main" id="{5C12EAE4-D12C-B522-FB42-7EFA4F897355}"/>
                    </a:ext>
                  </a:extLst>
                </p:cNvPr>
                <p:cNvSpPr/>
                <p:nvPr/>
              </p:nvSpPr>
              <p:spPr>
                <a:xfrm>
                  <a:off x="8729362" y="5172432"/>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230" y="-3194"/>
                        <a:pt x="36761" y="1222"/>
                        <a:pt x="42423" y="12304"/>
                      </a:cubicBezTo>
                      <a:cubicBezTo>
                        <a:pt x="48124" y="23386"/>
                        <a:pt x="43788" y="36958"/>
                        <a:pt x="32746" y="42619"/>
                      </a:cubicBezTo>
                      <a:cubicBezTo>
                        <a:pt x="21744" y="48280"/>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14" name="Freeform: Shape 1513">
                  <a:extLst>
                    <a:ext uri="{FF2B5EF4-FFF2-40B4-BE49-F238E27FC236}">
                      <a16:creationId xmlns:a16="http://schemas.microsoft.com/office/drawing/2014/main" id="{C61133DD-6B5D-E8EC-0E6D-86F78BA0B537}"/>
                    </a:ext>
                  </a:extLst>
                </p:cNvPr>
                <p:cNvSpPr/>
                <p:nvPr/>
              </p:nvSpPr>
              <p:spPr>
                <a:xfrm>
                  <a:off x="9069531" y="5077592"/>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4"/>
                        <a:pt x="36761" y="1222"/>
                        <a:pt x="42423" y="12304"/>
                      </a:cubicBezTo>
                      <a:cubicBezTo>
                        <a:pt x="48124" y="23386"/>
                        <a:pt x="43788" y="36958"/>
                        <a:pt x="32746" y="42619"/>
                      </a:cubicBezTo>
                      <a:cubicBezTo>
                        <a:pt x="21744" y="48280"/>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15" name="Freeform: Shape 1514">
                  <a:extLst>
                    <a:ext uri="{FF2B5EF4-FFF2-40B4-BE49-F238E27FC236}">
                      <a16:creationId xmlns:a16="http://schemas.microsoft.com/office/drawing/2014/main" id="{27E884A2-F872-8962-BC60-DDAFD45779A1}"/>
                    </a:ext>
                  </a:extLst>
                </p:cNvPr>
                <p:cNvSpPr/>
                <p:nvPr/>
              </p:nvSpPr>
              <p:spPr>
                <a:xfrm>
                  <a:off x="8600513" y="4626522"/>
                  <a:ext cx="44933" cy="45086"/>
                </a:xfrm>
                <a:custGeom>
                  <a:avLst/>
                  <a:gdLst>
                    <a:gd name="connsiteX0" fmla="*/ 12188 w 44933"/>
                    <a:gd name="connsiteY0" fmla="*/ 2467 h 45086"/>
                    <a:gd name="connsiteX1" fmla="*/ 42422 w 44933"/>
                    <a:gd name="connsiteY1" fmla="*/ 12304 h 45086"/>
                    <a:gd name="connsiteX2" fmla="*/ 32746 w 44933"/>
                    <a:gd name="connsiteY2" fmla="*/ 42619 h 45086"/>
                    <a:gd name="connsiteX3" fmla="*/ 2511 w 44933"/>
                    <a:gd name="connsiteY3" fmla="*/ 32782 h 45086"/>
                    <a:gd name="connsiteX4" fmla="*/ 12188 w 44933"/>
                    <a:gd name="connsiteY4" fmla="*/ 2467 h 4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6">
                      <a:moveTo>
                        <a:pt x="12188" y="2467"/>
                      </a:moveTo>
                      <a:cubicBezTo>
                        <a:pt x="23190" y="-3195"/>
                        <a:pt x="36761" y="1222"/>
                        <a:pt x="42422" y="12304"/>
                      </a:cubicBezTo>
                      <a:cubicBezTo>
                        <a:pt x="48124" y="23386"/>
                        <a:pt x="43788" y="36957"/>
                        <a:pt x="32746" y="42619"/>
                      </a:cubicBezTo>
                      <a:cubicBezTo>
                        <a:pt x="21744" y="48281"/>
                        <a:pt x="8173" y="43864"/>
                        <a:pt x="2511" y="32782"/>
                      </a:cubicBezTo>
                      <a:cubicBezTo>
                        <a:pt x="-3191"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16" name="Freeform: Shape 1515">
                  <a:extLst>
                    <a:ext uri="{FF2B5EF4-FFF2-40B4-BE49-F238E27FC236}">
                      <a16:creationId xmlns:a16="http://schemas.microsoft.com/office/drawing/2014/main" id="{1C2627D5-6E67-AAE7-EC5B-5270BEA6C329}"/>
                    </a:ext>
                  </a:extLst>
                </p:cNvPr>
                <p:cNvSpPr/>
                <p:nvPr/>
              </p:nvSpPr>
              <p:spPr>
                <a:xfrm>
                  <a:off x="8214248" y="4252464"/>
                  <a:ext cx="44934" cy="45085"/>
                </a:xfrm>
                <a:custGeom>
                  <a:avLst/>
                  <a:gdLst>
                    <a:gd name="connsiteX0" fmla="*/ 12189 w 44934"/>
                    <a:gd name="connsiteY0" fmla="*/ 2467 h 45085"/>
                    <a:gd name="connsiteX1" fmla="*/ 42424 w 44934"/>
                    <a:gd name="connsiteY1" fmla="*/ 12304 h 45085"/>
                    <a:gd name="connsiteX2" fmla="*/ 32747 w 44934"/>
                    <a:gd name="connsiteY2" fmla="*/ 42619 h 45085"/>
                    <a:gd name="connsiteX3" fmla="*/ 2512 w 44934"/>
                    <a:gd name="connsiteY3" fmla="*/ 32782 h 45085"/>
                    <a:gd name="connsiteX4" fmla="*/ 12149 w 44934"/>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4" h="45085">
                      <a:moveTo>
                        <a:pt x="12189" y="2467"/>
                      </a:moveTo>
                      <a:cubicBezTo>
                        <a:pt x="23231" y="-3194"/>
                        <a:pt x="36762" y="1222"/>
                        <a:pt x="42424" y="12304"/>
                      </a:cubicBezTo>
                      <a:cubicBezTo>
                        <a:pt x="48125" y="23386"/>
                        <a:pt x="43789" y="36958"/>
                        <a:pt x="32747" y="42619"/>
                      </a:cubicBezTo>
                      <a:cubicBezTo>
                        <a:pt x="21745" y="48280"/>
                        <a:pt x="8174" y="43864"/>
                        <a:pt x="2512" y="32782"/>
                      </a:cubicBezTo>
                      <a:cubicBezTo>
                        <a:pt x="-3189" y="21700"/>
                        <a:pt x="1147" y="8128"/>
                        <a:pt x="12149"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17" name="Freeform: Shape 1516">
                  <a:extLst>
                    <a:ext uri="{FF2B5EF4-FFF2-40B4-BE49-F238E27FC236}">
                      <a16:creationId xmlns:a16="http://schemas.microsoft.com/office/drawing/2014/main" id="{6D5BCE89-EE66-8471-9D87-5A4AF9ACE703}"/>
                    </a:ext>
                  </a:extLst>
                </p:cNvPr>
                <p:cNvSpPr/>
                <p:nvPr/>
              </p:nvSpPr>
              <p:spPr>
                <a:xfrm>
                  <a:off x="8465802" y="4181394"/>
                  <a:ext cx="44933" cy="45086"/>
                </a:xfrm>
                <a:custGeom>
                  <a:avLst/>
                  <a:gdLst>
                    <a:gd name="connsiteX0" fmla="*/ 12188 w 44933"/>
                    <a:gd name="connsiteY0" fmla="*/ 2467 h 45086"/>
                    <a:gd name="connsiteX1" fmla="*/ 42423 w 44933"/>
                    <a:gd name="connsiteY1" fmla="*/ 12304 h 45086"/>
                    <a:gd name="connsiteX2" fmla="*/ 32746 w 44933"/>
                    <a:gd name="connsiteY2" fmla="*/ 42619 h 45086"/>
                    <a:gd name="connsiteX3" fmla="*/ 2511 w 44933"/>
                    <a:gd name="connsiteY3" fmla="*/ 32782 h 45086"/>
                    <a:gd name="connsiteX4" fmla="*/ 12188 w 44933"/>
                    <a:gd name="connsiteY4" fmla="*/ 2467 h 4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6">
                      <a:moveTo>
                        <a:pt x="12188" y="2467"/>
                      </a:moveTo>
                      <a:cubicBezTo>
                        <a:pt x="23230" y="-3195"/>
                        <a:pt x="36761" y="1222"/>
                        <a:pt x="42423" y="12304"/>
                      </a:cubicBezTo>
                      <a:cubicBezTo>
                        <a:pt x="48124" y="23386"/>
                        <a:pt x="43788" y="36958"/>
                        <a:pt x="32746" y="42619"/>
                      </a:cubicBezTo>
                      <a:cubicBezTo>
                        <a:pt x="21744" y="48281"/>
                        <a:pt x="8173" y="43864"/>
                        <a:pt x="2511" y="32782"/>
                      </a:cubicBezTo>
                      <a:cubicBezTo>
                        <a:pt x="-3190" y="21700"/>
                        <a:pt x="1146" y="8129"/>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18" name="Freeform: Shape 1517">
                  <a:extLst>
                    <a:ext uri="{FF2B5EF4-FFF2-40B4-BE49-F238E27FC236}">
                      <a16:creationId xmlns:a16="http://schemas.microsoft.com/office/drawing/2014/main" id="{FA135257-B59B-9EB4-B9D7-48C6FBE1A7E2}"/>
                    </a:ext>
                  </a:extLst>
                </p:cNvPr>
                <p:cNvSpPr/>
                <p:nvPr/>
              </p:nvSpPr>
              <p:spPr>
                <a:xfrm>
                  <a:off x="8157915" y="3995289"/>
                  <a:ext cx="44933" cy="45085"/>
                </a:xfrm>
                <a:custGeom>
                  <a:avLst/>
                  <a:gdLst>
                    <a:gd name="connsiteX0" fmla="*/ 12188 w 44933"/>
                    <a:gd name="connsiteY0" fmla="*/ 2467 h 45085"/>
                    <a:gd name="connsiteX1" fmla="*/ 42422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2" y="12304"/>
                      </a:cubicBezTo>
                      <a:cubicBezTo>
                        <a:pt x="48124" y="23386"/>
                        <a:pt x="43788" y="36958"/>
                        <a:pt x="32746" y="42619"/>
                      </a:cubicBezTo>
                      <a:cubicBezTo>
                        <a:pt x="21744" y="48281"/>
                        <a:pt x="8173" y="43864"/>
                        <a:pt x="2511" y="32782"/>
                      </a:cubicBezTo>
                      <a:cubicBezTo>
                        <a:pt x="-3191"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19" name="Freeform: Shape 1518">
                  <a:extLst>
                    <a:ext uri="{FF2B5EF4-FFF2-40B4-BE49-F238E27FC236}">
                      <a16:creationId xmlns:a16="http://schemas.microsoft.com/office/drawing/2014/main" id="{F0F57EC1-AE2D-FD77-4886-B46517D2715A}"/>
                    </a:ext>
                  </a:extLst>
                </p:cNvPr>
                <p:cNvSpPr/>
                <p:nvPr/>
              </p:nvSpPr>
              <p:spPr>
                <a:xfrm>
                  <a:off x="8602842" y="3676520"/>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230" y="-3195"/>
                        <a:pt x="36761" y="1222"/>
                        <a:pt x="42423" y="12304"/>
                      </a:cubicBezTo>
                      <a:cubicBezTo>
                        <a:pt x="48124" y="23386"/>
                        <a:pt x="43788" y="36958"/>
                        <a:pt x="32746" y="42619"/>
                      </a:cubicBezTo>
                      <a:cubicBezTo>
                        <a:pt x="21744" y="48280"/>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20" name="Freeform: Shape 1519">
                  <a:extLst>
                    <a:ext uri="{FF2B5EF4-FFF2-40B4-BE49-F238E27FC236}">
                      <a16:creationId xmlns:a16="http://schemas.microsoft.com/office/drawing/2014/main" id="{57994FF7-E134-A15A-414C-EE598110E639}"/>
                    </a:ext>
                  </a:extLst>
                </p:cNvPr>
                <p:cNvSpPr/>
                <p:nvPr/>
              </p:nvSpPr>
              <p:spPr>
                <a:xfrm>
                  <a:off x="8339001" y="3681499"/>
                  <a:ext cx="44933" cy="45085"/>
                </a:xfrm>
                <a:custGeom>
                  <a:avLst/>
                  <a:gdLst>
                    <a:gd name="connsiteX0" fmla="*/ 12188 w 44933"/>
                    <a:gd name="connsiteY0" fmla="*/ 2467 h 45085"/>
                    <a:gd name="connsiteX1" fmla="*/ 42422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2" y="12304"/>
                      </a:cubicBezTo>
                      <a:cubicBezTo>
                        <a:pt x="48124" y="23386"/>
                        <a:pt x="43788" y="36958"/>
                        <a:pt x="32746" y="42619"/>
                      </a:cubicBezTo>
                      <a:cubicBezTo>
                        <a:pt x="21744" y="48280"/>
                        <a:pt x="8173" y="43864"/>
                        <a:pt x="2511" y="32782"/>
                      </a:cubicBezTo>
                      <a:cubicBezTo>
                        <a:pt x="-3191"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21" name="Freeform: Shape 1520">
                  <a:extLst>
                    <a:ext uri="{FF2B5EF4-FFF2-40B4-BE49-F238E27FC236}">
                      <a16:creationId xmlns:a16="http://schemas.microsoft.com/office/drawing/2014/main" id="{5E8B6A20-51F1-501E-9AA3-BE6B04B510BB}"/>
                    </a:ext>
                  </a:extLst>
                </p:cNvPr>
                <p:cNvSpPr/>
                <p:nvPr/>
              </p:nvSpPr>
              <p:spPr>
                <a:xfrm>
                  <a:off x="8454559" y="3289092"/>
                  <a:ext cx="44895" cy="45085"/>
                </a:xfrm>
                <a:custGeom>
                  <a:avLst/>
                  <a:gdLst>
                    <a:gd name="connsiteX0" fmla="*/ 12149 w 44895"/>
                    <a:gd name="connsiteY0" fmla="*/ 2467 h 45085"/>
                    <a:gd name="connsiteX1" fmla="*/ 42383 w 44895"/>
                    <a:gd name="connsiteY1" fmla="*/ 12304 h 45085"/>
                    <a:gd name="connsiteX2" fmla="*/ 32747 w 44895"/>
                    <a:gd name="connsiteY2" fmla="*/ 42619 h 45085"/>
                    <a:gd name="connsiteX3" fmla="*/ 2512 w 44895"/>
                    <a:gd name="connsiteY3" fmla="*/ 32782 h 45085"/>
                    <a:gd name="connsiteX4" fmla="*/ 12149 w 44895"/>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95" h="45085">
                      <a:moveTo>
                        <a:pt x="12149" y="2467"/>
                      </a:moveTo>
                      <a:cubicBezTo>
                        <a:pt x="23151" y="-3195"/>
                        <a:pt x="36722" y="1222"/>
                        <a:pt x="42383" y="12304"/>
                      </a:cubicBezTo>
                      <a:cubicBezTo>
                        <a:pt x="48085" y="23386"/>
                        <a:pt x="43749" y="36958"/>
                        <a:pt x="32747" y="42619"/>
                      </a:cubicBezTo>
                      <a:cubicBezTo>
                        <a:pt x="21705" y="48281"/>
                        <a:pt x="8174" y="43864"/>
                        <a:pt x="2512" y="32782"/>
                      </a:cubicBezTo>
                      <a:cubicBezTo>
                        <a:pt x="-3189" y="21700"/>
                        <a:pt x="1147" y="8128"/>
                        <a:pt x="12149"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22" name="Freeform: Shape 1521">
                  <a:extLst>
                    <a:ext uri="{FF2B5EF4-FFF2-40B4-BE49-F238E27FC236}">
                      <a16:creationId xmlns:a16="http://schemas.microsoft.com/office/drawing/2014/main" id="{32130ED5-ED5E-8D7E-796B-57654DDDFB78}"/>
                    </a:ext>
                  </a:extLst>
                </p:cNvPr>
                <p:cNvSpPr/>
                <p:nvPr/>
              </p:nvSpPr>
              <p:spPr>
                <a:xfrm>
                  <a:off x="8457692" y="2235457"/>
                  <a:ext cx="44933" cy="45085"/>
                </a:xfrm>
                <a:custGeom>
                  <a:avLst/>
                  <a:gdLst>
                    <a:gd name="connsiteX0" fmla="*/ 12188 w 44933"/>
                    <a:gd name="connsiteY0" fmla="*/ 2467 h 45085"/>
                    <a:gd name="connsiteX1" fmla="*/ 42422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89" y="-3195"/>
                        <a:pt x="36761" y="1222"/>
                        <a:pt x="42422" y="12304"/>
                      </a:cubicBezTo>
                      <a:cubicBezTo>
                        <a:pt x="48124" y="23386"/>
                        <a:pt x="43787" y="36958"/>
                        <a:pt x="32746" y="42619"/>
                      </a:cubicBezTo>
                      <a:cubicBezTo>
                        <a:pt x="21744" y="48281"/>
                        <a:pt x="8172"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23" name="Freeform: Shape 1522">
                  <a:extLst>
                    <a:ext uri="{FF2B5EF4-FFF2-40B4-BE49-F238E27FC236}">
                      <a16:creationId xmlns:a16="http://schemas.microsoft.com/office/drawing/2014/main" id="{810EEA40-AC46-5BF8-C24E-4FE112820DC5}"/>
                    </a:ext>
                  </a:extLst>
                </p:cNvPr>
                <p:cNvSpPr/>
                <p:nvPr/>
              </p:nvSpPr>
              <p:spPr>
                <a:xfrm>
                  <a:off x="8676521" y="1728495"/>
                  <a:ext cx="44933" cy="45085"/>
                </a:xfrm>
                <a:custGeom>
                  <a:avLst/>
                  <a:gdLst>
                    <a:gd name="connsiteX0" fmla="*/ 12188 w 44933"/>
                    <a:gd name="connsiteY0" fmla="*/ 2467 h 45085"/>
                    <a:gd name="connsiteX1" fmla="*/ 42422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230" y="-3195"/>
                        <a:pt x="36761" y="1222"/>
                        <a:pt x="42422" y="12304"/>
                      </a:cubicBezTo>
                      <a:cubicBezTo>
                        <a:pt x="48124" y="23386"/>
                        <a:pt x="43787" y="36958"/>
                        <a:pt x="32746" y="42619"/>
                      </a:cubicBezTo>
                      <a:cubicBezTo>
                        <a:pt x="21744" y="48281"/>
                        <a:pt x="8172"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24" name="Freeform: Shape 1523">
                  <a:extLst>
                    <a:ext uri="{FF2B5EF4-FFF2-40B4-BE49-F238E27FC236}">
                      <a16:creationId xmlns:a16="http://schemas.microsoft.com/office/drawing/2014/main" id="{8E0B55B3-F6C6-2817-19CF-4E671192E613}"/>
                    </a:ext>
                  </a:extLst>
                </p:cNvPr>
                <p:cNvSpPr/>
                <p:nvPr/>
              </p:nvSpPr>
              <p:spPr>
                <a:xfrm>
                  <a:off x="8962325" y="1583706"/>
                  <a:ext cx="44894" cy="45085"/>
                </a:xfrm>
                <a:custGeom>
                  <a:avLst/>
                  <a:gdLst>
                    <a:gd name="connsiteX0" fmla="*/ 12148 w 44894"/>
                    <a:gd name="connsiteY0" fmla="*/ 2467 h 45085"/>
                    <a:gd name="connsiteX1" fmla="*/ 42383 w 44894"/>
                    <a:gd name="connsiteY1" fmla="*/ 12304 h 45085"/>
                    <a:gd name="connsiteX2" fmla="*/ 32746 w 44894"/>
                    <a:gd name="connsiteY2" fmla="*/ 42619 h 45085"/>
                    <a:gd name="connsiteX3" fmla="*/ 2511 w 44894"/>
                    <a:gd name="connsiteY3" fmla="*/ 32782 h 45085"/>
                    <a:gd name="connsiteX4" fmla="*/ 12188 w 44894"/>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94" h="45085">
                      <a:moveTo>
                        <a:pt x="12148" y="2467"/>
                      </a:moveTo>
                      <a:cubicBezTo>
                        <a:pt x="23150" y="-3195"/>
                        <a:pt x="36721" y="1222"/>
                        <a:pt x="42383" y="12304"/>
                      </a:cubicBezTo>
                      <a:cubicBezTo>
                        <a:pt x="48084" y="23386"/>
                        <a:pt x="43748" y="36958"/>
                        <a:pt x="32746" y="42619"/>
                      </a:cubicBezTo>
                      <a:cubicBezTo>
                        <a:pt x="21744" y="48281"/>
                        <a:pt x="8173" y="43864"/>
                        <a:pt x="2511" y="32782"/>
                      </a:cubicBezTo>
                      <a:cubicBezTo>
                        <a:pt x="-3191"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25" name="Freeform: Shape 1524">
                  <a:extLst>
                    <a:ext uri="{FF2B5EF4-FFF2-40B4-BE49-F238E27FC236}">
                      <a16:creationId xmlns:a16="http://schemas.microsoft.com/office/drawing/2014/main" id="{F51BE2B9-E606-D015-B095-5146FC5CC14A}"/>
                    </a:ext>
                  </a:extLst>
                </p:cNvPr>
                <p:cNvSpPr/>
                <p:nvPr/>
              </p:nvSpPr>
              <p:spPr>
                <a:xfrm>
                  <a:off x="8996694" y="2036824"/>
                  <a:ext cx="44934" cy="45085"/>
                </a:xfrm>
                <a:custGeom>
                  <a:avLst/>
                  <a:gdLst>
                    <a:gd name="connsiteX0" fmla="*/ 12189 w 44934"/>
                    <a:gd name="connsiteY0" fmla="*/ 2467 h 45085"/>
                    <a:gd name="connsiteX1" fmla="*/ 42424 w 44934"/>
                    <a:gd name="connsiteY1" fmla="*/ 12304 h 45085"/>
                    <a:gd name="connsiteX2" fmla="*/ 32747 w 44934"/>
                    <a:gd name="connsiteY2" fmla="*/ 42619 h 45085"/>
                    <a:gd name="connsiteX3" fmla="*/ 2512 w 44934"/>
                    <a:gd name="connsiteY3" fmla="*/ 32782 h 45085"/>
                    <a:gd name="connsiteX4" fmla="*/ 12149 w 44934"/>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4" h="45085">
                      <a:moveTo>
                        <a:pt x="12189" y="2467"/>
                      </a:moveTo>
                      <a:cubicBezTo>
                        <a:pt x="23231" y="-3195"/>
                        <a:pt x="36762" y="1222"/>
                        <a:pt x="42424" y="12304"/>
                      </a:cubicBezTo>
                      <a:cubicBezTo>
                        <a:pt x="48125" y="23386"/>
                        <a:pt x="43789" y="36958"/>
                        <a:pt x="32747" y="42619"/>
                      </a:cubicBezTo>
                      <a:cubicBezTo>
                        <a:pt x="21745" y="48280"/>
                        <a:pt x="8174" y="43864"/>
                        <a:pt x="2512" y="32782"/>
                      </a:cubicBezTo>
                      <a:cubicBezTo>
                        <a:pt x="-3189" y="21700"/>
                        <a:pt x="1147" y="8128"/>
                        <a:pt x="12149"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26" name="Freeform: Shape 1525">
                  <a:extLst>
                    <a:ext uri="{FF2B5EF4-FFF2-40B4-BE49-F238E27FC236}">
                      <a16:creationId xmlns:a16="http://schemas.microsoft.com/office/drawing/2014/main" id="{8F1FCEB0-6DF8-0C9B-7F6F-7B3D22922AA1}"/>
                    </a:ext>
                  </a:extLst>
                </p:cNvPr>
                <p:cNvSpPr/>
                <p:nvPr/>
              </p:nvSpPr>
              <p:spPr>
                <a:xfrm>
                  <a:off x="9326345" y="2356596"/>
                  <a:ext cx="44933" cy="45085"/>
                </a:xfrm>
                <a:custGeom>
                  <a:avLst/>
                  <a:gdLst>
                    <a:gd name="connsiteX0" fmla="*/ 12188 w 44933"/>
                    <a:gd name="connsiteY0" fmla="*/ 2467 h 45085"/>
                    <a:gd name="connsiteX1" fmla="*/ 42422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2" y="12304"/>
                      </a:cubicBezTo>
                      <a:cubicBezTo>
                        <a:pt x="48124" y="23386"/>
                        <a:pt x="43788" y="36958"/>
                        <a:pt x="32746" y="42619"/>
                      </a:cubicBezTo>
                      <a:cubicBezTo>
                        <a:pt x="21744" y="48281"/>
                        <a:pt x="8173" y="43864"/>
                        <a:pt x="2511" y="32782"/>
                      </a:cubicBezTo>
                      <a:cubicBezTo>
                        <a:pt x="-3191"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27" name="Freeform: Shape 1526">
                  <a:extLst>
                    <a:ext uri="{FF2B5EF4-FFF2-40B4-BE49-F238E27FC236}">
                      <a16:creationId xmlns:a16="http://schemas.microsoft.com/office/drawing/2014/main" id="{5FD3FD27-BCB4-E52C-B5FA-1FAEBED91BC0}"/>
                    </a:ext>
                  </a:extLst>
                </p:cNvPr>
                <p:cNvSpPr/>
                <p:nvPr/>
              </p:nvSpPr>
              <p:spPr>
                <a:xfrm>
                  <a:off x="9473101" y="3070784"/>
                  <a:ext cx="44894" cy="45085"/>
                </a:xfrm>
                <a:custGeom>
                  <a:avLst/>
                  <a:gdLst>
                    <a:gd name="connsiteX0" fmla="*/ 12148 w 44894"/>
                    <a:gd name="connsiteY0" fmla="*/ 2467 h 45085"/>
                    <a:gd name="connsiteX1" fmla="*/ 42382 w 44894"/>
                    <a:gd name="connsiteY1" fmla="*/ 12304 h 45085"/>
                    <a:gd name="connsiteX2" fmla="*/ 32746 w 44894"/>
                    <a:gd name="connsiteY2" fmla="*/ 42619 h 45085"/>
                    <a:gd name="connsiteX3" fmla="*/ 2511 w 44894"/>
                    <a:gd name="connsiteY3" fmla="*/ 32782 h 45085"/>
                    <a:gd name="connsiteX4" fmla="*/ 12188 w 44894"/>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94" h="45085">
                      <a:moveTo>
                        <a:pt x="12148" y="2467"/>
                      </a:moveTo>
                      <a:cubicBezTo>
                        <a:pt x="23149" y="-3195"/>
                        <a:pt x="36721" y="1222"/>
                        <a:pt x="42382" y="12304"/>
                      </a:cubicBezTo>
                      <a:cubicBezTo>
                        <a:pt x="48084" y="23386"/>
                        <a:pt x="43747"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28" name="Freeform: Shape 1527">
                  <a:extLst>
                    <a:ext uri="{FF2B5EF4-FFF2-40B4-BE49-F238E27FC236}">
                      <a16:creationId xmlns:a16="http://schemas.microsoft.com/office/drawing/2014/main" id="{BD499420-9519-F12D-D003-6D6B6AF670AF}"/>
                    </a:ext>
                  </a:extLst>
                </p:cNvPr>
                <p:cNvSpPr/>
                <p:nvPr/>
              </p:nvSpPr>
              <p:spPr>
                <a:xfrm>
                  <a:off x="9494342" y="3393046"/>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3" y="12304"/>
                      </a:cubicBezTo>
                      <a:cubicBezTo>
                        <a:pt x="48124" y="23386"/>
                        <a:pt x="43788" y="36958"/>
                        <a:pt x="32746" y="42619"/>
                      </a:cubicBezTo>
                      <a:cubicBezTo>
                        <a:pt x="21744" y="48281"/>
                        <a:pt x="8173" y="43864"/>
                        <a:pt x="2511" y="32782"/>
                      </a:cubicBezTo>
                      <a:cubicBezTo>
                        <a:pt x="-3191"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29" name="Freeform: Shape 1528">
                  <a:extLst>
                    <a:ext uri="{FF2B5EF4-FFF2-40B4-BE49-F238E27FC236}">
                      <a16:creationId xmlns:a16="http://schemas.microsoft.com/office/drawing/2014/main" id="{880B9318-2BDF-42D1-8B1B-D56C25708D3E}"/>
                    </a:ext>
                  </a:extLst>
                </p:cNvPr>
                <p:cNvSpPr/>
                <p:nvPr/>
              </p:nvSpPr>
              <p:spPr>
                <a:xfrm>
                  <a:off x="7838384" y="1751020"/>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3" y="12304"/>
                      </a:cubicBezTo>
                      <a:cubicBezTo>
                        <a:pt x="48124" y="23386"/>
                        <a:pt x="4378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30" name="Freeform: Shape 1529">
                  <a:extLst>
                    <a:ext uri="{FF2B5EF4-FFF2-40B4-BE49-F238E27FC236}">
                      <a16:creationId xmlns:a16="http://schemas.microsoft.com/office/drawing/2014/main" id="{5F87FE32-632D-3648-CECF-D9E4CCF33091}"/>
                    </a:ext>
                  </a:extLst>
                </p:cNvPr>
                <p:cNvSpPr/>
                <p:nvPr/>
              </p:nvSpPr>
              <p:spPr>
                <a:xfrm>
                  <a:off x="7526843" y="1445502"/>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3" y="12304"/>
                      </a:cubicBezTo>
                      <a:cubicBezTo>
                        <a:pt x="48124" y="23386"/>
                        <a:pt x="4378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31" name="Freeform: Shape 1530">
                  <a:extLst>
                    <a:ext uri="{FF2B5EF4-FFF2-40B4-BE49-F238E27FC236}">
                      <a16:creationId xmlns:a16="http://schemas.microsoft.com/office/drawing/2014/main" id="{3BD646C4-E0FA-3823-F25B-D8B22CFDCE92}"/>
                    </a:ext>
                  </a:extLst>
                </p:cNvPr>
                <p:cNvSpPr/>
                <p:nvPr/>
              </p:nvSpPr>
              <p:spPr>
                <a:xfrm>
                  <a:off x="7333428" y="1749294"/>
                  <a:ext cx="44917" cy="45085"/>
                </a:xfrm>
                <a:custGeom>
                  <a:avLst/>
                  <a:gdLst>
                    <a:gd name="connsiteX0" fmla="*/ 12189 w 44917"/>
                    <a:gd name="connsiteY0" fmla="*/ 2467 h 45085"/>
                    <a:gd name="connsiteX1" fmla="*/ 42424 w 44917"/>
                    <a:gd name="connsiteY1" fmla="*/ 12304 h 45085"/>
                    <a:gd name="connsiteX2" fmla="*/ 32747 w 44917"/>
                    <a:gd name="connsiteY2" fmla="*/ 42619 h 45085"/>
                    <a:gd name="connsiteX3" fmla="*/ 2512 w 44917"/>
                    <a:gd name="connsiteY3" fmla="*/ 32782 h 45085"/>
                    <a:gd name="connsiteX4" fmla="*/ 12149 w 44917"/>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17" h="45085">
                      <a:moveTo>
                        <a:pt x="12189" y="2467"/>
                      </a:moveTo>
                      <a:cubicBezTo>
                        <a:pt x="23231" y="-3195"/>
                        <a:pt x="36762" y="1222"/>
                        <a:pt x="42424" y="12304"/>
                      </a:cubicBezTo>
                      <a:cubicBezTo>
                        <a:pt x="48085" y="23386"/>
                        <a:pt x="43789" y="36958"/>
                        <a:pt x="32747" y="42619"/>
                      </a:cubicBezTo>
                      <a:cubicBezTo>
                        <a:pt x="21745" y="48281"/>
                        <a:pt x="8174" y="43864"/>
                        <a:pt x="2512" y="32782"/>
                      </a:cubicBezTo>
                      <a:cubicBezTo>
                        <a:pt x="-3189" y="21700"/>
                        <a:pt x="1147" y="8128"/>
                        <a:pt x="12149"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32" name="Freeform: Shape 1531">
                  <a:extLst>
                    <a:ext uri="{FF2B5EF4-FFF2-40B4-BE49-F238E27FC236}">
                      <a16:creationId xmlns:a16="http://schemas.microsoft.com/office/drawing/2014/main" id="{51C224D6-2951-F417-F91E-56C544F38DFE}"/>
                    </a:ext>
                  </a:extLst>
                </p:cNvPr>
                <p:cNvSpPr/>
                <p:nvPr/>
              </p:nvSpPr>
              <p:spPr>
                <a:xfrm>
                  <a:off x="7273884" y="1577041"/>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3" y="12304"/>
                      </a:cubicBezTo>
                      <a:cubicBezTo>
                        <a:pt x="48124" y="23386"/>
                        <a:pt x="4378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33" name="Freeform: Shape 1532">
                  <a:extLst>
                    <a:ext uri="{FF2B5EF4-FFF2-40B4-BE49-F238E27FC236}">
                      <a16:creationId xmlns:a16="http://schemas.microsoft.com/office/drawing/2014/main" id="{A4B91E22-C7B5-A00B-963E-EFAB578526FD}"/>
                    </a:ext>
                  </a:extLst>
                </p:cNvPr>
                <p:cNvSpPr/>
                <p:nvPr/>
              </p:nvSpPr>
              <p:spPr>
                <a:xfrm>
                  <a:off x="6433096" y="990738"/>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3" y="12304"/>
                      </a:cubicBezTo>
                      <a:cubicBezTo>
                        <a:pt x="48124" y="23386"/>
                        <a:pt x="4378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34" name="Freeform: Shape 1533">
                  <a:extLst>
                    <a:ext uri="{FF2B5EF4-FFF2-40B4-BE49-F238E27FC236}">
                      <a16:creationId xmlns:a16="http://schemas.microsoft.com/office/drawing/2014/main" id="{1B8C8C6C-830D-3ED5-93A3-68B3BB5A04A8}"/>
                    </a:ext>
                  </a:extLst>
                </p:cNvPr>
                <p:cNvSpPr/>
                <p:nvPr/>
              </p:nvSpPr>
              <p:spPr>
                <a:xfrm>
                  <a:off x="6129184" y="889554"/>
                  <a:ext cx="44894" cy="45085"/>
                </a:xfrm>
                <a:custGeom>
                  <a:avLst/>
                  <a:gdLst>
                    <a:gd name="connsiteX0" fmla="*/ 12148 w 44894"/>
                    <a:gd name="connsiteY0" fmla="*/ 2467 h 45085"/>
                    <a:gd name="connsiteX1" fmla="*/ 42382 w 44894"/>
                    <a:gd name="connsiteY1" fmla="*/ 12304 h 45085"/>
                    <a:gd name="connsiteX2" fmla="*/ 32746 w 44894"/>
                    <a:gd name="connsiteY2" fmla="*/ 42619 h 45085"/>
                    <a:gd name="connsiteX3" fmla="*/ 2511 w 44894"/>
                    <a:gd name="connsiteY3" fmla="*/ 32782 h 45085"/>
                    <a:gd name="connsiteX4" fmla="*/ 12188 w 44894"/>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94" h="45085">
                      <a:moveTo>
                        <a:pt x="12148" y="2467"/>
                      </a:moveTo>
                      <a:cubicBezTo>
                        <a:pt x="23150" y="-3195"/>
                        <a:pt x="36721" y="1222"/>
                        <a:pt x="42382" y="12304"/>
                      </a:cubicBezTo>
                      <a:cubicBezTo>
                        <a:pt x="48084" y="23386"/>
                        <a:pt x="43747"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35" name="Freeform: Shape 1534">
                  <a:extLst>
                    <a:ext uri="{FF2B5EF4-FFF2-40B4-BE49-F238E27FC236}">
                      <a16:creationId xmlns:a16="http://schemas.microsoft.com/office/drawing/2014/main" id="{CE771796-402E-7250-2445-D047B7E46EB9}"/>
                    </a:ext>
                  </a:extLst>
                </p:cNvPr>
                <p:cNvSpPr/>
                <p:nvPr/>
              </p:nvSpPr>
              <p:spPr>
                <a:xfrm>
                  <a:off x="6229404" y="649806"/>
                  <a:ext cx="44933" cy="45085"/>
                </a:xfrm>
                <a:custGeom>
                  <a:avLst/>
                  <a:gdLst>
                    <a:gd name="connsiteX0" fmla="*/ 12188 w 44933"/>
                    <a:gd name="connsiteY0" fmla="*/ 2467 h 45085"/>
                    <a:gd name="connsiteX1" fmla="*/ 42422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2" y="12304"/>
                      </a:cubicBezTo>
                      <a:cubicBezTo>
                        <a:pt x="48124" y="23386"/>
                        <a:pt x="4378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36" name="Freeform: Shape 1535">
                  <a:extLst>
                    <a:ext uri="{FF2B5EF4-FFF2-40B4-BE49-F238E27FC236}">
                      <a16:creationId xmlns:a16="http://schemas.microsoft.com/office/drawing/2014/main" id="{98DB572D-3448-9B01-E41D-343399EF0EA9}"/>
                    </a:ext>
                  </a:extLst>
                </p:cNvPr>
                <p:cNvSpPr/>
                <p:nvPr/>
              </p:nvSpPr>
              <p:spPr>
                <a:xfrm>
                  <a:off x="6056748" y="608007"/>
                  <a:ext cx="44934" cy="45085"/>
                </a:xfrm>
                <a:custGeom>
                  <a:avLst/>
                  <a:gdLst>
                    <a:gd name="connsiteX0" fmla="*/ 12189 w 44934"/>
                    <a:gd name="connsiteY0" fmla="*/ 2467 h 45085"/>
                    <a:gd name="connsiteX1" fmla="*/ 42424 w 44934"/>
                    <a:gd name="connsiteY1" fmla="*/ 12304 h 45085"/>
                    <a:gd name="connsiteX2" fmla="*/ 32747 w 44934"/>
                    <a:gd name="connsiteY2" fmla="*/ 42619 h 45085"/>
                    <a:gd name="connsiteX3" fmla="*/ 2512 w 44934"/>
                    <a:gd name="connsiteY3" fmla="*/ 32782 h 45085"/>
                    <a:gd name="connsiteX4" fmla="*/ 12149 w 44934"/>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4" h="45085">
                      <a:moveTo>
                        <a:pt x="12189" y="2467"/>
                      </a:moveTo>
                      <a:cubicBezTo>
                        <a:pt x="23191" y="-3195"/>
                        <a:pt x="36762" y="1222"/>
                        <a:pt x="42424" y="12304"/>
                      </a:cubicBezTo>
                      <a:cubicBezTo>
                        <a:pt x="48125" y="23386"/>
                        <a:pt x="43789" y="36958"/>
                        <a:pt x="32747" y="42619"/>
                      </a:cubicBezTo>
                      <a:cubicBezTo>
                        <a:pt x="21745" y="48281"/>
                        <a:pt x="8174" y="43864"/>
                        <a:pt x="2512" y="32782"/>
                      </a:cubicBezTo>
                      <a:cubicBezTo>
                        <a:pt x="-3189" y="21700"/>
                        <a:pt x="1147" y="8128"/>
                        <a:pt x="12149"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37" name="Freeform: Shape 1536">
                  <a:extLst>
                    <a:ext uri="{FF2B5EF4-FFF2-40B4-BE49-F238E27FC236}">
                      <a16:creationId xmlns:a16="http://schemas.microsoft.com/office/drawing/2014/main" id="{F3FC4402-4AF9-2A62-089D-F51574CB929F}"/>
                    </a:ext>
                  </a:extLst>
                </p:cNvPr>
                <p:cNvSpPr/>
                <p:nvPr/>
              </p:nvSpPr>
              <p:spPr>
                <a:xfrm>
                  <a:off x="6000335" y="343605"/>
                  <a:ext cx="44933" cy="45085"/>
                </a:xfrm>
                <a:custGeom>
                  <a:avLst/>
                  <a:gdLst>
                    <a:gd name="connsiteX0" fmla="*/ 12188 w 44933"/>
                    <a:gd name="connsiteY0" fmla="*/ 2467 h 45085"/>
                    <a:gd name="connsiteX1" fmla="*/ 42422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2" y="12304"/>
                      </a:cubicBezTo>
                      <a:cubicBezTo>
                        <a:pt x="48124" y="23386"/>
                        <a:pt x="43788" y="36958"/>
                        <a:pt x="32746" y="42619"/>
                      </a:cubicBezTo>
                      <a:cubicBezTo>
                        <a:pt x="2170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38" name="Freeform: Shape 1537">
                  <a:extLst>
                    <a:ext uri="{FF2B5EF4-FFF2-40B4-BE49-F238E27FC236}">
                      <a16:creationId xmlns:a16="http://schemas.microsoft.com/office/drawing/2014/main" id="{4650B173-8969-C613-6F9D-EA5B65037D0B}"/>
                    </a:ext>
                  </a:extLst>
                </p:cNvPr>
                <p:cNvSpPr/>
                <p:nvPr/>
              </p:nvSpPr>
              <p:spPr>
                <a:xfrm>
                  <a:off x="5322967" y="318108"/>
                  <a:ext cx="44933" cy="45085"/>
                </a:xfrm>
                <a:custGeom>
                  <a:avLst/>
                  <a:gdLst>
                    <a:gd name="connsiteX0" fmla="*/ 12188 w 44933"/>
                    <a:gd name="connsiteY0" fmla="*/ 2467 h 45085"/>
                    <a:gd name="connsiteX1" fmla="*/ 42422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2" y="12304"/>
                      </a:cubicBezTo>
                      <a:cubicBezTo>
                        <a:pt x="48124" y="23386"/>
                        <a:pt x="43788" y="36958"/>
                        <a:pt x="32746" y="42619"/>
                      </a:cubicBezTo>
                      <a:cubicBezTo>
                        <a:pt x="2170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39" name="Freeform: Shape 1538">
                  <a:extLst>
                    <a:ext uri="{FF2B5EF4-FFF2-40B4-BE49-F238E27FC236}">
                      <a16:creationId xmlns:a16="http://schemas.microsoft.com/office/drawing/2014/main" id="{ECB3023F-D044-53C0-4573-4290AE123F08}"/>
                    </a:ext>
                  </a:extLst>
                </p:cNvPr>
                <p:cNvSpPr/>
                <p:nvPr/>
              </p:nvSpPr>
              <p:spPr>
                <a:xfrm>
                  <a:off x="4715625" y="271130"/>
                  <a:ext cx="44894" cy="45085"/>
                </a:xfrm>
                <a:custGeom>
                  <a:avLst/>
                  <a:gdLst>
                    <a:gd name="connsiteX0" fmla="*/ 12148 w 44894"/>
                    <a:gd name="connsiteY0" fmla="*/ 2467 h 45085"/>
                    <a:gd name="connsiteX1" fmla="*/ 42382 w 44894"/>
                    <a:gd name="connsiteY1" fmla="*/ 12304 h 45085"/>
                    <a:gd name="connsiteX2" fmla="*/ 32746 w 44894"/>
                    <a:gd name="connsiteY2" fmla="*/ 42619 h 45085"/>
                    <a:gd name="connsiteX3" fmla="*/ 2511 w 44894"/>
                    <a:gd name="connsiteY3" fmla="*/ 32782 h 45085"/>
                    <a:gd name="connsiteX4" fmla="*/ 12188 w 44894"/>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94" h="45085">
                      <a:moveTo>
                        <a:pt x="12148" y="2467"/>
                      </a:moveTo>
                      <a:cubicBezTo>
                        <a:pt x="23149" y="-3195"/>
                        <a:pt x="36721" y="1222"/>
                        <a:pt x="42382" y="12304"/>
                      </a:cubicBezTo>
                      <a:cubicBezTo>
                        <a:pt x="48084" y="23386"/>
                        <a:pt x="43747"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40" name="Freeform: Shape 1539">
                  <a:extLst>
                    <a:ext uri="{FF2B5EF4-FFF2-40B4-BE49-F238E27FC236}">
                      <a16:creationId xmlns:a16="http://schemas.microsoft.com/office/drawing/2014/main" id="{D003114F-E21E-B228-0547-15CE12FDF557}"/>
                    </a:ext>
                  </a:extLst>
                </p:cNvPr>
                <p:cNvSpPr/>
                <p:nvPr/>
              </p:nvSpPr>
              <p:spPr>
                <a:xfrm>
                  <a:off x="3895755" y="774960"/>
                  <a:ext cx="44917" cy="45085"/>
                </a:xfrm>
                <a:custGeom>
                  <a:avLst/>
                  <a:gdLst>
                    <a:gd name="connsiteX0" fmla="*/ 12189 w 44917"/>
                    <a:gd name="connsiteY0" fmla="*/ 2467 h 45085"/>
                    <a:gd name="connsiteX1" fmla="*/ 42424 w 44917"/>
                    <a:gd name="connsiteY1" fmla="*/ 12304 h 45085"/>
                    <a:gd name="connsiteX2" fmla="*/ 32747 w 44917"/>
                    <a:gd name="connsiteY2" fmla="*/ 42619 h 45085"/>
                    <a:gd name="connsiteX3" fmla="*/ 2512 w 44917"/>
                    <a:gd name="connsiteY3" fmla="*/ 32782 h 45085"/>
                    <a:gd name="connsiteX4" fmla="*/ 12149 w 44917"/>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17" h="45085">
                      <a:moveTo>
                        <a:pt x="12189" y="2467"/>
                      </a:moveTo>
                      <a:cubicBezTo>
                        <a:pt x="23231" y="-3195"/>
                        <a:pt x="36762" y="1222"/>
                        <a:pt x="42424" y="12304"/>
                      </a:cubicBezTo>
                      <a:cubicBezTo>
                        <a:pt x="48085" y="23386"/>
                        <a:pt x="43789" y="36958"/>
                        <a:pt x="32747" y="42619"/>
                      </a:cubicBezTo>
                      <a:cubicBezTo>
                        <a:pt x="21745" y="48281"/>
                        <a:pt x="8174" y="43864"/>
                        <a:pt x="2512" y="32782"/>
                      </a:cubicBezTo>
                      <a:cubicBezTo>
                        <a:pt x="-3189" y="21700"/>
                        <a:pt x="1147" y="8128"/>
                        <a:pt x="12149"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41" name="Freeform: Shape 1540">
                  <a:extLst>
                    <a:ext uri="{FF2B5EF4-FFF2-40B4-BE49-F238E27FC236}">
                      <a16:creationId xmlns:a16="http://schemas.microsoft.com/office/drawing/2014/main" id="{940CC929-0505-F1D1-8309-06DD324CF3A6}"/>
                    </a:ext>
                  </a:extLst>
                </p:cNvPr>
                <p:cNvSpPr/>
                <p:nvPr/>
              </p:nvSpPr>
              <p:spPr>
                <a:xfrm>
                  <a:off x="4258451" y="1043378"/>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3" y="12304"/>
                      </a:cubicBezTo>
                      <a:cubicBezTo>
                        <a:pt x="48124" y="23386"/>
                        <a:pt x="4378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42" name="Freeform: Shape 1541">
                  <a:extLst>
                    <a:ext uri="{FF2B5EF4-FFF2-40B4-BE49-F238E27FC236}">
                      <a16:creationId xmlns:a16="http://schemas.microsoft.com/office/drawing/2014/main" id="{4896792D-3A86-B2B5-E6B5-EC937973313B}"/>
                    </a:ext>
                  </a:extLst>
                </p:cNvPr>
                <p:cNvSpPr/>
                <p:nvPr/>
              </p:nvSpPr>
              <p:spPr>
                <a:xfrm>
                  <a:off x="4303623" y="1440282"/>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3" y="12304"/>
                      </a:cubicBezTo>
                      <a:cubicBezTo>
                        <a:pt x="48124" y="23386"/>
                        <a:pt x="4378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43" name="Freeform: Shape 1542">
                  <a:extLst>
                    <a:ext uri="{FF2B5EF4-FFF2-40B4-BE49-F238E27FC236}">
                      <a16:creationId xmlns:a16="http://schemas.microsoft.com/office/drawing/2014/main" id="{5418A08E-99D5-843F-6143-8057861862A4}"/>
                    </a:ext>
                  </a:extLst>
                </p:cNvPr>
                <p:cNvSpPr/>
                <p:nvPr/>
              </p:nvSpPr>
              <p:spPr>
                <a:xfrm>
                  <a:off x="3970841" y="2177758"/>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3" y="12304"/>
                      </a:cubicBezTo>
                      <a:cubicBezTo>
                        <a:pt x="48124" y="23386"/>
                        <a:pt x="4378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44" name="Freeform: Shape 1543">
                  <a:extLst>
                    <a:ext uri="{FF2B5EF4-FFF2-40B4-BE49-F238E27FC236}">
                      <a16:creationId xmlns:a16="http://schemas.microsoft.com/office/drawing/2014/main" id="{ADE0584E-13A2-0F2C-0C06-6A6CB44B31E1}"/>
                    </a:ext>
                  </a:extLst>
                </p:cNvPr>
                <p:cNvSpPr/>
                <p:nvPr/>
              </p:nvSpPr>
              <p:spPr>
                <a:xfrm>
                  <a:off x="3470384" y="1735522"/>
                  <a:ext cx="44933" cy="45085"/>
                </a:xfrm>
                <a:custGeom>
                  <a:avLst/>
                  <a:gdLst>
                    <a:gd name="connsiteX0" fmla="*/ 12188 w 44933"/>
                    <a:gd name="connsiteY0" fmla="*/ 2467 h 45085"/>
                    <a:gd name="connsiteX1" fmla="*/ 42422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2" y="12304"/>
                      </a:cubicBezTo>
                      <a:cubicBezTo>
                        <a:pt x="48124" y="23386"/>
                        <a:pt x="43788" y="36958"/>
                        <a:pt x="32746" y="42619"/>
                      </a:cubicBezTo>
                      <a:cubicBezTo>
                        <a:pt x="2170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45" name="Freeform: Shape 1544">
                  <a:extLst>
                    <a:ext uri="{FF2B5EF4-FFF2-40B4-BE49-F238E27FC236}">
                      <a16:creationId xmlns:a16="http://schemas.microsoft.com/office/drawing/2014/main" id="{58D308B7-9F73-E678-3825-92C1C68ED257}"/>
                    </a:ext>
                  </a:extLst>
                </p:cNvPr>
                <p:cNvSpPr/>
                <p:nvPr/>
              </p:nvSpPr>
              <p:spPr>
                <a:xfrm>
                  <a:off x="3128447" y="1693643"/>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3" y="12304"/>
                      </a:cubicBezTo>
                      <a:cubicBezTo>
                        <a:pt x="48124" y="23386"/>
                        <a:pt x="43788" y="36958"/>
                        <a:pt x="32746" y="42619"/>
                      </a:cubicBezTo>
                      <a:cubicBezTo>
                        <a:pt x="21744" y="48280"/>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46" name="Freeform: Shape 1545">
                  <a:extLst>
                    <a:ext uri="{FF2B5EF4-FFF2-40B4-BE49-F238E27FC236}">
                      <a16:creationId xmlns:a16="http://schemas.microsoft.com/office/drawing/2014/main" id="{8C13C581-5B64-2B85-29C1-7396DAF9AB98}"/>
                    </a:ext>
                  </a:extLst>
                </p:cNvPr>
                <p:cNvSpPr/>
                <p:nvPr/>
              </p:nvSpPr>
              <p:spPr>
                <a:xfrm>
                  <a:off x="3642998" y="1888702"/>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3" y="12304"/>
                      </a:cubicBezTo>
                      <a:cubicBezTo>
                        <a:pt x="48124" y="23386"/>
                        <a:pt x="4378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47" name="Freeform: Shape 1546">
                  <a:extLst>
                    <a:ext uri="{FF2B5EF4-FFF2-40B4-BE49-F238E27FC236}">
                      <a16:creationId xmlns:a16="http://schemas.microsoft.com/office/drawing/2014/main" id="{6F361E52-4412-049F-8DD7-BF6102B1C7E3}"/>
                    </a:ext>
                  </a:extLst>
                </p:cNvPr>
                <p:cNvSpPr/>
                <p:nvPr/>
              </p:nvSpPr>
              <p:spPr>
                <a:xfrm>
                  <a:off x="3455608" y="2297171"/>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3" y="12304"/>
                      </a:cubicBezTo>
                      <a:cubicBezTo>
                        <a:pt x="48124" y="23386"/>
                        <a:pt x="4378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48" name="Freeform: Shape 1547">
                  <a:extLst>
                    <a:ext uri="{FF2B5EF4-FFF2-40B4-BE49-F238E27FC236}">
                      <a16:creationId xmlns:a16="http://schemas.microsoft.com/office/drawing/2014/main" id="{D8A193A7-FB38-807E-35A7-D2624F8BC2AC}"/>
                    </a:ext>
                  </a:extLst>
                </p:cNvPr>
                <p:cNvSpPr/>
                <p:nvPr/>
              </p:nvSpPr>
              <p:spPr>
                <a:xfrm>
                  <a:off x="3005840" y="2631117"/>
                  <a:ext cx="44916" cy="45085"/>
                </a:xfrm>
                <a:custGeom>
                  <a:avLst/>
                  <a:gdLst>
                    <a:gd name="connsiteX0" fmla="*/ 12170 w 44916"/>
                    <a:gd name="connsiteY0" fmla="*/ 2467 h 45085"/>
                    <a:gd name="connsiteX1" fmla="*/ 42405 w 44916"/>
                    <a:gd name="connsiteY1" fmla="*/ 12304 h 45085"/>
                    <a:gd name="connsiteX2" fmla="*/ 32728 w 44916"/>
                    <a:gd name="connsiteY2" fmla="*/ 42619 h 45085"/>
                    <a:gd name="connsiteX3" fmla="*/ 2494 w 44916"/>
                    <a:gd name="connsiteY3" fmla="*/ 32782 h 45085"/>
                    <a:gd name="connsiteX4" fmla="*/ 12170 w 44916"/>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16" h="45085">
                      <a:moveTo>
                        <a:pt x="12170" y="2467"/>
                      </a:moveTo>
                      <a:cubicBezTo>
                        <a:pt x="23172" y="-3195"/>
                        <a:pt x="36743" y="1222"/>
                        <a:pt x="42405" y="12304"/>
                      </a:cubicBezTo>
                      <a:cubicBezTo>
                        <a:pt x="48106" y="23386"/>
                        <a:pt x="43770" y="36958"/>
                        <a:pt x="32728" y="42619"/>
                      </a:cubicBezTo>
                      <a:cubicBezTo>
                        <a:pt x="21726" y="48281"/>
                        <a:pt x="8155" y="43864"/>
                        <a:pt x="2494" y="32782"/>
                      </a:cubicBezTo>
                      <a:cubicBezTo>
                        <a:pt x="-3168" y="21700"/>
                        <a:pt x="1128" y="8128"/>
                        <a:pt x="12170"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49" name="Freeform: Shape 1548">
                  <a:extLst>
                    <a:ext uri="{FF2B5EF4-FFF2-40B4-BE49-F238E27FC236}">
                      <a16:creationId xmlns:a16="http://schemas.microsoft.com/office/drawing/2014/main" id="{03AEC6E6-1C6A-1BB1-24FE-58BBF7C89EBE}"/>
                    </a:ext>
                  </a:extLst>
                </p:cNvPr>
                <p:cNvSpPr/>
                <p:nvPr/>
              </p:nvSpPr>
              <p:spPr>
                <a:xfrm>
                  <a:off x="3462755" y="2011046"/>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3" y="12304"/>
                      </a:cubicBezTo>
                      <a:cubicBezTo>
                        <a:pt x="48124" y="23386"/>
                        <a:pt x="4378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50" name="Freeform: Shape 1549">
                  <a:extLst>
                    <a:ext uri="{FF2B5EF4-FFF2-40B4-BE49-F238E27FC236}">
                      <a16:creationId xmlns:a16="http://schemas.microsoft.com/office/drawing/2014/main" id="{6CA926D6-737A-D562-0E8D-C83436E2A2A9}"/>
                    </a:ext>
                  </a:extLst>
                </p:cNvPr>
                <p:cNvSpPr/>
                <p:nvPr/>
              </p:nvSpPr>
              <p:spPr>
                <a:xfrm>
                  <a:off x="3442438" y="3042677"/>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3" y="12304"/>
                      </a:cubicBezTo>
                      <a:cubicBezTo>
                        <a:pt x="48124" y="23386"/>
                        <a:pt x="4378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51" name="Freeform: Shape 1550">
                  <a:extLst>
                    <a:ext uri="{FF2B5EF4-FFF2-40B4-BE49-F238E27FC236}">
                      <a16:creationId xmlns:a16="http://schemas.microsoft.com/office/drawing/2014/main" id="{BBC0B976-C6B2-E030-20BA-355DB4CBABC0}"/>
                    </a:ext>
                  </a:extLst>
                </p:cNvPr>
                <p:cNvSpPr/>
                <p:nvPr/>
              </p:nvSpPr>
              <p:spPr>
                <a:xfrm>
                  <a:off x="2874925" y="3083914"/>
                  <a:ext cx="44934" cy="45085"/>
                </a:xfrm>
                <a:custGeom>
                  <a:avLst/>
                  <a:gdLst>
                    <a:gd name="connsiteX0" fmla="*/ 12189 w 44934"/>
                    <a:gd name="connsiteY0" fmla="*/ 2467 h 45085"/>
                    <a:gd name="connsiteX1" fmla="*/ 42424 w 44934"/>
                    <a:gd name="connsiteY1" fmla="*/ 12304 h 45085"/>
                    <a:gd name="connsiteX2" fmla="*/ 32747 w 44934"/>
                    <a:gd name="connsiteY2" fmla="*/ 42619 h 45085"/>
                    <a:gd name="connsiteX3" fmla="*/ 2512 w 44934"/>
                    <a:gd name="connsiteY3" fmla="*/ 32782 h 45085"/>
                    <a:gd name="connsiteX4" fmla="*/ 12149 w 44934"/>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4" h="45085">
                      <a:moveTo>
                        <a:pt x="12189" y="2467"/>
                      </a:moveTo>
                      <a:cubicBezTo>
                        <a:pt x="23191" y="-3195"/>
                        <a:pt x="36762" y="1222"/>
                        <a:pt x="42424" y="12304"/>
                      </a:cubicBezTo>
                      <a:cubicBezTo>
                        <a:pt x="48125" y="23386"/>
                        <a:pt x="43789" y="36958"/>
                        <a:pt x="32747" y="42619"/>
                      </a:cubicBezTo>
                      <a:cubicBezTo>
                        <a:pt x="21705" y="48281"/>
                        <a:pt x="8174" y="43864"/>
                        <a:pt x="2512" y="32782"/>
                      </a:cubicBezTo>
                      <a:cubicBezTo>
                        <a:pt x="-3189" y="21700"/>
                        <a:pt x="1147" y="8128"/>
                        <a:pt x="12149"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52" name="Freeform: Shape 1551">
                  <a:extLst>
                    <a:ext uri="{FF2B5EF4-FFF2-40B4-BE49-F238E27FC236}">
                      <a16:creationId xmlns:a16="http://schemas.microsoft.com/office/drawing/2014/main" id="{960E4403-B3C7-4B8E-9758-D83E34DEDAD5}"/>
                    </a:ext>
                  </a:extLst>
                </p:cNvPr>
                <p:cNvSpPr/>
                <p:nvPr/>
              </p:nvSpPr>
              <p:spPr>
                <a:xfrm>
                  <a:off x="2755594" y="4083062"/>
                  <a:ext cx="44933" cy="45086"/>
                </a:xfrm>
                <a:custGeom>
                  <a:avLst/>
                  <a:gdLst>
                    <a:gd name="connsiteX0" fmla="*/ 12188 w 44933"/>
                    <a:gd name="connsiteY0" fmla="*/ 2467 h 45086"/>
                    <a:gd name="connsiteX1" fmla="*/ 42423 w 44933"/>
                    <a:gd name="connsiteY1" fmla="*/ 12304 h 45086"/>
                    <a:gd name="connsiteX2" fmla="*/ 32746 w 44933"/>
                    <a:gd name="connsiteY2" fmla="*/ 42619 h 45086"/>
                    <a:gd name="connsiteX3" fmla="*/ 2511 w 44933"/>
                    <a:gd name="connsiteY3" fmla="*/ 32782 h 45086"/>
                    <a:gd name="connsiteX4" fmla="*/ 12188 w 44933"/>
                    <a:gd name="connsiteY4" fmla="*/ 2467 h 4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6">
                      <a:moveTo>
                        <a:pt x="12188" y="2467"/>
                      </a:moveTo>
                      <a:cubicBezTo>
                        <a:pt x="23190" y="-3195"/>
                        <a:pt x="36761" y="1222"/>
                        <a:pt x="42423" y="12304"/>
                      </a:cubicBezTo>
                      <a:cubicBezTo>
                        <a:pt x="48124" y="23386"/>
                        <a:pt x="4378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53" name="Freeform: Shape 1552">
                  <a:extLst>
                    <a:ext uri="{FF2B5EF4-FFF2-40B4-BE49-F238E27FC236}">
                      <a16:creationId xmlns:a16="http://schemas.microsoft.com/office/drawing/2014/main" id="{6FA46817-3EA4-A20F-C7EB-8398DB69E0FB}"/>
                    </a:ext>
                  </a:extLst>
                </p:cNvPr>
                <p:cNvSpPr/>
                <p:nvPr/>
              </p:nvSpPr>
              <p:spPr>
                <a:xfrm>
                  <a:off x="2887373" y="3897799"/>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3" y="12304"/>
                      </a:cubicBezTo>
                      <a:cubicBezTo>
                        <a:pt x="48124" y="23386"/>
                        <a:pt x="4378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54" name="Freeform: Shape 1553">
                  <a:extLst>
                    <a:ext uri="{FF2B5EF4-FFF2-40B4-BE49-F238E27FC236}">
                      <a16:creationId xmlns:a16="http://schemas.microsoft.com/office/drawing/2014/main" id="{6A8DBA1A-081A-D442-E5F0-1FAF022DB775}"/>
                    </a:ext>
                  </a:extLst>
                </p:cNvPr>
                <p:cNvSpPr/>
                <p:nvPr/>
              </p:nvSpPr>
              <p:spPr>
                <a:xfrm>
                  <a:off x="2973620" y="4764284"/>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3" y="12304"/>
                      </a:cubicBezTo>
                      <a:cubicBezTo>
                        <a:pt x="48124" y="23386"/>
                        <a:pt x="43788" y="36958"/>
                        <a:pt x="32746" y="42619"/>
                      </a:cubicBezTo>
                      <a:cubicBezTo>
                        <a:pt x="21744" y="48280"/>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55" name="Freeform: Shape 1554">
                  <a:extLst>
                    <a:ext uri="{FF2B5EF4-FFF2-40B4-BE49-F238E27FC236}">
                      <a16:creationId xmlns:a16="http://schemas.microsoft.com/office/drawing/2014/main" id="{0375CA42-8F88-AD3E-ACAA-B7914A44EFCB}"/>
                    </a:ext>
                  </a:extLst>
                </p:cNvPr>
                <p:cNvSpPr/>
                <p:nvPr/>
              </p:nvSpPr>
              <p:spPr>
                <a:xfrm>
                  <a:off x="3366550" y="5439083"/>
                  <a:ext cx="44933" cy="45086"/>
                </a:xfrm>
                <a:custGeom>
                  <a:avLst/>
                  <a:gdLst>
                    <a:gd name="connsiteX0" fmla="*/ 12188 w 44933"/>
                    <a:gd name="connsiteY0" fmla="*/ 2467 h 45086"/>
                    <a:gd name="connsiteX1" fmla="*/ 42422 w 44933"/>
                    <a:gd name="connsiteY1" fmla="*/ 12304 h 45086"/>
                    <a:gd name="connsiteX2" fmla="*/ 32746 w 44933"/>
                    <a:gd name="connsiteY2" fmla="*/ 42619 h 45086"/>
                    <a:gd name="connsiteX3" fmla="*/ 2511 w 44933"/>
                    <a:gd name="connsiteY3" fmla="*/ 32782 h 45086"/>
                    <a:gd name="connsiteX4" fmla="*/ 12188 w 44933"/>
                    <a:gd name="connsiteY4" fmla="*/ 2467 h 4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6">
                      <a:moveTo>
                        <a:pt x="12188" y="2467"/>
                      </a:moveTo>
                      <a:cubicBezTo>
                        <a:pt x="23190" y="-3195"/>
                        <a:pt x="36761" y="1222"/>
                        <a:pt x="42422" y="12304"/>
                      </a:cubicBezTo>
                      <a:cubicBezTo>
                        <a:pt x="48124" y="23386"/>
                        <a:pt x="43788" y="36957"/>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56" name="Freeform: Shape 1555">
                  <a:extLst>
                    <a:ext uri="{FF2B5EF4-FFF2-40B4-BE49-F238E27FC236}">
                      <a16:creationId xmlns:a16="http://schemas.microsoft.com/office/drawing/2014/main" id="{C5E4CBC6-A4E5-9EDE-0F53-DE015247A73C}"/>
                    </a:ext>
                  </a:extLst>
                </p:cNvPr>
                <p:cNvSpPr/>
                <p:nvPr/>
              </p:nvSpPr>
              <p:spPr>
                <a:xfrm>
                  <a:off x="3658537" y="5559098"/>
                  <a:ext cx="44933" cy="45086"/>
                </a:xfrm>
                <a:custGeom>
                  <a:avLst/>
                  <a:gdLst>
                    <a:gd name="connsiteX0" fmla="*/ 12188 w 44933"/>
                    <a:gd name="connsiteY0" fmla="*/ 2467 h 45086"/>
                    <a:gd name="connsiteX1" fmla="*/ 42423 w 44933"/>
                    <a:gd name="connsiteY1" fmla="*/ 12304 h 45086"/>
                    <a:gd name="connsiteX2" fmla="*/ 32746 w 44933"/>
                    <a:gd name="connsiteY2" fmla="*/ 42619 h 45086"/>
                    <a:gd name="connsiteX3" fmla="*/ 2511 w 44933"/>
                    <a:gd name="connsiteY3" fmla="*/ 32782 h 45086"/>
                    <a:gd name="connsiteX4" fmla="*/ 12188 w 44933"/>
                    <a:gd name="connsiteY4" fmla="*/ 2467 h 4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6">
                      <a:moveTo>
                        <a:pt x="12188" y="2467"/>
                      </a:moveTo>
                      <a:cubicBezTo>
                        <a:pt x="23190" y="-3195"/>
                        <a:pt x="36761" y="1222"/>
                        <a:pt x="42423" y="12304"/>
                      </a:cubicBezTo>
                      <a:cubicBezTo>
                        <a:pt x="48124" y="23386"/>
                        <a:pt x="4378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57" name="Freeform: Shape 1556">
                  <a:extLst>
                    <a:ext uri="{FF2B5EF4-FFF2-40B4-BE49-F238E27FC236}">
                      <a16:creationId xmlns:a16="http://schemas.microsoft.com/office/drawing/2014/main" id="{939D592A-0F41-1869-B2E9-1686A07D43D1}"/>
                    </a:ext>
                  </a:extLst>
                </p:cNvPr>
                <p:cNvSpPr/>
                <p:nvPr/>
              </p:nvSpPr>
              <p:spPr>
                <a:xfrm>
                  <a:off x="4114586" y="6174390"/>
                  <a:ext cx="44933" cy="45086"/>
                </a:xfrm>
                <a:custGeom>
                  <a:avLst/>
                  <a:gdLst>
                    <a:gd name="connsiteX0" fmla="*/ 12188 w 44933"/>
                    <a:gd name="connsiteY0" fmla="*/ 2467 h 45086"/>
                    <a:gd name="connsiteX1" fmla="*/ 42422 w 44933"/>
                    <a:gd name="connsiteY1" fmla="*/ 12304 h 45086"/>
                    <a:gd name="connsiteX2" fmla="*/ 32746 w 44933"/>
                    <a:gd name="connsiteY2" fmla="*/ 42619 h 45086"/>
                    <a:gd name="connsiteX3" fmla="*/ 2511 w 44933"/>
                    <a:gd name="connsiteY3" fmla="*/ 32782 h 45086"/>
                    <a:gd name="connsiteX4" fmla="*/ 12188 w 44933"/>
                    <a:gd name="connsiteY4" fmla="*/ 2467 h 4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6">
                      <a:moveTo>
                        <a:pt x="12188" y="2467"/>
                      </a:moveTo>
                      <a:cubicBezTo>
                        <a:pt x="23230" y="-3195"/>
                        <a:pt x="36761" y="1222"/>
                        <a:pt x="42422" y="12304"/>
                      </a:cubicBezTo>
                      <a:cubicBezTo>
                        <a:pt x="48124" y="23386"/>
                        <a:pt x="43788" y="36957"/>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58" name="Freeform: Shape 1557">
                  <a:extLst>
                    <a:ext uri="{FF2B5EF4-FFF2-40B4-BE49-F238E27FC236}">
                      <a16:creationId xmlns:a16="http://schemas.microsoft.com/office/drawing/2014/main" id="{62A6C320-A685-AB5A-3994-C068D8B67D9B}"/>
                    </a:ext>
                  </a:extLst>
                </p:cNvPr>
                <p:cNvSpPr/>
                <p:nvPr/>
              </p:nvSpPr>
              <p:spPr>
                <a:xfrm>
                  <a:off x="4415567" y="6370815"/>
                  <a:ext cx="44933" cy="45085"/>
                </a:xfrm>
                <a:custGeom>
                  <a:avLst/>
                  <a:gdLst>
                    <a:gd name="connsiteX0" fmla="*/ 12188 w 44933"/>
                    <a:gd name="connsiteY0" fmla="*/ 2467 h 45085"/>
                    <a:gd name="connsiteX1" fmla="*/ 42422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2" y="12304"/>
                      </a:cubicBezTo>
                      <a:cubicBezTo>
                        <a:pt x="48124" y="23386"/>
                        <a:pt x="43788" y="36958"/>
                        <a:pt x="32746" y="42619"/>
                      </a:cubicBezTo>
                      <a:cubicBezTo>
                        <a:pt x="21744" y="48280"/>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59" name="Freeform: Shape 1558">
                  <a:extLst>
                    <a:ext uri="{FF2B5EF4-FFF2-40B4-BE49-F238E27FC236}">
                      <a16:creationId xmlns:a16="http://schemas.microsoft.com/office/drawing/2014/main" id="{45E78A59-10C7-0FA4-0388-D52AABCB605A}"/>
                    </a:ext>
                  </a:extLst>
                </p:cNvPr>
                <p:cNvSpPr/>
                <p:nvPr/>
              </p:nvSpPr>
              <p:spPr>
                <a:xfrm>
                  <a:off x="4628213" y="6354513"/>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4"/>
                        <a:pt x="36761" y="1222"/>
                        <a:pt x="42423" y="12304"/>
                      </a:cubicBezTo>
                      <a:cubicBezTo>
                        <a:pt x="48124" y="23386"/>
                        <a:pt x="43788" y="36958"/>
                        <a:pt x="32746" y="42619"/>
                      </a:cubicBezTo>
                      <a:cubicBezTo>
                        <a:pt x="21744" y="48280"/>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60" name="Freeform: Shape 1559">
                  <a:extLst>
                    <a:ext uri="{FF2B5EF4-FFF2-40B4-BE49-F238E27FC236}">
                      <a16:creationId xmlns:a16="http://schemas.microsoft.com/office/drawing/2014/main" id="{FC725B22-B885-B061-FB98-18DD76B5C3A4}"/>
                    </a:ext>
                  </a:extLst>
                </p:cNvPr>
                <p:cNvSpPr/>
                <p:nvPr/>
              </p:nvSpPr>
              <p:spPr>
                <a:xfrm>
                  <a:off x="2680549" y="3536710"/>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3" y="12304"/>
                      </a:cubicBezTo>
                      <a:cubicBezTo>
                        <a:pt x="48124" y="23386"/>
                        <a:pt x="43788" y="36958"/>
                        <a:pt x="32746" y="42619"/>
                      </a:cubicBezTo>
                      <a:cubicBezTo>
                        <a:pt x="21744" y="48280"/>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61" name="Freeform: Shape 1560">
                  <a:extLst>
                    <a:ext uri="{FF2B5EF4-FFF2-40B4-BE49-F238E27FC236}">
                      <a16:creationId xmlns:a16="http://schemas.microsoft.com/office/drawing/2014/main" id="{C6A78A84-ED8A-B380-7DC2-12A4F1EF8BC8}"/>
                    </a:ext>
                  </a:extLst>
                </p:cNvPr>
                <p:cNvSpPr/>
                <p:nvPr/>
              </p:nvSpPr>
              <p:spPr>
                <a:xfrm>
                  <a:off x="3340451" y="1368771"/>
                  <a:ext cx="44894" cy="45085"/>
                </a:xfrm>
                <a:custGeom>
                  <a:avLst/>
                  <a:gdLst>
                    <a:gd name="connsiteX0" fmla="*/ 12148 w 44894"/>
                    <a:gd name="connsiteY0" fmla="*/ 2467 h 45085"/>
                    <a:gd name="connsiteX1" fmla="*/ 42382 w 44894"/>
                    <a:gd name="connsiteY1" fmla="*/ 12304 h 45085"/>
                    <a:gd name="connsiteX2" fmla="*/ 32746 w 44894"/>
                    <a:gd name="connsiteY2" fmla="*/ 42619 h 45085"/>
                    <a:gd name="connsiteX3" fmla="*/ 2511 w 44894"/>
                    <a:gd name="connsiteY3" fmla="*/ 32782 h 45085"/>
                    <a:gd name="connsiteX4" fmla="*/ 12188 w 44894"/>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94" h="45085">
                      <a:moveTo>
                        <a:pt x="12148" y="2467"/>
                      </a:moveTo>
                      <a:cubicBezTo>
                        <a:pt x="23149" y="-3195"/>
                        <a:pt x="36721" y="1222"/>
                        <a:pt x="42382" y="12304"/>
                      </a:cubicBezTo>
                      <a:cubicBezTo>
                        <a:pt x="48084" y="23386"/>
                        <a:pt x="4374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62" name="Freeform: Shape 1561">
                  <a:extLst>
                    <a:ext uri="{FF2B5EF4-FFF2-40B4-BE49-F238E27FC236}">
                      <a16:creationId xmlns:a16="http://schemas.microsoft.com/office/drawing/2014/main" id="{5843C8AF-BCA8-687C-05DE-21A9D4C5AD9A}"/>
                    </a:ext>
                  </a:extLst>
                </p:cNvPr>
                <p:cNvSpPr/>
                <p:nvPr/>
              </p:nvSpPr>
              <p:spPr>
                <a:xfrm>
                  <a:off x="3507605" y="1162389"/>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230" y="-3195"/>
                        <a:pt x="36761" y="1222"/>
                        <a:pt x="42423" y="12304"/>
                      </a:cubicBezTo>
                      <a:cubicBezTo>
                        <a:pt x="48124" y="23386"/>
                        <a:pt x="4378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63" name="Freeform: Shape 1562">
                  <a:extLst>
                    <a:ext uri="{FF2B5EF4-FFF2-40B4-BE49-F238E27FC236}">
                      <a16:creationId xmlns:a16="http://schemas.microsoft.com/office/drawing/2014/main" id="{6332EA1C-97F1-BC82-781C-81D7DE443E29}"/>
                    </a:ext>
                  </a:extLst>
                </p:cNvPr>
                <p:cNvSpPr/>
                <p:nvPr/>
              </p:nvSpPr>
              <p:spPr>
                <a:xfrm>
                  <a:off x="4742405" y="804191"/>
                  <a:ext cx="44934" cy="45085"/>
                </a:xfrm>
                <a:custGeom>
                  <a:avLst/>
                  <a:gdLst>
                    <a:gd name="connsiteX0" fmla="*/ 12189 w 44934"/>
                    <a:gd name="connsiteY0" fmla="*/ 2467 h 45085"/>
                    <a:gd name="connsiteX1" fmla="*/ 42424 w 44934"/>
                    <a:gd name="connsiteY1" fmla="*/ 12304 h 45085"/>
                    <a:gd name="connsiteX2" fmla="*/ 32747 w 44934"/>
                    <a:gd name="connsiteY2" fmla="*/ 42619 h 45085"/>
                    <a:gd name="connsiteX3" fmla="*/ 2512 w 44934"/>
                    <a:gd name="connsiteY3" fmla="*/ 32782 h 45085"/>
                    <a:gd name="connsiteX4" fmla="*/ 12149 w 44934"/>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4" h="45085">
                      <a:moveTo>
                        <a:pt x="12189" y="2467"/>
                      </a:moveTo>
                      <a:cubicBezTo>
                        <a:pt x="23191" y="-3195"/>
                        <a:pt x="36762" y="1222"/>
                        <a:pt x="42424" y="12304"/>
                      </a:cubicBezTo>
                      <a:cubicBezTo>
                        <a:pt x="48125" y="23386"/>
                        <a:pt x="43789" y="36958"/>
                        <a:pt x="32747" y="42619"/>
                      </a:cubicBezTo>
                      <a:cubicBezTo>
                        <a:pt x="21745" y="48281"/>
                        <a:pt x="8174" y="43864"/>
                        <a:pt x="2512" y="32782"/>
                      </a:cubicBezTo>
                      <a:cubicBezTo>
                        <a:pt x="-3189" y="21700"/>
                        <a:pt x="1147" y="8128"/>
                        <a:pt x="12149"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64" name="Freeform: Shape 1563">
                  <a:extLst>
                    <a:ext uri="{FF2B5EF4-FFF2-40B4-BE49-F238E27FC236}">
                      <a16:creationId xmlns:a16="http://schemas.microsoft.com/office/drawing/2014/main" id="{7E2E6C71-7458-497F-A938-6DD5EE872E44}"/>
                    </a:ext>
                  </a:extLst>
                </p:cNvPr>
                <p:cNvSpPr/>
                <p:nvPr/>
              </p:nvSpPr>
              <p:spPr>
                <a:xfrm>
                  <a:off x="5036801" y="1399167"/>
                  <a:ext cx="44934" cy="45085"/>
                </a:xfrm>
                <a:custGeom>
                  <a:avLst/>
                  <a:gdLst>
                    <a:gd name="connsiteX0" fmla="*/ 12189 w 44934"/>
                    <a:gd name="connsiteY0" fmla="*/ 2467 h 45085"/>
                    <a:gd name="connsiteX1" fmla="*/ 42424 w 44934"/>
                    <a:gd name="connsiteY1" fmla="*/ 12304 h 45085"/>
                    <a:gd name="connsiteX2" fmla="*/ 32747 w 44934"/>
                    <a:gd name="connsiteY2" fmla="*/ 42619 h 45085"/>
                    <a:gd name="connsiteX3" fmla="*/ 2512 w 44934"/>
                    <a:gd name="connsiteY3" fmla="*/ 32782 h 45085"/>
                    <a:gd name="connsiteX4" fmla="*/ 12149 w 44934"/>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4" h="45085">
                      <a:moveTo>
                        <a:pt x="12189" y="2467"/>
                      </a:moveTo>
                      <a:cubicBezTo>
                        <a:pt x="23191" y="-3195"/>
                        <a:pt x="36762" y="1222"/>
                        <a:pt x="42424" y="12304"/>
                      </a:cubicBezTo>
                      <a:cubicBezTo>
                        <a:pt x="48125" y="23386"/>
                        <a:pt x="43789" y="36958"/>
                        <a:pt x="32747" y="42619"/>
                      </a:cubicBezTo>
                      <a:cubicBezTo>
                        <a:pt x="21745" y="48281"/>
                        <a:pt x="8174" y="43864"/>
                        <a:pt x="2512" y="32782"/>
                      </a:cubicBezTo>
                      <a:cubicBezTo>
                        <a:pt x="-3189" y="21700"/>
                        <a:pt x="1147" y="8128"/>
                        <a:pt x="12149"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65" name="Freeform: Shape 1564">
                  <a:extLst>
                    <a:ext uri="{FF2B5EF4-FFF2-40B4-BE49-F238E27FC236}">
                      <a16:creationId xmlns:a16="http://schemas.microsoft.com/office/drawing/2014/main" id="{889414EF-50D0-D67A-6525-C368431D7EA1}"/>
                    </a:ext>
                  </a:extLst>
                </p:cNvPr>
                <p:cNvSpPr/>
                <p:nvPr/>
              </p:nvSpPr>
              <p:spPr>
                <a:xfrm>
                  <a:off x="4937787" y="1163915"/>
                  <a:ext cx="44894" cy="45085"/>
                </a:xfrm>
                <a:custGeom>
                  <a:avLst/>
                  <a:gdLst>
                    <a:gd name="connsiteX0" fmla="*/ 12148 w 44894"/>
                    <a:gd name="connsiteY0" fmla="*/ 2467 h 45085"/>
                    <a:gd name="connsiteX1" fmla="*/ 42382 w 44894"/>
                    <a:gd name="connsiteY1" fmla="*/ 12304 h 45085"/>
                    <a:gd name="connsiteX2" fmla="*/ 32746 w 44894"/>
                    <a:gd name="connsiteY2" fmla="*/ 42619 h 45085"/>
                    <a:gd name="connsiteX3" fmla="*/ 2511 w 44894"/>
                    <a:gd name="connsiteY3" fmla="*/ 32782 h 45085"/>
                    <a:gd name="connsiteX4" fmla="*/ 12188 w 44894"/>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94" h="45085">
                      <a:moveTo>
                        <a:pt x="12148" y="2467"/>
                      </a:moveTo>
                      <a:cubicBezTo>
                        <a:pt x="23149" y="-3195"/>
                        <a:pt x="36721" y="1222"/>
                        <a:pt x="42382" y="12304"/>
                      </a:cubicBezTo>
                      <a:cubicBezTo>
                        <a:pt x="48084" y="23386"/>
                        <a:pt x="4374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66" name="Freeform: Shape 1565">
                  <a:extLst>
                    <a:ext uri="{FF2B5EF4-FFF2-40B4-BE49-F238E27FC236}">
                      <a16:creationId xmlns:a16="http://schemas.microsoft.com/office/drawing/2014/main" id="{E6BA5C0D-7BD7-2B44-3F4D-160462BAC8C2}"/>
                    </a:ext>
                  </a:extLst>
                </p:cNvPr>
                <p:cNvSpPr/>
                <p:nvPr/>
              </p:nvSpPr>
              <p:spPr>
                <a:xfrm>
                  <a:off x="5669119" y="1620445"/>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3" y="12304"/>
                      </a:cubicBezTo>
                      <a:cubicBezTo>
                        <a:pt x="48124" y="23386"/>
                        <a:pt x="4378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67" name="Freeform: Shape 1566">
                  <a:extLst>
                    <a:ext uri="{FF2B5EF4-FFF2-40B4-BE49-F238E27FC236}">
                      <a16:creationId xmlns:a16="http://schemas.microsoft.com/office/drawing/2014/main" id="{B97F87A6-D00D-2FE2-70A6-20062793F130}"/>
                    </a:ext>
                  </a:extLst>
                </p:cNvPr>
                <p:cNvSpPr/>
                <p:nvPr/>
              </p:nvSpPr>
              <p:spPr>
                <a:xfrm>
                  <a:off x="5010502" y="2020603"/>
                  <a:ext cx="44933" cy="45085"/>
                </a:xfrm>
                <a:custGeom>
                  <a:avLst/>
                  <a:gdLst>
                    <a:gd name="connsiteX0" fmla="*/ 12188 w 44933"/>
                    <a:gd name="connsiteY0" fmla="*/ 2467 h 45085"/>
                    <a:gd name="connsiteX1" fmla="*/ 42422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2" y="12304"/>
                      </a:cubicBezTo>
                      <a:cubicBezTo>
                        <a:pt x="48124" y="23386"/>
                        <a:pt x="4378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68" name="Freeform: Shape 1567">
                  <a:extLst>
                    <a:ext uri="{FF2B5EF4-FFF2-40B4-BE49-F238E27FC236}">
                      <a16:creationId xmlns:a16="http://schemas.microsoft.com/office/drawing/2014/main" id="{B0D18D92-E4B5-E08B-3AB0-CF524D4EFCF0}"/>
                    </a:ext>
                  </a:extLst>
                </p:cNvPr>
                <p:cNvSpPr/>
                <p:nvPr/>
              </p:nvSpPr>
              <p:spPr>
                <a:xfrm>
                  <a:off x="6337092" y="2032447"/>
                  <a:ext cx="44933" cy="45085"/>
                </a:xfrm>
                <a:custGeom>
                  <a:avLst/>
                  <a:gdLst>
                    <a:gd name="connsiteX0" fmla="*/ 12188 w 44933"/>
                    <a:gd name="connsiteY0" fmla="*/ 2467 h 45085"/>
                    <a:gd name="connsiteX1" fmla="*/ 42422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230" y="-3195"/>
                        <a:pt x="36761" y="1222"/>
                        <a:pt x="42422" y="12304"/>
                      </a:cubicBezTo>
                      <a:cubicBezTo>
                        <a:pt x="48124" y="23386"/>
                        <a:pt x="4378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69" name="Freeform: Shape 1568">
                  <a:extLst>
                    <a:ext uri="{FF2B5EF4-FFF2-40B4-BE49-F238E27FC236}">
                      <a16:creationId xmlns:a16="http://schemas.microsoft.com/office/drawing/2014/main" id="{98899321-39A8-693F-87C8-AC6EE6CC39E8}"/>
                    </a:ext>
                  </a:extLst>
                </p:cNvPr>
                <p:cNvSpPr/>
                <p:nvPr/>
              </p:nvSpPr>
              <p:spPr>
                <a:xfrm>
                  <a:off x="4821386" y="1147573"/>
                  <a:ext cx="44894" cy="45085"/>
                </a:xfrm>
                <a:custGeom>
                  <a:avLst/>
                  <a:gdLst>
                    <a:gd name="connsiteX0" fmla="*/ 12148 w 44894"/>
                    <a:gd name="connsiteY0" fmla="*/ 2467 h 45085"/>
                    <a:gd name="connsiteX1" fmla="*/ 42382 w 44894"/>
                    <a:gd name="connsiteY1" fmla="*/ 12304 h 45085"/>
                    <a:gd name="connsiteX2" fmla="*/ 32746 w 44894"/>
                    <a:gd name="connsiteY2" fmla="*/ 42619 h 45085"/>
                    <a:gd name="connsiteX3" fmla="*/ 2511 w 44894"/>
                    <a:gd name="connsiteY3" fmla="*/ 32782 h 45085"/>
                    <a:gd name="connsiteX4" fmla="*/ 12188 w 44894"/>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94" h="45085">
                      <a:moveTo>
                        <a:pt x="12148" y="2467"/>
                      </a:moveTo>
                      <a:cubicBezTo>
                        <a:pt x="23149" y="-3195"/>
                        <a:pt x="36721" y="1222"/>
                        <a:pt x="42382" y="12304"/>
                      </a:cubicBezTo>
                      <a:cubicBezTo>
                        <a:pt x="48084" y="23386"/>
                        <a:pt x="43748" y="36958"/>
                        <a:pt x="32746" y="42619"/>
                      </a:cubicBezTo>
                      <a:cubicBezTo>
                        <a:pt x="21744" y="48280"/>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70" name="Freeform: Shape 1569">
                  <a:extLst>
                    <a:ext uri="{FF2B5EF4-FFF2-40B4-BE49-F238E27FC236}">
                      <a16:creationId xmlns:a16="http://schemas.microsoft.com/office/drawing/2014/main" id="{12A71A82-FCEB-5193-F228-00745DF84056}"/>
                    </a:ext>
                  </a:extLst>
                </p:cNvPr>
                <p:cNvSpPr/>
                <p:nvPr/>
              </p:nvSpPr>
              <p:spPr>
                <a:xfrm>
                  <a:off x="7367960" y="1132235"/>
                  <a:ext cx="44933" cy="45085"/>
                </a:xfrm>
                <a:custGeom>
                  <a:avLst/>
                  <a:gdLst>
                    <a:gd name="connsiteX0" fmla="*/ 12188 w 44933"/>
                    <a:gd name="connsiteY0" fmla="*/ 2467 h 45085"/>
                    <a:gd name="connsiteX1" fmla="*/ 42422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2" y="12304"/>
                      </a:cubicBezTo>
                      <a:cubicBezTo>
                        <a:pt x="48124" y="23386"/>
                        <a:pt x="43787" y="36958"/>
                        <a:pt x="32746" y="42619"/>
                      </a:cubicBezTo>
                      <a:cubicBezTo>
                        <a:pt x="21744" y="48281"/>
                        <a:pt x="8172"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71" name="Freeform: Shape 1570">
                  <a:extLst>
                    <a:ext uri="{FF2B5EF4-FFF2-40B4-BE49-F238E27FC236}">
                      <a16:creationId xmlns:a16="http://schemas.microsoft.com/office/drawing/2014/main" id="{CCF68745-5C9F-1AE0-44EE-4CB09443324D}"/>
                    </a:ext>
                  </a:extLst>
                </p:cNvPr>
                <p:cNvSpPr/>
                <p:nvPr/>
              </p:nvSpPr>
              <p:spPr>
                <a:xfrm>
                  <a:off x="6865495" y="303613"/>
                  <a:ext cx="44933" cy="45085"/>
                </a:xfrm>
                <a:custGeom>
                  <a:avLst/>
                  <a:gdLst>
                    <a:gd name="connsiteX0" fmla="*/ 12188 w 44933"/>
                    <a:gd name="connsiteY0" fmla="*/ 2467 h 45085"/>
                    <a:gd name="connsiteX1" fmla="*/ 42422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2" y="12304"/>
                      </a:cubicBezTo>
                      <a:cubicBezTo>
                        <a:pt x="48124" y="23386"/>
                        <a:pt x="43788" y="36958"/>
                        <a:pt x="32746" y="42619"/>
                      </a:cubicBezTo>
                      <a:cubicBezTo>
                        <a:pt x="21744" y="48281"/>
                        <a:pt x="8173" y="43864"/>
                        <a:pt x="2511" y="32782"/>
                      </a:cubicBezTo>
                      <a:cubicBezTo>
                        <a:pt x="-3191"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72" name="Freeform: Shape 1571">
                  <a:extLst>
                    <a:ext uri="{FF2B5EF4-FFF2-40B4-BE49-F238E27FC236}">
                      <a16:creationId xmlns:a16="http://schemas.microsoft.com/office/drawing/2014/main" id="{73CE68A6-4018-516B-A9A7-13B2387723ED}"/>
                    </a:ext>
                  </a:extLst>
                </p:cNvPr>
                <p:cNvSpPr/>
                <p:nvPr/>
              </p:nvSpPr>
              <p:spPr>
                <a:xfrm>
                  <a:off x="8212080" y="731837"/>
                  <a:ext cx="44933" cy="45085"/>
                </a:xfrm>
                <a:custGeom>
                  <a:avLst/>
                  <a:gdLst>
                    <a:gd name="connsiteX0" fmla="*/ 12188 w 44933"/>
                    <a:gd name="connsiteY0" fmla="*/ 2467 h 45085"/>
                    <a:gd name="connsiteX1" fmla="*/ 42422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2" y="12304"/>
                      </a:cubicBezTo>
                      <a:cubicBezTo>
                        <a:pt x="48124" y="23386"/>
                        <a:pt x="43788" y="36958"/>
                        <a:pt x="32746" y="42619"/>
                      </a:cubicBezTo>
                      <a:cubicBezTo>
                        <a:pt x="21704" y="48281"/>
                        <a:pt x="8173" y="43864"/>
                        <a:pt x="2511" y="32782"/>
                      </a:cubicBezTo>
                      <a:cubicBezTo>
                        <a:pt x="-3191"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73" name="Freeform: Shape 1572">
                  <a:extLst>
                    <a:ext uri="{FF2B5EF4-FFF2-40B4-BE49-F238E27FC236}">
                      <a16:creationId xmlns:a16="http://schemas.microsoft.com/office/drawing/2014/main" id="{F2BD5553-4417-B4A0-DCC5-3338D482AFD7}"/>
                    </a:ext>
                  </a:extLst>
                </p:cNvPr>
                <p:cNvSpPr/>
                <p:nvPr/>
              </p:nvSpPr>
              <p:spPr>
                <a:xfrm>
                  <a:off x="6610248" y="27125"/>
                  <a:ext cx="44933" cy="45085"/>
                </a:xfrm>
                <a:custGeom>
                  <a:avLst/>
                  <a:gdLst>
                    <a:gd name="connsiteX0" fmla="*/ 12188 w 44933"/>
                    <a:gd name="connsiteY0" fmla="*/ 2467 h 45085"/>
                    <a:gd name="connsiteX1" fmla="*/ 42423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230" y="-3195"/>
                        <a:pt x="36761" y="1222"/>
                        <a:pt x="42423" y="12304"/>
                      </a:cubicBezTo>
                      <a:cubicBezTo>
                        <a:pt x="48124" y="23386"/>
                        <a:pt x="43788" y="36958"/>
                        <a:pt x="32746" y="42619"/>
                      </a:cubicBezTo>
                      <a:cubicBezTo>
                        <a:pt x="21744" y="48281"/>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74" name="Freeform: Shape 1573">
                  <a:extLst>
                    <a:ext uri="{FF2B5EF4-FFF2-40B4-BE49-F238E27FC236}">
                      <a16:creationId xmlns:a16="http://schemas.microsoft.com/office/drawing/2014/main" id="{B899E8C9-6EF3-1A5E-E154-851F155C9C13}"/>
                    </a:ext>
                  </a:extLst>
                </p:cNvPr>
                <p:cNvSpPr/>
                <p:nvPr/>
              </p:nvSpPr>
              <p:spPr>
                <a:xfrm>
                  <a:off x="8249301" y="3394371"/>
                  <a:ext cx="44933" cy="45085"/>
                </a:xfrm>
                <a:custGeom>
                  <a:avLst/>
                  <a:gdLst>
                    <a:gd name="connsiteX0" fmla="*/ 12188 w 44933"/>
                    <a:gd name="connsiteY0" fmla="*/ 2467 h 45085"/>
                    <a:gd name="connsiteX1" fmla="*/ 42422 w 44933"/>
                    <a:gd name="connsiteY1" fmla="*/ 12304 h 45085"/>
                    <a:gd name="connsiteX2" fmla="*/ 32746 w 44933"/>
                    <a:gd name="connsiteY2" fmla="*/ 42619 h 45085"/>
                    <a:gd name="connsiteX3" fmla="*/ 2511 w 44933"/>
                    <a:gd name="connsiteY3" fmla="*/ 32782 h 45085"/>
                    <a:gd name="connsiteX4" fmla="*/ 12188 w 44933"/>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5">
                      <a:moveTo>
                        <a:pt x="12188" y="2467"/>
                      </a:moveTo>
                      <a:cubicBezTo>
                        <a:pt x="23190" y="-3195"/>
                        <a:pt x="36761" y="1222"/>
                        <a:pt x="42422" y="12304"/>
                      </a:cubicBezTo>
                      <a:cubicBezTo>
                        <a:pt x="48124" y="23386"/>
                        <a:pt x="43787" y="36958"/>
                        <a:pt x="32746" y="42619"/>
                      </a:cubicBezTo>
                      <a:cubicBezTo>
                        <a:pt x="21744" y="48281"/>
                        <a:pt x="8172"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75" name="Freeform: Shape 1574">
                  <a:extLst>
                    <a:ext uri="{FF2B5EF4-FFF2-40B4-BE49-F238E27FC236}">
                      <a16:creationId xmlns:a16="http://schemas.microsoft.com/office/drawing/2014/main" id="{C5F0291E-CD92-DBC1-D8B2-C55B2635DCF2}"/>
                    </a:ext>
                  </a:extLst>
                </p:cNvPr>
                <p:cNvSpPr/>
                <p:nvPr/>
              </p:nvSpPr>
              <p:spPr>
                <a:xfrm>
                  <a:off x="9379747" y="4310082"/>
                  <a:ext cx="44894" cy="45085"/>
                </a:xfrm>
                <a:custGeom>
                  <a:avLst/>
                  <a:gdLst>
                    <a:gd name="connsiteX0" fmla="*/ 12148 w 44894"/>
                    <a:gd name="connsiteY0" fmla="*/ 2467 h 45085"/>
                    <a:gd name="connsiteX1" fmla="*/ 42382 w 44894"/>
                    <a:gd name="connsiteY1" fmla="*/ 12304 h 45085"/>
                    <a:gd name="connsiteX2" fmla="*/ 32746 w 44894"/>
                    <a:gd name="connsiteY2" fmla="*/ 42619 h 45085"/>
                    <a:gd name="connsiteX3" fmla="*/ 2511 w 44894"/>
                    <a:gd name="connsiteY3" fmla="*/ 32782 h 45085"/>
                    <a:gd name="connsiteX4" fmla="*/ 12188 w 44894"/>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94" h="45085">
                      <a:moveTo>
                        <a:pt x="12148" y="2467"/>
                      </a:moveTo>
                      <a:cubicBezTo>
                        <a:pt x="23149" y="-3195"/>
                        <a:pt x="36721" y="1222"/>
                        <a:pt x="42382" y="12304"/>
                      </a:cubicBezTo>
                      <a:cubicBezTo>
                        <a:pt x="48084" y="23386"/>
                        <a:pt x="43747" y="36958"/>
                        <a:pt x="32746" y="42619"/>
                      </a:cubicBezTo>
                      <a:cubicBezTo>
                        <a:pt x="21704" y="48280"/>
                        <a:pt x="8173" y="43864"/>
                        <a:pt x="2511" y="32782"/>
                      </a:cubicBezTo>
                      <a:cubicBezTo>
                        <a:pt x="-3190" y="21700"/>
                        <a:pt x="1146" y="8128"/>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76" name="Freeform: Shape 1575">
                  <a:extLst>
                    <a:ext uri="{FF2B5EF4-FFF2-40B4-BE49-F238E27FC236}">
                      <a16:creationId xmlns:a16="http://schemas.microsoft.com/office/drawing/2014/main" id="{EF1094FF-8C45-6F3A-131B-D281C9D6B5B0}"/>
                    </a:ext>
                  </a:extLst>
                </p:cNvPr>
                <p:cNvSpPr/>
                <p:nvPr/>
              </p:nvSpPr>
              <p:spPr>
                <a:xfrm>
                  <a:off x="9168828" y="4874582"/>
                  <a:ext cx="44933" cy="45086"/>
                </a:xfrm>
                <a:custGeom>
                  <a:avLst/>
                  <a:gdLst>
                    <a:gd name="connsiteX0" fmla="*/ 12188 w 44933"/>
                    <a:gd name="connsiteY0" fmla="*/ 2467 h 45086"/>
                    <a:gd name="connsiteX1" fmla="*/ 42422 w 44933"/>
                    <a:gd name="connsiteY1" fmla="*/ 12304 h 45086"/>
                    <a:gd name="connsiteX2" fmla="*/ 32746 w 44933"/>
                    <a:gd name="connsiteY2" fmla="*/ 42619 h 45086"/>
                    <a:gd name="connsiteX3" fmla="*/ 2511 w 44933"/>
                    <a:gd name="connsiteY3" fmla="*/ 32782 h 45086"/>
                    <a:gd name="connsiteX4" fmla="*/ 12188 w 44933"/>
                    <a:gd name="connsiteY4" fmla="*/ 2467 h 4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3" h="45086">
                      <a:moveTo>
                        <a:pt x="12188" y="2467"/>
                      </a:moveTo>
                      <a:cubicBezTo>
                        <a:pt x="23189" y="-3195"/>
                        <a:pt x="36761" y="1222"/>
                        <a:pt x="42422" y="12304"/>
                      </a:cubicBezTo>
                      <a:cubicBezTo>
                        <a:pt x="48124" y="23386"/>
                        <a:pt x="43787" y="36958"/>
                        <a:pt x="32746" y="42619"/>
                      </a:cubicBezTo>
                      <a:cubicBezTo>
                        <a:pt x="21704" y="48281"/>
                        <a:pt x="8172" y="43864"/>
                        <a:pt x="2511" y="32782"/>
                      </a:cubicBezTo>
                      <a:cubicBezTo>
                        <a:pt x="-3190" y="21700"/>
                        <a:pt x="1146" y="8129"/>
                        <a:pt x="12188"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77" name="Freeform: Shape 1576">
                  <a:extLst>
                    <a:ext uri="{FF2B5EF4-FFF2-40B4-BE49-F238E27FC236}">
                      <a16:creationId xmlns:a16="http://schemas.microsoft.com/office/drawing/2014/main" id="{171489E9-8EA1-6304-3683-1005E0AA29BB}"/>
                    </a:ext>
                  </a:extLst>
                </p:cNvPr>
                <p:cNvSpPr/>
                <p:nvPr/>
              </p:nvSpPr>
              <p:spPr>
                <a:xfrm>
                  <a:off x="9306589" y="3630586"/>
                  <a:ext cx="44934" cy="45085"/>
                </a:xfrm>
                <a:custGeom>
                  <a:avLst/>
                  <a:gdLst>
                    <a:gd name="connsiteX0" fmla="*/ 12189 w 44934"/>
                    <a:gd name="connsiteY0" fmla="*/ 2467 h 45085"/>
                    <a:gd name="connsiteX1" fmla="*/ 42424 w 44934"/>
                    <a:gd name="connsiteY1" fmla="*/ 12304 h 45085"/>
                    <a:gd name="connsiteX2" fmla="*/ 32747 w 44934"/>
                    <a:gd name="connsiteY2" fmla="*/ 42619 h 45085"/>
                    <a:gd name="connsiteX3" fmla="*/ 2512 w 44934"/>
                    <a:gd name="connsiteY3" fmla="*/ 32782 h 45085"/>
                    <a:gd name="connsiteX4" fmla="*/ 12149 w 44934"/>
                    <a:gd name="connsiteY4" fmla="*/ 2467 h 4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4" h="45085">
                      <a:moveTo>
                        <a:pt x="12189" y="2467"/>
                      </a:moveTo>
                      <a:cubicBezTo>
                        <a:pt x="23191" y="-3195"/>
                        <a:pt x="36762" y="1222"/>
                        <a:pt x="42424" y="12304"/>
                      </a:cubicBezTo>
                      <a:cubicBezTo>
                        <a:pt x="48125" y="23386"/>
                        <a:pt x="43789" y="36958"/>
                        <a:pt x="32747" y="42619"/>
                      </a:cubicBezTo>
                      <a:cubicBezTo>
                        <a:pt x="21745" y="48280"/>
                        <a:pt x="8174" y="43864"/>
                        <a:pt x="2512" y="32782"/>
                      </a:cubicBezTo>
                      <a:cubicBezTo>
                        <a:pt x="-3189" y="21700"/>
                        <a:pt x="1147" y="8128"/>
                        <a:pt x="12149" y="2467"/>
                      </a:cubicBez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578" name="Freeform: Shape 1577">
                <a:extLst>
                  <a:ext uri="{FF2B5EF4-FFF2-40B4-BE49-F238E27FC236}">
                    <a16:creationId xmlns:a16="http://schemas.microsoft.com/office/drawing/2014/main" id="{F1BDB163-B241-9F9D-E4E3-2E3261784CC7}"/>
                  </a:ext>
                </a:extLst>
              </p:cNvPr>
              <p:cNvSpPr/>
              <p:nvPr/>
            </p:nvSpPr>
            <p:spPr>
              <a:xfrm>
                <a:off x="4323881" y="1436967"/>
                <a:ext cx="3209126" cy="2529831"/>
              </a:xfrm>
              <a:custGeom>
                <a:avLst/>
                <a:gdLst>
                  <a:gd name="connsiteX0" fmla="*/ 1846922 w 3209126"/>
                  <a:gd name="connsiteY0" fmla="*/ 2529831 h 2529831"/>
                  <a:gd name="connsiteX1" fmla="*/ 1094469 w 3209126"/>
                  <a:gd name="connsiteY1" fmla="*/ 1685992 h 2529831"/>
                  <a:gd name="connsiteX2" fmla="*/ 1104668 w 3209126"/>
                  <a:gd name="connsiteY2" fmla="*/ 1687879 h 2529831"/>
                  <a:gd name="connsiteX3" fmla="*/ 2028611 w 3209126"/>
                  <a:gd name="connsiteY3" fmla="*/ 1861136 h 2529831"/>
                  <a:gd name="connsiteX4" fmla="*/ 1894382 w 3209126"/>
                  <a:gd name="connsiteY4" fmla="*/ 1223759 h 2529831"/>
                  <a:gd name="connsiteX5" fmla="*/ 1899602 w 3209126"/>
                  <a:gd name="connsiteY5" fmla="*/ 1224723 h 2529831"/>
                  <a:gd name="connsiteX6" fmla="*/ 3180137 w 3209126"/>
                  <a:gd name="connsiteY6" fmla="*/ 1466520 h 2529831"/>
                  <a:gd name="connsiteX7" fmla="*/ 2037204 w 3209126"/>
                  <a:gd name="connsiteY7" fmla="*/ 619027 h 2529831"/>
                  <a:gd name="connsiteX8" fmla="*/ 1370516 w 3209126"/>
                  <a:gd name="connsiteY8" fmla="*/ 213570 h 2529831"/>
                  <a:gd name="connsiteX9" fmla="*/ 749000 w 3209126"/>
                  <a:gd name="connsiteY9" fmla="*/ 9596 h 2529831"/>
                  <a:gd name="connsiteX10" fmla="*/ 714991 w 3209126"/>
                  <a:gd name="connsiteY10" fmla="*/ 611920 h 2529831"/>
                  <a:gd name="connsiteX11" fmla="*/ 709610 w 3209126"/>
                  <a:gd name="connsiteY11" fmla="*/ 607503 h 2529831"/>
                  <a:gd name="connsiteX12" fmla="*/ 0 w 3209126"/>
                  <a:gd name="connsiteY12" fmla="*/ 28588 h 2529831"/>
                  <a:gd name="connsiteX13" fmla="*/ 4457 w 3209126"/>
                  <a:gd name="connsiteY13" fmla="*/ 23128 h 2529831"/>
                  <a:gd name="connsiteX14" fmla="*/ 708687 w 3209126"/>
                  <a:gd name="connsiteY14" fmla="*/ 597626 h 2529831"/>
                  <a:gd name="connsiteX15" fmla="*/ 742455 w 3209126"/>
                  <a:gd name="connsiteY15" fmla="*/ 0 h 2529831"/>
                  <a:gd name="connsiteX16" fmla="*/ 1373447 w 3209126"/>
                  <a:gd name="connsiteY16" fmla="*/ 207186 h 2529831"/>
                  <a:gd name="connsiteX17" fmla="*/ 2041179 w 3209126"/>
                  <a:gd name="connsiteY17" fmla="*/ 613165 h 2529831"/>
                  <a:gd name="connsiteX18" fmla="*/ 3209127 w 3209126"/>
                  <a:gd name="connsiteY18" fmla="*/ 1479208 h 2529831"/>
                  <a:gd name="connsiteX19" fmla="*/ 3193989 w 3209126"/>
                  <a:gd name="connsiteY19" fmla="*/ 1476357 h 2529831"/>
                  <a:gd name="connsiteX20" fmla="*/ 1903537 w 3209126"/>
                  <a:gd name="connsiteY20" fmla="*/ 1232673 h 2529831"/>
                  <a:gd name="connsiteX21" fmla="*/ 2037726 w 3209126"/>
                  <a:gd name="connsiteY21" fmla="*/ 1870010 h 2529831"/>
                  <a:gd name="connsiteX22" fmla="*/ 2032506 w 3209126"/>
                  <a:gd name="connsiteY22" fmla="*/ 1869046 h 2529831"/>
                  <a:gd name="connsiteX23" fmla="*/ 1113582 w 3209126"/>
                  <a:gd name="connsiteY23" fmla="*/ 1696753 h 2529831"/>
                  <a:gd name="connsiteX24" fmla="*/ 1852182 w 3209126"/>
                  <a:gd name="connsiteY24" fmla="*/ 2525133 h 2529831"/>
                  <a:gd name="connsiteX25" fmla="*/ 1846922 w 3209126"/>
                  <a:gd name="connsiteY25" fmla="*/ 2529831 h 2529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209126" h="2529831">
                    <a:moveTo>
                      <a:pt x="1846922" y="2529831"/>
                    </a:moveTo>
                    <a:lnTo>
                      <a:pt x="1094469" y="1685992"/>
                    </a:lnTo>
                    <a:lnTo>
                      <a:pt x="1104668" y="1687879"/>
                    </a:lnTo>
                    <a:lnTo>
                      <a:pt x="2028611" y="1861136"/>
                    </a:lnTo>
                    <a:lnTo>
                      <a:pt x="1894382" y="1223759"/>
                    </a:lnTo>
                    <a:lnTo>
                      <a:pt x="1899602" y="1224723"/>
                    </a:lnTo>
                    <a:lnTo>
                      <a:pt x="3180137" y="1466520"/>
                    </a:lnTo>
                    <a:lnTo>
                      <a:pt x="2037204" y="619027"/>
                    </a:lnTo>
                    <a:lnTo>
                      <a:pt x="1370516" y="213570"/>
                    </a:lnTo>
                    <a:lnTo>
                      <a:pt x="749000" y="9596"/>
                    </a:lnTo>
                    <a:lnTo>
                      <a:pt x="714991" y="611920"/>
                    </a:lnTo>
                    <a:lnTo>
                      <a:pt x="709610" y="607503"/>
                    </a:lnTo>
                    <a:lnTo>
                      <a:pt x="0" y="28588"/>
                    </a:lnTo>
                    <a:lnTo>
                      <a:pt x="4457" y="23128"/>
                    </a:lnTo>
                    <a:lnTo>
                      <a:pt x="708687" y="597626"/>
                    </a:lnTo>
                    <a:lnTo>
                      <a:pt x="742455" y="0"/>
                    </a:lnTo>
                    <a:lnTo>
                      <a:pt x="1373447" y="207186"/>
                    </a:lnTo>
                    <a:lnTo>
                      <a:pt x="2041179" y="613165"/>
                    </a:lnTo>
                    <a:lnTo>
                      <a:pt x="3209127" y="1479208"/>
                    </a:lnTo>
                    <a:lnTo>
                      <a:pt x="3193989" y="1476357"/>
                    </a:lnTo>
                    <a:lnTo>
                      <a:pt x="1903537" y="1232673"/>
                    </a:lnTo>
                    <a:lnTo>
                      <a:pt x="2037726" y="1870010"/>
                    </a:lnTo>
                    <a:lnTo>
                      <a:pt x="2032506" y="1869046"/>
                    </a:lnTo>
                    <a:lnTo>
                      <a:pt x="1113582" y="1696753"/>
                    </a:lnTo>
                    <a:lnTo>
                      <a:pt x="1852182" y="2525133"/>
                    </a:lnTo>
                    <a:lnTo>
                      <a:pt x="1846922" y="2529831"/>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79" name="Freeform: Shape 1578">
                <a:extLst>
                  <a:ext uri="{FF2B5EF4-FFF2-40B4-BE49-F238E27FC236}">
                    <a16:creationId xmlns:a16="http://schemas.microsoft.com/office/drawing/2014/main" id="{B0893538-C9C3-4752-B9DA-FD3A4B7362FF}"/>
                  </a:ext>
                </a:extLst>
              </p:cNvPr>
              <p:cNvSpPr/>
              <p:nvPr/>
            </p:nvSpPr>
            <p:spPr>
              <a:xfrm>
                <a:off x="3897826" y="2034111"/>
                <a:ext cx="3873364" cy="3928011"/>
              </a:xfrm>
              <a:custGeom>
                <a:avLst/>
                <a:gdLst>
                  <a:gd name="connsiteX0" fmla="*/ 2727541 w 3873364"/>
                  <a:gd name="connsiteY0" fmla="*/ 3927932 h 3928011"/>
                  <a:gd name="connsiteX1" fmla="*/ 2328066 w 3873364"/>
                  <a:gd name="connsiteY1" fmla="*/ 3884045 h 3928011"/>
                  <a:gd name="connsiteX2" fmla="*/ 1440622 w 3873364"/>
                  <a:gd name="connsiteY2" fmla="*/ 3607597 h 3928011"/>
                  <a:gd name="connsiteX3" fmla="*/ 1440100 w 3873364"/>
                  <a:gd name="connsiteY3" fmla="*/ 3605710 h 3928011"/>
                  <a:gd name="connsiteX4" fmla="*/ 1198102 w 3873364"/>
                  <a:gd name="connsiteY4" fmla="*/ 2709673 h 3928011"/>
                  <a:gd name="connsiteX5" fmla="*/ 0 w 3873364"/>
                  <a:gd name="connsiteY5" fmla="*/ 1776214 h 3928011"/>
                  <a:gd name="connsiteX6" fmla="*/ 1606 w 3873364"/>
                  <a:gd name="connsiteY6" fmla="*/ 1773524 h 3928011"/>
                  <a:gd name="connsiteX7" fmla="*/ 606258 w 3873364"/>
                  <a:gd name="connsiteY7" fmla="*/ 766948 h 3928011"/>
                  <a:gd name="connsiteX8" fmla="*/ 606258 w 3873364"/>
                  <a:gd name="connsiteY8" fmla="*/ 766827 h 3928011"/>
                  <a:gd name="connsiteX9" fmla="*/ 608427 w 3873364"/>
                  <a:gd name="connsiteY9" fmla="*/ 763414 h 3928011"/>
                  <a:gd name="connsiteX10" fmla="*/ 608587 w 3873364"/>
                  <a:gd name="connsiteY10" fmla="*/ 763414 h 3928011"/>
                  <a:gd name="connsiteX11" fmla="*/ 1138878 w 3873364"/>
                  <a:gd name="connsiteY11" fmla="*/ 0 h 3928011"/>
                  <a:gd name="connsiteX12" fmla="*/ 1535943 w 3873364"/>
                  <a:gd name="connsiteY12" fmla="*/ 1100091 h 3928011"/>
                  <a:gd name="connsiteX13" fmla="*/ 1528876 w 3873364"/>
                  <a:gd name="connsiteY13" fmla="*/ 1097601 h 3928011"/>
                  <a:gd name="connsiteX14" fmla="*/ 614329 w 3873364"/>
                  <a:gd name="connsiteY14" fmla="*/ 773051 h 3928011"/>
                  <a:gd name="connsiteX15" fmla="*/ 745265 w 3873364"/>
                  <a:gd name="connsiteY15" fmla="*/ 1650417 h 3928011"/>
                  <a:gd name="connsiteX16" fmla="*/ 738279 w 3873364"/>
                  <a:gd name="connsiteY16" fmla="*/ 1651461 h 3928011"/>
                  <a:gd name="connsiteX17" fmla="*/ 607905 w 3873364"/>
                  <a:gd name="connsiteY17" fmla="*/ 777989 h 3928011"/>
                  <a:gd name="connsiteX18" fmla="*/ 9275 w 3873364"/>
                  <a:gd name="connsiteY18" fmla="*/ 1774528 h 3928011"/>
                  <a:gd name="connsiteX19" fmla="*/ 1199990 w 3873364"/>
                  <a:gd name="connsiteY19" fmla="*/ 2702245 h 3928011"/>
                  <a:gd name="connsiteX20" fmla="*/ 1511169 w 3873364"/>
                  <a:gd name="connsiteY20" fmla="*/ 2089161 h 3928011"/>
                  <a:gd name="connsiteX21" fmla="*/ 1514542 w 3873364"/>
                  <a:gd name="connsiteY21" fmla="*/ 2094139 h 3928011"/>
                  <a:gd name="connsiteX22" fmla="*/ 1964809 w 3873364"/>
                  <a:gd name="connsiteY22" fmla="*/ 2757454 h 3928011"/>
                  <a:gd name="connsiteX23" fmla="*/ 2713207 w 3873364"/>
                  <a:gd name="connsiteY23" fmla="*/ 3079395 h 3928011"/>
                  <a:gd name="connsiteX24" fmla="*/ 2713447 w 3873364"/>
                  <a:gd name="connsiteY24" fmla="*/ 3077307 h 3928011"/>
                  <a:gd name="connsiteX25" fmla="*/ 2717944 w 3873364"/>
                  <a:gd name="connsiteY25" fmla="*/ 3081362 h 3928011"/>
                  <a:gd name="connsiteX26" fmla="*/ 3873365 w 3873364"/>
                  <a:gd name="connsiteY26" fmla="*/ 3369535 h 3928011"/>
                  <a:gd name="connsiteX27" fmla="*/ 3554677 w 3873364"/>
                  <a:gd name="connsiteY27" fmla="*/ 3844897 h 3928011"/>
                  <a:gd name="connsiteX28" fmla="*/ 3551665 w 3873364"/>
                  <a:gd name="connsiteY28" fmla="*/ 3842166 h 3928011"/>
                  <a:gd name="connsiteX29" fmla="*/ 2718868 w 3873364"/>
                  <a:gd name="connsiteY29" fmla="*/ 3091721 h 3928011"/>
                  <a:gd name="connsiteX30" fmla="*/ 2646674 w 3873364"/>
                  <a:gd name="connsiteY30" fmla="*/ 3689909 h 3928011"/>
                  <a:gd name="connsiteX31" fmla="*/ 2727541 w 3873364"/>
                  <a:gd name="connsiteY31" fmla="*/ 3928012 h 3928011"/>
                  <a:gd name="connsiteX32" fmla="*/ 1446444 w 3873364"/>
                  <a:gd name="connsiteY32" fmla="*/ 3601976 h 3928011"/>
                  <a:gd name="connsiteX33" fmla="*/ 2329512 w 3873364"/>
                  <a:gd name="connsiteY33" fmla="*/ 3877179 h 3928011"/>
                  <a:gd name="connsiteX34" fmla="*/ 2717262 w 3873364"/>
                  <a:gd name="connsiteY34" fmla="*/ 3919701 h 3928011"/>
                  <a:gd name="connsiteX35" fmla="*/ 2639447 w 3873364"/>
                  <a:gd name="connsiteY35" fmla="*/ 3690592 h 3928011"/>
                  <a:gd name="connsiteX36" fmla="*/ 2712323 w 3873364"/>
                  <a:gd name="connsiteY36" fmla="*/ 3086622 h 3928011"/>
                  <a:gd name="connsiteX37" fmla="*/ 1961637 w 3873364"/>
                  <a:gd name="connsiteY37" fmla="*/ 2763758 h 3928011"/>
                  <a:gd name="connsiteX38" fmla="*/ 1205972 w 3873364"/>
                  <a:gd name="connsiteY38" fmla="*/ 2711520 h 3928011"/>
                  <a:gd name="connsiteX39" fmla="*/ 1446444 w 3873364"/>
                  <a:gd name="connsiteY39" fmla="*/ 3602016 h 3928011"/>
                  <a:gd name="connsiteX40" fmla="*/ 2729066 w 3873364"/>
                  <a:gd name="connsiteY40" fmla="*/ 3091320 h 3928011"/>
                  <a:gd name="connsiteX41" fmla="*/ 3553352 w 3873364"/>
                  <a:gd name="connsiteY41" fmla="*/ 3834096 h 3928011"/>
                  <a:gd name="connsiteX42" fmla="*/ 3861881 w 3873364"/>
                  <a:gd name="connsiteY42" fmla="*/ 3373911 h 3928011"/>
                  <a:gd name="connsiteX43" fmla="*/ 2729107 w 3873364"/>
                  <a:gd name="connsiteY43" fmla="*/ 3091320 h 3928011"/>
                  <a:gd name="connsiteX44" fmla="*/ 1206815 w 3873364"/>
                  <a:gd name="connsiteY44" fmla="*/ 2704453 h 3928011"/>
                  <a:gd name="connsiteX45" fmla="*/ 1955454 w 3873364"/>
                  <a:gd name="connsiteY45" fmla="*/ 2756210 h 3928011"/>
                  <a:gd name="connsiteX46" fmla="*/ 1512053 w 3873364"/>
                  <a:gd name="connsiteY46" fmla="*/ 2103013 h 3928011"/>
                  <a:gd name="connsiteX47" fmla="*/ 1206775 w 3873364"/>
                  <a:gd name="connsiteY47" fmla="*/ 2704453 h 3928011"/>
                  <a:gd name="connsiteX48" fmla="*/ 615534 w 3873364"/>
                  <a:gd name="connsiteY48" fmla="*/ 765904 h 3928011"/>
                  <a:gd name="connsiteX49" fmla="*/ 1524219 w 3873364"/>
                  <a:gd name="connsiteY49" fmla="*/ 1088406 h 3928011"/>
                  <a:gd name="connsiteX50" fmla="*/ 1136910 w 3873364"/>
                  <a:gd name="connsiteY50" fmla="*/ 15298 h 3928011"/>
                  <a:gd name="connsiteX51" fmla="*/ 615574 w 3873364"/>
                  <a:gd name="connsiteY51" fmla="*/ 765944 h 392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873364" h="3928011">
                    <a:moveTo>
                      <a:pt x="2727541" y="3927932"/>
                    </a:moveTo>
                    <a:lnTo>
                      <a:pt x="2328066" y="3884045"/>
                    </a:lnTo>
                    <a:lnTo>
                      <a:pt x="1440622" y="3607597"/>
                    </a:lnTo>
                    <a:lnTo>
                      <a:pt x="1440100" y="3605710"/>
                    </a:lnTo>
                    <a:lnTo>
                      <a:pt x="1198102" y="2709673"/>
                    </a:lnTo>
                    <a:lnTo>
                      <a:pt x="0" y="1776214"/>
                    </a:lnTo>
                    <a:lnTo>
                      <a:pt x="1606" y="1773524"/>
                    </a:lnTo>
                    <a:lnTo>
                      <a:pt x="606258" y="766948"/>
                    </a:lnTo>
                    <a:lnTo>
                      <a:pt x="606258" y="766827"/>
                    </a:lnTo>
                    <a:cubicBezTo>
                      <a:pt x="606258" y="766827"/>
                      <a:pt x="608427" y="763414"/>
                      <a:pt x="608427" y="763414"/>
                    </a:cubicBezTo>
                    <a:lnTo>
                      <a:pt x="608587" y="763414"/>
                    </a:lnTo>
                    <a:cubicBezTo>
                      <a:pt x="608587" y="763414"/>
                      <a:pt x="1138878" y="0"/>
                      <a:pt x="1138878" y="0"/>
                    </a:cubicBezTo>
                    <a:lnTo>
                      <a:pt x="1535943" y="1100091"/>
                    </a:lnTo>
                    <a:lnTo>
                      <a:pt x="1528876" y="1097601"/>
                    </a:lnTo>
                    <a:lnTo>
                      <a:pt x="614329" y="773051"/>
                    </a:lnTo>
                    <a:lnTo>
                      <a:pt x="745265" y="1650417"/>
                    </a:lnTo>
                    <a:lnTo>
                      <a:pt x="738279" y="1651461"/>
                    </a:lnTo>
                    <a:lnTo>
                      <a:pt x="607905" y="777989"/>
                    </a:lnTo>
                    <a:lnTo>
                      <a:pt x="9275" y="1774528"/>
                    </a:lnTo>
                    <a:lnTo>
                      <a:pt x="1199990" y="2702245"/>
                    </a:lnTo>
                    <a:lnTo>
                      <a:pt x="1511169" y="2089161"/>
                    </a:lnTo>
                    <a:lnTo>
                      <a:pt x="1514542" y="2094139"/>
                    </a:lnTo>
                    <a:lnTo>
                      <a:pt x="1964809" y="2757454"/>
                    </a:lnTo>
                    <a:lnTo>
                      <a:pt x="2713207" y="3079395"/>
                    </a:lnTo>
                    <a:lnTo>
                      <a:pt x="2713447" y="3077307"/>
                    </a:lnTo>
                    <a:lnTo>
                      <a:pt x="2717944" y="3081362"/>
                    </a:lnTo>
                    <a:lnTo>
                      <a:pt x="3873365" y="3369535"/>
                    </a:lnTo>
                    <a:lnTo>
                      <a:pt x="3554677" y="3844897"/>
                    </a:lnTo>
                    <a:lnTo>
                      <a:pt x="3551665" y="3842166"/>
                    </a:lnTo>
                    <a:lnTo>
                      <a:pt x="2718868" y="3091721"/>
                    </a:lnTo>
                    <a:lnTo>
                      <a:pt x="2646674" y="3689909"/>
                    </a:lnTo>
                    <a:lnTo>
                      <a:pt x="2727541" y="3928012"/>
                    </a:lnTo>
                    <a:close/>
                    <a:moveTo>
                      <a:pt x="1446444" y="3601976"/>
                    </a:moveTo>
                    <a:lnTo>
                      <a:pt x="2329512" y="3877179"/>
                    </a:lnTo>
                    <a:lnTo>
                      <a:pt x="2717262" y="3919701"/>
                    </a:lnTo>
                    <a:lnTo>
                      <a:pt x="2639447" y="3690592"/>
                    </a:lnTo>
                    <a:lnTo>
                      <a:pt x="2712323" y="3086622"/>
                    </a:lnTo>
                    <a:lnTo>
                      <a:pt x="1961637" y="2763758"/>
                    </a:lnTo>
                    <a:lnTo>
                      <a:pt x="1205972" y="2711520"/>
                    </a:lnTo>
                    <a:lnTo>
                      <a:pt x="1446444" y="3602016"/>
                    </a:lnTo>
                    <a:close/>
                    <a:moveTo>
                      <a:pt x="2729066" y="3091320"/>
                    </a:moveTo>
                    <a:lnTo>
                      <a:pt x="3553352" y="3834096"/>
                    </a:lnTo>
                    <a:lnTo>
                      <a:pt x="3861881" y="3373911"/>
                    </a:lnTo>
                    <a:lnTo>
                      <a:pt x="2729107" y="3091320"/>
                    </a:lnTo>
                    <a:close/>
                    <a:moveTo>
                      <a:pt x="1206815" y="2704453"/>
                    </a:moveTo>
                    <a:lnTo>
                      <a:pt x="1955454" y="2756210"/>
                    </a:lnTo>
                    <a:lnTo>
                      <a:pt x="1512053" y="2103013"/>
                    </a:lnTo>
                    <a:lnTo>
                      <a:pt x="1206775" y="2704453"/>
                    </a:lnTo>
                    <a:close/>
                    <a:moveTo>
                      <a:pt x="615534" y="765904"/>
                    </a:moveTo>
                    <a:lnTo>
                      <a:pt x="1524219" y="1088406"/>
                    </a:lnTo>
                    <a:lnTo>
                      <a:pt x="1136910" y="15298"/>
                    </a:lnTo>
                    <a:lnTo>
                      <a:pt x="615574" y="765944"/>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80" name="Freeform: Shape 1579">
                <a:extLst>
                  <a:ext uri="{FF2B5EF4-FFF2-40B4-BE49-F238E27FC236}">
                    <a16:creationId xmlns:a16="http://schemas.microsoft.com/office/drawing/2014/main" id="{9F4BEFC4-40F5-296A-39E4-AC7357CC8114}"/>
                  </a:ext>
                </a:extLst>
              </p:cNvPr>
              <p:cNvSpPr/>
              <p:nvPr/>
            </p:nvSpPr>
            <p:spPr>
              <a:xfrm>
                <a:off x="6166145" y="3955235"/>
                <a:ext cx="897603" cy="1170357"/>
              </a:xfrm>
              <a:custGeom>
                <a:avLst/>
                <a:gdLst>
                  <a:gd name="connsiteX0" fmla="*/ 446774 w 897603"/>
                  <a:gd name="connsiteY0" fmla="*/ 1170357 h 1170357"/>
                  <a:gd name="connsiteX1" fmla="*/ 444566 w 897603"/>
                  <a:gd name="connsiteY1" fmla="*/ 1164575 h 1170357"/>
                  <a:gd name="connsiteX2" fmla="*/ 0 w 897603"/>
                  <a:gd name="connsiteY2" fmla="*/ 0 h 1170357"/>
                  <a:gd name="connsiteX3" fmla="*/ 9275 w 897603"/>
                  <a:gd name="connsiteY3" fmla="*/ 6264 h 1170357"/>
                  <a:gd name="connsiteX4" fmla="*/ 897603 w 897603"/>
                  <a:gd name="connsiteY4" fmla="*/ 606740 h 1170357"/>
                  <a:gd name="connsiteX5" fmla="*/ 895194 w 897603"/>
                  <a:gd name="connsiteY5" fmla="*/ 609752 h 1170357"/>
                  <a:gd name="connsiteX6" fmla="*/ 446774 w 897603"/>
                  <a:gd name="connsiteY6" fmla="*/ 1170317 h 1170357"/>
                  <a:gd name="connsiteX7" fmla="*/ 14615 w 897603"/>
                  <a:gd name="connsiteY7" fmla="*/ 18430 h 1170357"/>
                  <a:gd name="connsiteX8" fmla="*/ 448982 w 897603"/>
                  <a:gd name="connsiteY8" fmla="*/ 1156264 h 1170357"/>
                  <a:gd name="connsiteX9" fmla="*/ 887284 w 897603"/>
                  <a:gd name="connsiteY9" fmla="*/ 608346 h 1170357"/>
                  <a:gd name="connsiteX10" fmla="*/ 14615 w 897603"/>
                  <a:gd name="connsiteY10" fmla="*/ 18430 h 117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97603" h="1170357">
                    <a:moveTo>
                      <a:pt x="446774" y="1170357"/>
                    </a:moveTo>
                    <a:lnTo>
                      <a:pt x="444566" y="1164575"/>
                    </a:lnTo>
                    <a:lnTo>
                      <a:pt x="0" y="0"/>
                    </a:lnTo>
                    <a:lnTo>
                      <a:pt x="9275" y="6264"/>
                    </a:lnTo>
                    <a:lnTo>
                      <a:pt x="897603" y="606740"/>
                    </a:lnTo>
                    <a:lnTo>
                      <a:pt x="895194" y="609752"/>
                    </a:lnTo>
                    <a:lnTo>
                      <a:pt x="446774" y="1170317"/>
                    </a:lnTo>
                    <a:close/>
                    <a:moveTo>
                      <a:pt x="14615" y="18430"/>
                    </a:moveTo>
                    <a:lnTo>
                      <a:pt x="448982" y="1156264"/>
                    </a:lnTo>
                    <a:lnTo>
                      <a:pt x="887284" y="608346"/>
                    </a:lnTo>
                    <a:lnTo>
                      <a:pt x="14615" y="18430"/>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81" name="Freeform: Shape 1580">
                <a:extLst>
                  <a:ext uri="{FF2B5EF4-FFF2-40B4-BE49-F238E27FC236}">
                    <a16:creationId xmlns:a16="http://schemas.microsoft.com/office/drawing/2014/main" id="{1C08923F-7117-EB1B-C60A-E7F3B391F9BD}"/>
                  </a:ext>
                </a:extLst>
              </p:cNvPr>
              <p:cNvSpPr/>
              <p:nvPr/>
            </p:nvSpPr>
            <p:spPr>
              <a:xfrm>
                <a:off x="5405903" y="1768424"/>
                <a:ext cx="2571067" cy="3176763"/>
              </a:xfrm>
              <a:custGeom>
                <a:avLst/>
                <a:gdLst>
                  <a:gd name="connsiteX0" fmla="*/ 2570987 w 2571067"/>
                  <a:gd name="connsiteY0" fmla="*/ 3176764 h 3176763"/>
                  <a:gd name="connsiteX1" fmla="*/ 2560989 w 2571067"/>
                  <a:gd name="connsiteY1" fmla="*/ 3172668 h 3176763"/>
                  <a:gd name="connsiteX2" fmla="*/ 1648851 w 2571067"/>
                  <a:gd name="connsiteY2" fmla="*/ 2796643 h 3176763"/>
                  <a:gd name="connsiteX3" fmla="*/ 1649132 w 2571067"/>
                  <a:gd name="connsiteY3" fmla="*/ 2793993 h 3176763"/>
                  <a:gd name="connsiteX4" fmla="*/ 1752002 w 2571067"/>
                  <a:gd name="connsiteY4" fmla="*/ 1843750 h 3176763"/>
                  <a:gd name="connsiteX5" fmla="*/ 953535 w 2571067"/>
                  <a:gd name="connsiteY5" fmla="*/ 1538834 h 3176763"/>
                  <a:gd name="connsiteX6" fmla="*/ 770401 w 2571067"/>
                  <a:gd name="connsiteY6" fmla="*/ 2199057 h 3176763"/>
                  <a:gd name="connsiteX7" fmla="*/ 768313 w 2571067"/>
                  <a:gd name="connsiteY7" fmla="*/ 2199499 h 3176763"/>
                  <a:gd name="connsiteX8" fmla="*/ 0 w 2571067"/>
                  <a:gd name="connsiteY8" fmla="*/ 2366171 h 3176763"/>
                  <a:gd name="connsiteX9" fmla="*/ 18550 w 2571067"/>
                  <a:gd name="connsiteY9" fmla="*/ 1357868 h 3176763"/>
                  <a:gd name="connsiteX10" fmla="*/ 20277 w 2571067"/>
                  <a:gd name="connsiteY10" fmla="*/ 1356864 h 3176763"/>
                  <a:gd name="connsiteX11" fmla="*/ 813886 w 2571067"/>
                  <a:gd name="connsiteY11" fmla="*/ 894471 h 3176763"/>
                  <a:gd name="connsiteX12" fmla="*/ 954378 w 2571067"/>
                  <a:gd name="connsiteY12" fmla="*/ 281869 h 3176763"/>
                  <a:gd name="connsiteX13" fmla="*/ 956386 w 2571067"/>
                  <a:gd name="connsiteY13" fmla="*/ 281306 h 3176763"/>
                  <a:gd name="connsiteX14" fmla="*/ 1949110 w 2571067"/>
                  <a:gd name="connsiteY14" fmla="*/ 0 h 3176763"/>
                  <a:gd name="connsiteX15" fmla="*/ 1951037 w 2571067"/>
                  <a:gd name="connsiteY15" fmla="*/ 6786 h 3176763"/>
                  <a:gd name="connsiteX16" fmla="*/ 960361 w 2571067"/>
                  <a:gd name="connsiteY16" fmla="*/ 287530 h 3176763"/>
                  <a:gd name="connsiteX17" fmla="*/ 820109 w 2571067"/>
                  <a:gd name="connsiteY17" fmla="*/ 899008 h 3176763"/>
                  <a:gd name="connsiteX18" fmla="*/ 818784 w 2571067"/>
                  <a:gd name="connsiteY18" fmla="*/ 899771 h 3176763"/>
                  <a:gd name="connsiteX19" fmla="*/ 25577 w 2571067"/>
                  <a:gd name="connsiteY19" fmla="*/ 1361923 h 3176763"/>
                  <a:gd name="connsiteX20" fmla="*/ 7268 w 2571067"/>
                  <a:gd name="connsiteY20" fmla="*/ 2357297 h 3176763"/>
                  <a:gd name="connsiteX21" fmla="*/ 764779 w 2571067"/>
                  <a:gd name="connsiteY21" fmla="*/ 2192994 h 3176763"/>
                  <a:gd name="connsiteX22" fmla="*/ 948877 w 2571067"/>
                  <a:gd name="connsiteY22" fmla="*/ 1529358 h 3176763"/>
                  <a:gd name="connsiteX23" fmla="*/ 952491 w 2571067"/>
                  <a:gd name="connsiteY23" fmla="*/ 1530763 h 3176763"/>
                  <a:gd name="connsiteX24" fmla="*/ 1759712 w 2571067"/>
                  <a:gd name="connsiteY24" fmla="*/ 1839012 h 3176763"/>
                  <a:gd name="connsiteX25" fmla="*/ 1759551 w 2571067"/>
                  <a:gd name="connsiteY25" fmla="*/ 1840538 h 3176763"/>
                  <a:gd name="connsiteX26" fmla="*/ 2571067 w 2571067"/>
                  <a:gd name="connsiteY26" fmla="*/ 3176724 h 3176763"/>
                  <a:gd name="connsiteX27" fmla="*/ 1656480 w 2571067"/>
                  <a:gd name="connsiteY27" fmla="*/ 2792106 h 3176763"/>
                  <a:gd name="connsiteX28" fmla="*/ 2553722 w 2571067"/>
                  <a:gd name="connsiteY28" fmla="*/ 3161988 h 3176763"/>
                  <a:gd name="connsiteX29" fmla="*/ 1758186 w 2571067"/>
                  <a:gd name="connsiteY29" fmla="*/ 1852142 h 3176763"/>
                  <a:gd name="connsiteX30" fmla="*/ 1656440 w 2571067"/>
                  <a:gd name="connsiteY30" fmla="*/ 2792106 h 3176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571067" h="3176763">
                    <a:moveTo>
                      <a:pt x="2570987" y="3176764"/>
                    </a:moveTo>
                    <a:lnTo>
                      <a:pt x="2560989" y="3172668"/>
                    </a:lnTo>
                    <a:lnTo>
                      <a:pt x="1648851" y="2796643"/>
                    </a:lnTo>
                    <a:lnTo>
                      <a:pt x="1649132" y="2793993"/>
                    </a:lnTo>
                    <a:lnTo>
                      <a:pt x="1752002" y="1843750"/>
                    </a:lnTo>
                    <a:lnTo>
                      <a:pt x="953535" y="1538834"/>
                    </a:lnTo>
                    <a:lnTo>
                      <a:pt x="770401" y="2199057"/>
                    </a:lnTo>
                    <a:lnTo>
                      <a:pt x="768313" y="2199499"/>
                    </a:lnTo>
                    <a:lnTo>
                      <a:pt x="0" y="2366171"/>
                    </a:lnTo>
                    <a:lnTo>
                      <a:pt x="18550" y="1357868"/>
                    </a:lnTo>
                    <a:lnTo>
                      <a:pt x="20277" y="1356864"/>
                    </a:lnTo>
                    <a:lnTo>
                      <a:pt x="813886" y="894471"/>
                    </a:lnTo>
                    <a:lnTo>
                      <a:pt x="954378" y="281869"/>
                    </a:lnTo>
                    <a:lnTo>
                      <a:pt x="956386" y="281306"/>
                    </a:lnTo>
                    <a:lnTo>
                      <a:pt x="1949110" y="0"/>
                    </a:lnTo>
                    <a:lnTo>
                      <a:pt x="1951037" y="6786"/>
                    </a:lnTo>
                    <a:lnTo>
                      <a:pt x="960361" y="287530"/>
                    </a:lnTo>
                    <a:lnTo>
                      <a:pt x="820109" y="899008"/>
                    </a:lnTo>
                    <a:lnTo>
                      <a:pt x="818784" y="899771"/>
                    </a:lnTo>
                    <a:lnTo>
                      <a:pt x="25577" y="1361923"/>
                    </a:lnTo>
                    <a:lnTo>
                      <a:pt x="7268" y="2357297"/>
                    </a:lnTo>
                    <a:lnTo>
                      <a:pt x="764779" y="2192994"/>
                    </a:lnTo>
                    <a:lnTo>
                      <a:pt x="948877" y="1529358"/>
                    </a:lnTo>
                    <a:lnTo>
                      <a:pt x="952491" y="1530763"/>
                    </a:lnTo>
                    <a:lnTo>
                      <a:pt x="1759712" y="1839012"/>
                    </a:lnTo>
                    <a:lnTo>
                      <a:pt x="1759551" y="1840538"/>
                    </a:lnTo>
                    <a:lnTo>
                      <a:pt x="2571067" y="3176724"/>
                    </a:lnTo>
                    <a:close/>
                    <a:moveTo>
                      <a:pt x="1656480" y="2792106"/>
                    </a:moveTo>
                    <a:lnTo>
                      <a:pt x="2553722" y="3161988"/>
                    </a:lnTo>
                    <a:lnTo>
                      <a:pt x="1758186" y="1852142"/>
                    </a:lnTo>
                    <a:lnTo>
                      <a:pt x="1656440" y="2792106"/>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82" name="Freeform: Shape 1581">
                <a:extLst>
                  <a:ext uri="{FF2B5EF4-FFF2-40B4-BE49-F238E27FC236}">
                    <a16:creationId xmlns:a16="http://schemas.microsoft.com/office/drawing/2014/main" id="{5CCBEA6A-6E8A-0922-4177-DB9E870CF792}"/>
                  </a:ext>
                </a:extLst>
              </p:cNvPr>
              <p:cNvSpPr/>
              <p:nvPr/>
            </p:nvSpPr>
            <p:spPr>
              <a:xfrm>
                <a:off x="5028472" y="1642547"/>
                <a:ext cx="1202679" cy="1030988"/>
              </a:xfrm>
              <a:custGeom>
                <a:avLst/>
                <a:gdLst>
                  <a:gd name="connsiteX0" fmla="*/ 1202680 w 1202679"/>
                  <a:gd name="connsiteY0" fmla="*/ 1030989 h 1030988"/>
                  <a:gd name="connsiteX1" fmla="*/ 0 w 1202679"/>
                  <a:gd name="connsiteY1" fmla="*/ 399354 h 1030988"/>
                  <a:gd name="connsiteX2" fmla="*/ 669137 w 1202679"/>
                  <a:gd name="connsiteY2" fmla="*/ 0 h 1030988"/>
                  <a:gd name="connsiteX3" fmla="*/ 670863 w 1202679"/>
                  <a:gd name="connsiteY3" fmla="*/ 3333 h 1030988"/>
                  <a:gd name="connsiteX4" fmla="*/ 1202640 w 1202679"/>
                  <a:gd name="connsiteY4" fmla="*/ 1030989 h 1030988"/>
                  <a:gd name="connsiteX5" fmla="*/ 14495 w 1202679"/>
                  <a:gd name="connsiteY5" fmla="*/ 398993 h 1030988"/>
                  <a:gd name="connsiteX6" fmla="*/ 1186097 w 1202679"/>
                  <a:gd name="connsiteY6" fmla="*/ 1014285 h 1030988"/>
                  <a:gd name="connsiteX7" fmla="*/ 666406 w 1202679"/>
                  <a:gd name="connsiteY7" fmla="*/ 9958 h 1030988"/>
                  <a:gd name="connsiteX8" fmla="*/ 14535 w 1202679"/>
                  <a:gd name="connsiteY8" fmla="*/ 398993 h 1030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2679" h="1030988">
                    <a:moveTo>
                      <a:pt x="1202680" y="1030989"/>
                    </a:moveTo>
                    <a:lnTo>
                      <a:pt x="0" y="399354"/>
                    </a:lnTo>
                    <a:lnTo>
                      <a:pt x="669137" y="0"/>
                    </a:lnTo>
                    <a:lnTo>
                      <a:pt x="670863" y="3333"/>
                    </a:lnTo>
                    <a:lnTo>
                      <a:pt x="1202640" y="1030989"/>
                    </a:lnTo>
                    <a:close/>
                    <a:moveTo>
                      <a:pt x="14495" y="398993"/>
                    </a:moveTo>
                    <a:lnTo>
                      <a:pt x="1186097" y="1014285"/>
                    </a:lnTo>
                    <a:lnTo>
                      <a:pt x="666406" y="9958"/>
                    </a:lnTo>
                    <a:lnTo>
                      <a:pt x="14535" y="398993"/>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83" name="Freeform: Shape 1582">
                <a:extLst>
                  <a:ext uri="{FF2B5EF4-FFF2-40B4-BE49-F238E27FC236}">
                    <a16:creationId xmlns:a16="http://schemas.microsoft.com/office/drawing/2014/main" id="{E7973C3C-0814-65AF-B148-809F96B1A0BE}"/>
                  </a:ext>
                </a:extLst>
              </p:cNvPr>
              <p:cNvSpPr/>
              <p:nvPr/>
            </p:nvSpPr>
            <p:spPr>
              <a:xfrm>
                <a:off x="6359679" y="1012960"/>
                <a:ext cx="99416" cy="1040504"/>
              </a:xfrm>
              <a:custGeom>
                <a:avLst/>
                <a:gdLst>
                  <a:gd name="connsiteX0" fmla="*/ 7067 w 99416"/>
                  <a:gd name="connsiteY0" fmla="*/ 1040505 h 1040504"/>
                  <a:gd name="connsiteX1" fmla="*/ 0 w 99416"/>
                  <a:gd name="connsiteY1" fmla="*/ 1039862 h 1040504"/>
                  <a:gd name="connsiteX2" fmla="*/ 92350 w 99416"/>
                  <a:gd name="connsiteY2" fmla="*/ 0 h 1040504"/>
                  <a:gd name="connsiteX3" fmla="*/ 99417 w 99416"/>
                  <a:gd name="connsiteY3" fmla="*/ 642 h 1040504"/>
                  <a:gd name="connsiteX4" fmla="*/ 7067 w 99416"/>
                  <a:gd name="connsiteY4" fmla="*/ 1040505 h 1040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16" h="1040504">
                    <a:moveTo>
                      <a:pt x="7067" y="1040505"/>
                    </a:moveTo>
                    <a:lnTo>
                      <a:pt x="0" y="1039862"/>
                    </a:lnTo>
                    <a:lnTo>
                      <a:pt x="92350" y="0"/>
                    </a:lnTo>
                    <a:lnTo>
                      <a:pt x="99417" y="642"/>
                    </a:lnTo>
                    <a:lnTo>
                      <a:pt x="7067" y="1040505"/>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84" name="Freeform: Shape 1583">
                <a:extLst>
                  <a:ext uri="{FF2B5EF4-FFF2-40B4-BE49-F238E27FC236}">
                    <a16:creationId xmlns:a16="http://schemas.microsoft.com/office/drawing/2014/main" id="{697BCF2C-0115-557B-A1D7-40084AA06DA2}"/>
                  </a:ext>
                </a:extLst>
              </p:cNvPr>
              <p:cNvSpPr/>
              <p:nvPr/>
            </p:nvSpPr>
            <p:spPr>
              <a:xfrm>
                <a:off x="4633053" y="3125449"/>
                <a:ext cx="796901" cy="1007780"/>
              </a:xfrm>
              <a:custGeom>
                <a:avLst/>
                <a:gdLst>
                  <a:gd name="connsiteX0" fmla="*/ 774657 w 796901"/>
                  <a:gd name="connsiteY0" fmla="*/ 1007781 h 1007780"/>
                  <a:gd name="connsiteX1" fmla="*/ 0 w 796901"/>
                  <a:gd name="connsiteY1" fmla="*/ 559842 h 1007780"/>
                  <a:gd name="connsiteX2" fmla="*/ 4537 w 796901"/>
                  <a:gd name="connsiteY2" fmla="*/ 556670 h 1007780"/>
                  <a:gd name="connsiteX3" fmla="*/ 792806 w 796901"/>
                  <a:gd name="connsiteY3" fmla="*/ 0 h 1007780"/>
                  <a:gd name="connsiteX4" fmla="*/ 796901 w 796901"/>
                  <a:gd name="connsiteY4" fmla="*/ 5782 h 1007780"/>
                  <a:gd name="connsiteX5" fmla="*/ 13130 w 796901"/>
                  <a:gd name="connsiteY5" fmla="*/ 559240 h 1007780"/>
                  <a:gd name="connsiteX6" fmla="*/ 778190 w 796901"/>
                  <a:gd name="connsiteY6" fmla="*/ 1001637 h 1007780"/>
                  <a:gd name="connsiteX7" fmla="*/ 774657 w 796901"/>
                  <a:gd name="connsiteY7" fmla="*/ 1007781 h 100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6901" h="1007780">
                    <a:moveTo>
                      <a:pt x="774657" y="1007781"/>
                    </a:moveTo>
                    <a:lnTo>
                      <a:pt x="0" y="559842"/>
                    </a:lnTo>
                    <a:lnTo>
                      <a:pt x="4537" y="556670"/>
                    </a:lnTo>
                    <a:lnTo>
                      <a:pt x="792806" y="0"/>
                    </a:lnTo>
                    <a:lnTo>
                      <a:pt x="796901" y="5782"/>
                    </a:lnTo>
                    <a:lnTo>
                      <a:pt x="13130" y="559240"/>
                    </a:lnTo>
                    <a:lnTo>
                      <a:pt x="778190" y="1001637"/>
                    </a:lnTo>
                    <a:lnTo>
                      <a:pt x="774657" y="1007781"/>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85" name="Freeform: Shape 1584">
                <a:extLst>
                  <a:ext uri="{FF2B5EF4-FFF2-40B4-BE49-F238E27FC236}">
                    <a16:creationId xmlns:a16="http://schemas.microsoft.com/office/drawing/2014/main" id="{AAE36BAC-EA28-1754-CF19-56AC395C0C72}"/>
                  </a:ext>
                </a:extLst>
              </p:cNvPr>
              <p:cNvSpPr/>
              <p:nvPr/>
            </p:nvSpPr>
            <p:spPr>
              <a:xfrm>
                <a:off x="3460648" y="948315"/>
                <a:ext cx="5170723" cy="3794827"/>
              </a:xfrm>
              <a:custGeom>
                <a:avLst/>
                <a:gdLst>
                  <a:gd name="connsiteX0" fmla="*/ 1635199 w 5170723"/>
                  <a:gd name="connsiteY0" fmla="*/ 3794827 h 3794827"/>
                  <a:gd name="connsiteX1" fmla="*/ 1176822 w 5170723"/>
                  <a:gd name="connsiteY1" fmla="*/ 2740671 h 3794827"/>
                  <a:gd name="connsiteX2" fmla="*/ 440631 w 5170723"/>
                  <a:gd name="connsiteY2" fmla="*/ 2864942 h 3794827"/>
                  <a:gd name="connsiteX3" fmla="*/ 97971 w 5170723"/>
                  <a:gd name="connsiteY3" fmla="*/ 2521680 h 3794827"/>
                  <a:gd name="connsiteX4" fmla="*/ 97731 w 5170723"/>
                  <a:gd name="connsiteY4" fmla="*/ 2520717 h 3794827"/>
                  <a:gd name="connsiteX5" fmla="*/ 0 w 5170723"/>
                  <a:gd name="connsiteY5" fmla="*/ 2114336 h 3794827"/>
                  <a:gd name="connsiteX6" fmla="*/ 1040746 w 5170723"/>
                  <a:gd name="connsiteY6" fmla="*/ 1851459 h 3794827"/>
                  <a:gd name="connsiteX7" fmla="*/ 528524 w 5170723"/>
                  <a:gd name="connsiteY7" fmla="*/ 1252549 h 3794827"/>
                  <a:gd name="connsiteX8" fmla="*/ 529447 w 5170723"/>
                  <a:gd name="connsiteY8" fmla="*/ 1250501 h 3794827"/>
                  <a:gd name="connsiteX9" fmla="*/ 863152 w 5170723"/>
                  <a:gd name="connsiteY9" fmla="*/ 511058 h 3794827"/>
                  <a:gd name="connsiteX10" fmla="*/ 865361 w 5170723"/>
                  <a:gd name="connsiteY10" fmla="*/ 510977 h 3794827"/>
                  <a:gd name="connsiteX11" fmla="*/ 1606972 w 5170723"/>
                  <a:gd name="connsiteY11" fmla="*/ 489978 h 3794827"/>
                  <a:gd name="connsiteX12" fmla="*/ 1914538 w 5170723"/>
                  <a:gd name="connsiteY12" fmla="*/ 0 h 3794827"/>
                  <a:gd name="connsiteX13" fmla="*/ 1917309 w 5170723"/>
                  <a:gd name="connsiteY13" fmla="*/ 5902 h 3794827"/>
                  <a:gd name="connsiteX14" fmla="*/ 2236840 w 5170723"/>
                  <a:gd name="connsiteY14" fmla="*/ 693549 h 3794827"/>
                  <a:gd name="connsiteX15" fmla="*/ 2994914 w 5170723"/>
                  <a:gd name="connsiteY15" fmla="*/ 60349 h 3794827"/>
                  <a:gd name="connsiteX16" fmla="*/ 2997203 w 5170723"/>
                  <a:gd name="connsiteY16" fmla="*/ 62276 h 3794827"/>
                  <a:gd name="connsiteX17" fmla="*/ 3898580 w 5170723"/>
                  <a:gd name="connsiteY17" fmla="*/ 821675 h 3794827"/>
                  <a:gd name="connsiteX18" fmla="*/ 3898781 w 5170723"/>
                  <a:gd name="connsiteY18" fmla="*/ 823000 h 3794827"/>
                  <a:gd name="connsiteX19" fmla="*/ 4061558 w 5170723"/>
                  <a:gd name="connsiteY19" fmla="*/ 1962119 h 3794827"/>
                  <a:gd name="connsiteX20" fmla="*/ 4061036 w 5170723"/>
                  <a:gd name="connsiteY20" fmla="*/ 1963123 h 3794827"/>
                  <a:gd name="connsiteX21" fmla="*/ 3705970 w 5170723"/>
                  <a:gd name="connsiteY21" fmla="*/ 2659684 h 3794827"/>
                  <a:gd name="connsiteX22" fmla="*/ 4719252 w 5170723"/>
                  <a:gd name="connsiteY22" fmla="*/ 3065502 h 3794827"/>
                  <a:gd name="connsiteX23" fmla="*/ 5170723 w 5170723"/>
                  <a:gd name="connsiteY23" fmla="*/ 2742076 h 3794827"/>
                  <a:gd name="connsiteX24" fmla="*/ 5031074 w 5170723"/>
                  <a:gd name="connsiteY24" fmla="*/ 3256546 h 3794827"/>
                  <a:gd name="connsiteX25" fmla="*/ 5024208 w 5170723"/>
                  <a:gd name="connsiteY25" fmla="*/ 3254659 h 3794827"/>
                  <a:gd name="connsiteX26" fmla="*/ 5158678 w 5170723"/>
                  <a:gd name="connsiteY26" fmla="*/ 2759381 h 3794827"/>
                  <a:gd name="connsiteX27" fmla="*/ 4720216 w 5170723"/>
                  <a:gd name="connsiteY27" fmla="*/ 3073533 h 3794827"/>
                  <a:gd name="connsiteX28" fmla="*/ 4718449 w 5170723"/>
                  <a:gd name="connsiteY28" fmla="*/ 3072810 h 3794827"/>
                  <a:gd name="connsiteX29" fmla="*/ 3696173 w 5170723"/>
                  <a:gd name="connsiteY29" fmla="*/ 2663337 h 3794827"/>
                  <a:gd name="connsiteX30" fmla="*/ 4054211 w 5170723"/>
                  <a:gd name="connsiteY30" fmla="*/ 1960914 h 3794827"/>
                  <a:gd name="connsiteX31" fmla="*/ 3891955 w 5170723"/>
                  <a:gd name="connsiteY31" fmla="*/ 825329 h 3794827"/>
                  <a:gd name="connsiteX32" fmla="*/ 2994914 w 5170723"/>
                  <a:gd name="connsiteY32" fmla="*/ 69584 h 3794827"/>
                  <a:gd name="connsiteX33" fmla="*/ 2234311 w 5170723"/>
                  <a:gd name="connsiteY33" fmla="*/ 704872 h 3794827"/>
                  <a:gd name="connsiteX34" fmla="*/ 2232384 w 5170723"/>
                  <a:gd name="connsiteY34" fmla="*/ 700697 h 3794827"/>
                  <a:gd name="connsiteX35" fmla="*/ 1913615 w 5170723"/>
                  <a:gd name="connsiteY35" fmla="*/ 14776 h 3794827"/>
                  <a:gd name="connsiteX36" fmla="*/ 1610947 w 5170723"/>
                  <a:gd name="connsiteY36" fmla="*/ 496924 h 3794827"/>
                  <a:gd name="connsiteX37" fmla="*/ 1609060 w 5170723"/>
                  <a:gd name="connsiteY37" fmla="*/ 497004 h 3794827"/>
                  <a:gd name="connsiteX38" fmla="*/ 867770 w 5170723"/>
                  <a:gd name="connsiteY38" fmla="*/ 517964 h 3794827"/>
                  <a:gd name="connsiteX39" fmla="*/ 536835 w 5170723"/>
                  <a:gd name="connsiteY39" fmla="*/ 1251344 h 3794827"/>
                  <a:gd name="connsiteX40" fmla="*/ 1053554 w 5170723"/>
                  <a:gd name="connsiteY40" fmla="*/ 1855515 h 3794827"/>
                  <a:gd name="connsiteX41" fmla="*/ 8512 w 5170723"/>
                  <a:gd name="connsiteY41" fmla="*/ 2119475 h 3794827"/>
                  <a:gd name="connsiteX42" fmla="*/ 104356 w 5170723"/>
                  <a:gd name="connsiteY42" fmla="*/ 2518067 h 3794827"/>
                  <a:gd name="connsiteX43" fmla="*/ 443040 w 5170723"/>
                  <a:gd name="connsiteY43" fmla="*/ 2857353 h 3794827"/>
                  <a:gd name="connsiteX44" fmla="*/ 1181118 w 5170723"/>
                  <a:gd name="connsiteY44" fmla="*/ 2732761 h 3794827"/>
                  <a:gd name="connsiteX45" fmla="*/ 1641664 w 5170723"/>
                  <a:gd name="connsiteY45" fmla="*/ 3792016 h 3794827"/>
                  <a:gd name="connsiteX46" fmla="*/ 1635199 w 5170723"/>
                  <a:gd name="connsiteY46" fmla="*/ 3794827 h 3794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170723" h="3794827">
                    <a:moveTo>
                      <a:pt x="1635199" y="3794827"/>
                    </a:moveTo>
                    <a:lnTo>
                      <a:pt x="1176822" y="2740671"/>
                    </a:lnTo>
                    <a:lnTo>
                      <a:pt x="440631" y="2864942"/>
                    </a:lnTo>
                    <a:lnTo>
                      <a:pt x="97971" y="2521680"/>
                    </a:lnTo>
                    <a:lnTo>
                      <a:pt x="97731" y="2520717"/>
                    </a:lnTo>
                    <a:lnTo>
                      <a:pt x="0" y="2114336"/>
                    </a:lnTo>
                    <a:lnTo>
                      <a:pt x="1040746" y="1851459"/>
                    </a:lnTo>
                    <a:lnTo>
                      <a:pt x="528524" y="1252549"/>
                    </a:lnTo>
                    <a:lnTo>
                      <a:pt x="529447" y="1250501"/>
                    </a:lnTo>
                    <a:lnTo>
                      <a:pt x="863152" y="511058"/>
                    </a:lnTo>
                    <a:lnTo>
                      <a:pt x="865361" y="510977"/>
                    </a:lnTo>
                    <a:lnTo>
                      <a:pt x="1606972" y="489978"/>
                    </a:lnTo>
                    <a:lnTo>
                      <a:pt x="1914538" y="0"/>
                    </a:lnTo>
                    <a:lnTo>
                      <a:pt x="1917309" y="5902"/>
                    </a:lnTo>
                    <a:lnTo>
                      <a:pt x="2236840" y="693549"/>
                    </a:lnTo>
                    <a:lnTo>
                      <a:pt x="2994914" y="60349"/>
                    </a:lnTo>
                    <a:lnTo>
                      <a:pt x="2997203" y="62276"/>
                    </a:lnTo>
                    <a:lnTo>
                      <a:pt x="3898580" y="821675"/>
                    </a:lnTo>
                    <a:lnTo>
                      <a:pt x="3898781" y="823000"/>
                    </a:lnTo>
                    <a:lnTo>
                      <a:pt x="4061558" y="1962119"/>
                    </a:lnTo>
                    <a:lnTo>
                      <a:pt x="4061036" y="1963123"/>
                    </a:lnTo>
                    <a:lnTo>
                      <a:pt x="3705970" y="2659684"/>
                    </a:lnTo>
                    <a:lnTo>
                      <a:pt x="4719252" y="3065502"/>
                    </a:lnTo>
                    <a:lnTo>
                      <a:pt x="5170723" y="2742076"/>
                    </a:lnTo>
                    <a:lnTo>
                      <a:pt x="5031074" y="3256546"/>
                    </a:lnTo>
                    <a:lnTo>
                      <a:pt x="5024208" y="3254659"/>
                    </a:lnTo>
                    <a:lnTo>
                      <a:pt x="5158678" y="2759381"/>
                    </a:lnTo>
                    <a:lnTo>
                      <a:pt x="4720216" y="3073533"/>
                    </a:lnTo>
                    <a:lnTo>
                      <a:pt x="4718449" y="3072810"/>
                    </a:lnTo>
                    <a:lnTo>
                      <a:pt x="3696173" y="2663337"/>
                    </a:lnTo>
                    <a:lnTo>
                      <a:pt x="4054211" y="1960914"/>
                    </a:lnTo>
                    <a:lnTo>
                      <a:pt x="3891955" y="825329"/>
                    </a:lnTo>
                    <a:lnTo>
                      <a:pt x="2994914" y="69584"/>
                    </a:lnTo>
                    <a:lnTo>
                      <a:pt x="2234311" y="704872"/>
                    </a:lnTo>
                    <a:lnTo>
                      <a:pt x="2232384" y="700697"/>
                    </a:lnTo>
                    <a:lnTo>
                      <a:pt x="1913615" y="14776"/>
                    </a:lnTo>
                    <a:lnTo>
                      <a:pt x="1610947" y="496924"/>
                    </a:lnTo>
                    <a:lnTo>
                      <a:pt x="1609060" y="497004"/>
                    </a:lnTo>
                    <a:lnTo>
                      <a:pt x="867770" y="517964"/>
                    </a:lnTo>
                    <a:lnTo>
                      <a:pt x="536835" y="1251344"/>
                    </a:lnTo>
                    <a:lnTo>
                      <a:pt x="1053554" y="1855515"/>
                    </a:lnTo>
                    <a:lnTo>
                      <a:pt x="8512" y="2119475"/>
                    </a:lnTo>
                    <a:lnTo>
                      <a:pt x="104356" y="2518067"/>
                    </a:lnTo>
                    <a:lnTo>
                      <a:pt x="443040" y="2857353"/>
                    </a:lnTo>
                    <a:lnTo>
                      <a:pt x="1181118" y="2732761"/>
                    </a:lnTo>
                    <a:lnTo>
                      <a:pt x="1641664" y="3792016"/>
                    </a:lnTo>
                    <a:lnTo>
                      <a:pt x="1635199" y="3794827"/>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86" name="Freeform: Shape 1585">
                <a:extLst>
                  <a:ext uri="{FF2B5EF4-FFF2-40B4-BE49-F238E27FC236}">
                    <a16:creationId xmlns:a16="http://schemas.microsoft.com/office/drawing/2014/main" id="{5C397A0F-852F-FA20-4B6B-EA64EEBA4A6A}"/>
                  </a:ext>
                </a:extLst>
              </p:cNvPr>
              <p:cNvSpPr/>
              <p:nvPr/>
            </p:nvSpPr>
            <p:spPr>
              <a:xfrm rot="-3840602">
                <a:off x="3999385" y="1993878"/>
                <a:ext cx="7066" cy="1123379"/>
              </a:xfrm>
              <a:custGeom>
                <a:avLst/>
                <a:gdLst>
                  <a:gd name="connsiteX0" fmla="*/ 0 w 7066"/>
                  <a:gd name="connsiteY0" fmla="*/ 0 h 1123379"/>
                  <a:gd name="connsiteX1" fmla="*/ 7067 w 7066"/>
                  <a:gd name="connsiteY1" fmla="*/ 0 h 1123379"/>
                  <a:gd name="connsiteX2" fmla="*/ 7067 w 7066"/>
                  <a:gd name="connsiteY2" fmla="*/ 1123379 h 1123379"/>
                  <a:gd name="connsiteX3" fmla="*/ 0 w 7066"/>
                  <a:gd name="connsiteY3" fmla="*/ 1123379 h 1123379"/>
                </a:gdLst>
                <a:ahLst/>
                <a:cxnLst>
                  <a:cxn ang="0">
                    <a:pos x="connsiteX0" y="connsiteY0"/>
                  </a:cxn>
                  <a:cxn ang="0">
                    <a:pos x="connsiteX1" y="connsiteY1"/>
                  </a:cxn>
                  <a:cxn ang="0">
                    <a:pos x="connsiteX2" y="connsiteY2"/>
                  </a:cxn>
                  <a:cxn ang="0">
                    <a:pos x="connsiteX3" y="connsiteY3"/>
                  </a:cxn>
                </a:cxnLst>
                <a:rect l="l" t="t" r="r" b="b"/>
                <a:pathLst>
                  <a:path w="7066" h="1123379">
                    <a:moveTo>
                      <a:pt x="0" y="0"/>
                    </a:moveTo>
                    <a:lnTo>
                      <a:pt x="7067" y="0"/>
                    </a:lnTo>
                    <a:lnTo>
                      <a:pt x="7067" y="1123379"/>
                    </a:lnTo>
                    <a:lnTo>
                      <a:pt x="0" y="1123379"/>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87" name="Freeform: Shape 1586">
                <a:extLst>
                  <a:ext uri="{FF2B5EF4-FFF2-40B4-BE49-F238E27FC236}">
                    <a16:creationId xmlns:a16="http://schemas.microsoft.com/office/drawing/2014/main" id="{5BBAAE3F-309A-24F5-A103-FC00FC81898F}"/>
                  </a:ext>
                </a:extLst>
              </p:cNvPr>
              <p:cNvSpPr/>
              <p:nvPr/>
            </p:nvSpPr>
            <p:spPr>
              <a:xfrm rot="-518999">
                <a:off x="3987274" y="2117501"/>
                <a:ext cx="1054357" cy="7066"/>
              </a:xfrm>
              <a:custGeom>
                <a:avLst/>
                <a:gdLst>
                  <a:gd name="connsiteX0" fmla="*/ 0 w 1054357"/>
                  <a:gd name="connsiteY0" fmla="*/ 0 h 7066"/>
                  <a:gd name="connsiteX1" fmla="*/ 1054358 w 1054357"/>
                  <a:gd name="connsiteY1" fmla="*/ 0 h 7066"/>
                  <a:gd name="connsiteX2" fmla="*/ 1054358 w 1054357"/>
                  <a:gd name="connsiteY2" fmla="*/ 7067 h 7066"/>
                  <a:gd name="connsiteX3" fmla="*/ 0 w 1054357"/>
                  <a:gd name="connsiteY3" fmla="*/ 7067 h 7066"/>
                </a:gdLst>
                <a:ahLst/>
                <a:cxnLst>
                  <a:cxn ang="0">
                    <a:pos x="connsiteX0" y="connsiteY0"/>
                  </a:cxn>
                  <a:cxn ang="0">
                    <a:pos x="connsiteX1" y="connsiteY1"/>
                  </a:cxn>
                  <a:cxn ang="0">
                    <a:pos x="connsiteX2" y="connsiteY2"/>
                  </a:cxn>
                  <a:cxn ang="0">
                    <a:pos x="connsiteX3" y="connsiteY3"/>
                  </a:cxn>
                </a:cxnLst>
                <a:rect l="l" t="t" r="r" b="b"/>
                <a:pathLst>
                  <a:path w="1054357" h="7066">
                    <a:moveTo>
                      <a:pt x="0" y="0"/>
                    </a:moveTo>
                    <a:lnTo>
                      <a:pt x="1054358" y="0"/>
                    </a:lnTo>
                    <a:lnTo>
                      <a:pt x="1054358" y="7067"/>
                    </a:lnTo>
                    <a:lnTo>
                      <a:pt x="0" y="7067"/>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88" name="Freeform: Shape 1587">
                <a:extLst>
                  <a:ext uri="{FF2B5EF4-FFF2-40B4-BE49-F238E27FC236}">
                    <a16:creationId xmlns:a16="http://schemas.microsoft.com/office/drawing/2014/main" id="{A3076951-FB6D-0C59-6788-C02389C2F086}"/>
                  </a:ext>
                </a:extLst>
              </p:cNvPr>
              <p:cNvSpPr/>
              <p:nvPr/>
            </p:nvSpPr>
            <p:spPr>
              <a:xfrm>
                <a:off x="5332706" y="4792529"/>
                <a:ext cx="1289689" cy="918161"/>
              </a:xfrm>
              <a:custGeom>
                <a:avLst/>
                <a:gdLst>
                  <a:gd name="connsiteX0" fmla="*/ 935989 w 1289689"/>
                  <a:gd name="connsiteY0" fmla="*/ 918161 h 918161"/>
                  <a:gd name="connsiteX1" fmla="*/ 929925 w 1289689"/>
                  <a:gd name="connsiteY1" fmla="*/ 914547 h 918161"/>
                  <a:gd name="connsiteX2" fmla="*/ 1272906 w 1289689"/>
                  <a:gd name="connsiteY2" fmla="*/ 333304 h 918161"/>
                  <a:gd name="connsiteX3" fmla="*/ 0 w 1289689"/>
                  <a:gd name="connsiteY3" fmla="*/ 853757 h 918161"/>
                  <a:gd name="connsiteX4" fmla="*/ 524589 w 1289689"/>
                  <a:gd name="connsiteY4" fmla="*/ 0 h 918161"/>
                  <a:gd name="connsiteX5" fmla="*/ 530612 w 1289689"/>
                  <a:gd name="connsiteY5" fmla="*/ 3694 h 918161"/>
                  <a:gd name="connsiteX6" fmla="*/ 17346 w 1289689"/>
                  <a:gd name="connsiteY6" fmla="*/ 839021 h 918161"/>
                  <a:gd name="connsiteX7" fmla="*/ 1289689 w 1289689"/>
                  <a:gd name="connsiteY7" fmla="*/ 318769 h 918161"/>
                  <a:gd name="connsiteX8" fmla="*/ 935989 w 1289689"/>
                  <a:gd name="connsiteY8" fmla="*/ 918161 h 918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9689" h="918161">
                    <a:moveTo>
                      <a:pt x="935989" y="918161"/>
                    </a:moveTo>
                    <a:lnTo>
                      <a:pt x="929925" y="914547"/>
                    </a:lnTo>
                    <a:lnTo>
                      <a:pt x="1272906" y="333304"/>
                    </a:lnTo>
                    <a:lnTo>
                      <a:pt x="0" y="853757"/>
                    </a:lnTo>
                    <a:lnTo>
                      <a:pt x="524589" y="0"/>
                    </a:lnTo>
                    <a:lnTo>
                      <a:pt x="530612" y="3694"/>
                    </a:lnTo>
                    <a:lnTo>
                      <a:pt x="17346" y="839021"/>
                    </a:lnTo>
                    <a:lnTo>
                      <a:pt x="1289689" y="318769"/>
                    </a:lnTo>
                    <a:lnTo>
                      <a:pt x="935989" y="918161"/>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89" name="Freeform: Shape 1588">
                <a:extLst>
                  <a:ext uri="{FF2B5EF4-FFF2-40B4-BE49-F238E27FC236}">
                    <a16:creationId xmlns:a16="http://schemas.microsoft.com/office/drawing/2014/main" id="{D128560C-CF40-B877-E088-9846A3235B4C}"/>
                  </a:ext>
                </a:extLst>
              </p:cNvPr>
              <p:cNvSpPr/>
              <p:nvPr/>
            </p:nvSpPr>
            <p:spPr>
              <a:xfrm rot="-2660401">
                <a:off x="4383472" y="4176342"/>
                <a:ext cx="7066" cy="1472141"/>
              </a:xfrm>
              <a:custGeom>
                <a:avLst/>
                <a:gdLst>
                  <a:gd name="connsiteX0" fmla="*/ 0 w 7066"/>
                  <a:gd name="connsiteY0" fmla="*/ 0 h 1472141"/>
                  <a:gd name="connsiteX1" fmla="*/ 7067 w 7066"/>
                  <a:gd name="connsiteY1" fmla="*/ 0 h 1472141"/>
                  <a:gd name="connsiteX2" fmla="*/ 7067 w 7066"/>
                  <a:gd name="connsiteY2" fmla="*/ 1472142 h 1472141"/>
                  <a:gd name="connsiteX3" fmla="*/ 0 w 7066"/>
                  <a:gd name="connsiteY3" fmla="*/ 1472142 h 1472141"/>
                </a:gdLst>
                <a:ahLst/>
                <a:cxnLst>
                  <a:cxn ang="0">
                    <a:pos x="connsiteX0" y="connsiteY0"/>
                  </a:cxn>
                  <a:cxn ang="0">
                    <a:pos x="connsiteX1" y="connsiteY1"/>
                  </a:cxn>
                  <a:cxn ang="0">
                    <a:pos x="connsiteX2" y="connsiteY2"/>
                  </a:cxn>
                  <a:cxn ang="0">
                    <a:pos x="connsiteX3" y="connsiteY3"/>
                  </a:cxn>
                </a:cxnLst>
                <a:rect l="l" t="t" r="r" b="b"/>
                <a:pathLst>
                  <a:path w="7066" h="1472141">
                    <a:moveTo>
                      <a:pt x="0" y="0"/>
                    </a:moveTo>
                    <a:lnTo>
                      <a:pt x="7067" y="0"/>
                    </a:lnTo>
                    <a:lnTo>
                      <a:pt x="7067" y="1472142"/>
                    </a:lnTo>
                    <a:lnTo>
                      <a:pt x="0" y="1472142"/>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90" name="Freeform: Shape 1589">
                <a:extLst>
                  <a:ext uri="{FF2B5EF4-FFF2-40B4-BE49-F238E27FC236}">
                    <a16:creationId xmlns:a16="http://schemas.microsoft.com/office/drawing/2014/main" id="{A84A9926-5138-FB7F-943C-011613405FC6}"/>
                  </a:ext>
                </a:extLst>
              </p:cNvPr>
              <p:cNvSpPr/>
              <p:nvPr/>
            </p:nvSpPr>
            <p:spPr>
              <a:xfrm>
                <a:off x="3056074" y="3613298"/>
                <a:ext cx="2047442" cy="2555407"/>
              </a:xfrm>
              <a:custGeom>
                <a:avLst/>
                <a:gdLst>
                  <a:gd name="connsiteX0" fmla="*/ 1726947 w 2047442"/>
                  <a:gd name="connsiteY0" fmla="*/ 2555368 h 2555407"/>
                  <a:gd name="connsiteX1" fmla="*/ 1607776 w 2047442"/>
                  <a:gd name="connsiteY1" fmla="*/ 1929194 h 2555407"/>
                  <a:gd name="connsiteX2" fmla="*/ 665483 w 2047442"/>
                  <a:gd name="connsiteY2" fmla="*/ 1322333 h 2555407"/>
                  <a:gd name="connsiteX3" fmla="*/ 663114 w 2047442"/>
                  <a:gd name="connsiteY3" fmla="*/ 1330805 h 2555407"/>
                  <a:gd name="connsiteX4" fmla="*/ 414973 w 2047442"/>
                  <a:gd name="connsiteY4" fmla="*/ 296765 h 2555407"/>
                  <a:gd name="connsiteX5" fmla="*/ 0 w 2047442"/>
                  <a:gd name="connsiteY5" fmla="*/ 5822 h 2555407"/>
                  <a:gd name="connsiteX6" fmla="*/ 4055 w 2047442"/>
                  <a:gd name="connsiteY6" fmla="*/ 0 h 2555407"/>
                  <a:gd name="connsiteX7" fmla="*/ 421237 w 2047442"/>
                  <a:gd name="connsiteY7" fmla="*/ 292509 h 2555407"/>
                  <a:gd name="connsiteX8" fmla="*/ 421558 w 2047442"/>
                  <a:gd name="connsiteY8" fmla="*/ 293794 h 2555407"/>
                  <a:gd name="connsiteX9" fmla="*/ 663676 w 2047442"/>
                  <a:gd name="connsiteY9" fmla="*/ 1302739 h 2555407"/>
                  <a:gd name="connsiteX10" fmla="*/ 814046 w 2047442"/>
                  <a:gd name="connsiteY10" fmla="*/ 768514 h 2555407"/>
                  <a:gd name="connsiteX11" fmla="*/ 817459 w 2047442"/>
                  <a:gd name="connsiteY11" fmla="*/ 769518 h 2555407"/>
                  <a:gd name="connsiteX12" fmla="*/ 2047442 w 2047442"/>
                  <a:gd name="connsiteY12" fmla="*/ 1126069 h 2555407"/>
                  <a:gd name="connsiteX13" fmla="*/ 2046479 w 2047442"/>
                  <a:gd name="connsiteY13" fmla="*/ 1129442 h 2555407"/>
                  <a:gd name="connsiteX14" fmla="*/ 1847645 w 2047442"/>
                  <a:gd name="connsiteY14" fmla="*/ 1830700 h 2555407"/>
                  <a:gd name="connsiteX15" fmla="*/ 1843951 w 2047442"/>
                  <a:gd name="connsiteY15" fmla="*/ 1829094 h 2555407"/>
                  <a:gd name="connsiteX16" fmla="*/ 701219 w 2047442"/>
                  <a:gd name="connsiteY16" fmla="*/ 1336908 h 2555407"/>
                  <a:gd name="connsiteX17" fmla="*/ 1614200 w 2047442"/>
                  <a:gd name="connsiteY17" fmla="*/ 1924898 h 2555407"/>
                  <a:gd name="connsiteX18" fmla="*/ 1733934 w 2047442"/>
                  <a:gd name="connsiteY18" fmla="*/ 2554083 h 2555407"/>
                  <a:gd name="connsiteX19" fmla="*/ 1726987 w 2047442"/>
                  <a:gd name="connsiteY19" fmla="*/ 2555408 h 2555407"/>
                  <a:gd name="connsiteX20" fmla="*/ 667611 w 2047442"/>
                  <a:gd name="connsiteY20" fmla="*/ 1314744 h 2555407"/>
                  <a:gd name="connsiteX21" fmla="*/ 1842987 w 2047442"/>
                  <a:gd name="connsiteY21" fmla="*/ 1820984 h 2555407"/>
                  <a:gd name="connsiteX22" fmla="*/ 2038649 w 2047442"/>
                  <a:gd name="connsiteY22" fmla="*/ 1130888 h 2555407"/>
                  <a:gd name="connsiteX23" fmla="*/ 818865 w 2047442"/>
                  <a:gd name="connsiteY23" fmla="*/ 777307 h 2555407"/>
                  <a:gd name="connsiteX24" fmla="*/ 667611 w 2047442"/>
                  <a:gd name="connsiteY24" fmla="*/ 1314744 h 255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47442" h="2555407">
                    <a:moveTo>
                      <a:pt x="1726947" y="2555368"/>
                    </a:moveTo>
                    <a:lnTo>
                      <a:pt x="1607776" y="1929194"/>
                    </a:lnTo>
                    <a:lnTo>
                      <a:pt x="665483" y="1322333"/>
                    </a:lnTo>
                    <a:lnTo>
                      <a:pt x="663114" y="1330805"/>
                    </a:lnTo>
                    <a:lnTo>
                      <a:pt x="414973" y="296765"/>
                    </a:lnTo>
                    <a:lnTo>
                      <a:pt x="0" y="5822"/>
                    </a:lnTo>
                    <a:lnTo>
                      <a:pt x="4055" y="0"/>
                    </a:lnTo>
                    <a:lnTo>
                      <a:pt x="421237" y="292509"/>
                    </a:lnTo>
                    <a:lnTo>
                      <a:pt x="421558" y="293794"/>
                    </a:lnTo>
                    <a:lnTo>
                      <a:pt x="663676" y="1302739"/>
                    </a:lnTo>
                    <a:lnTo>
                      <a:pt x="814046" y="768514"/>
                    </a:lnTo>
                    <a:lnTo>
                      <a:pt x="817459" y="769518"/>
                    </a:lnTo>
                    <a:lnTo>
                      <a:pt x="2047442" y="1126069"/>
                    </a:lnTo>
                    <a:lnTo>
                      <a:pt x="2046479" y="1129442"/>
                    </a:lnTo>
                    <a:lnTo>
                      <a:pt x="1847645" y="1830700"/>
                    </a:lnTo>
                    <a:lnTo>
                      <a:pt x="1843951" y="1829094"/>
                    </a:lnTo>
                    <a:lnTo>
                      <a:pt x="701219" y="1336908"/>
                    </a:lnTo>
                    <a:lnTo>
                      <a:pt x="1614200" y="1924898"/>
                    </a:lnTo>
                    <a:lnTo>
                      <a:pt x="1733934" y="2554083"/>
                    </a:lnTo>
                    <a:lnTo>
                      <a:pt x="1726987" y="2555408"/>
                    </a:lnTo>
                    <a:close/>
                    <a:moveTo>
                      <a:pt x="667611" y="1314744"/>
                    </a:moveTo>
                    <a:lnTo>
                      <a:pt x="1842987" y="1820984"/>
                    </a:lnTo>
                    <a:lnTo>
                      <a:pt x="2038649" y="1130888"/>
                    </a:lnTo>
                    <a:lnTo>
                      <a:pt x="818865" y="777307"/>
                    </a:lnTo>
                    <a:lnTo>
                      <a:pt x="667611" y="1314744"/>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91" name="Freeform: Shape 1590">
                <a:extLst>
                  <a:ext uri="{FF2B5EF4-FFF2-40B4-BE49-F238E27FC236}">
                    <a16:creationId xmlns:a16="http://schemas.microsoft.com/office/drawing/2014/main" id="{204A7943-34D5-6D91-0E9A-6BB6BFD8ADC5}"/>
                  </a:ext>
                </a:extLst>
              </p:cNvPr>
              <p:cNvSpPr/>
              <p:nvPr/>
            </p:nvSpPr>
            <p:spPr>
              <a:xfrm>
                <a:off x="4665175" y="5537312"/>
                <a:ext cx="679295" cy="342940"/>
              </a:xfrm>
              <a:custGeom>
                <a:avLst/>
                <a:gdLst>
                  <a:gd name="connsiteX0" fmla="*/ 544946 w 679295"/>
                  <a:gd name="connsiteY0" fmla="*/ 342940 h 342940"/>
                  <a:gd name="connsiteX1" fmla="*/ 541774 w 679295"/>
                  <a:gd name="connsiteY1" fmla="*/ 341013 h 342940"/>
                  <a:gd name="connsiteX2" fmla="*/ 0 w 679295"/>
                  <a:gd name="connsiteY2" fmla="*/ 6023 h 342940"/>
                  <a:gd name="connsiteX3" fmla="*/ 3694 w 679295"/>
                  <a:gd name="connsiteY3" fmla="*/ 0 h 342940"/>
                  <a:gd name="connsiteX4" fmla="*/ 542376 w 679295"/>
                  <a:gd name="connsiteY4" fmla="*/ 333023 h 342940"/>
                  <a:gd name="connsiteX5" fmla="*/ 673112 w 679295"/>
                  <a:gd name="connsiteY5" fmla="*/ 99859 h 342940"/>
                  <a:gd name="connsiteX6" fmla="*/ 679295 w 679295"/>
                  <a:gd name="connsiteY6" fmla="*/ 103312 h 342940"/>
                  <a:gd name="connsiteX7" fmla="*/ 544946 w 679295"/>
                  <a:gd name="connsiteY7" fmla="*/ 342940 h 342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9295" h="342940">
                    <a:moveTo>
                      <a:pt x="544946" y="342940"/>
                    </a:moveTo>
                    <a:lnTo>
                      <a:pt x="541774" y="341013"/>
                    </a:lnTo>
                    <a:lnTo>
                      <a:pt x="0" y="6023"/>
                    </a:lnTo>
                    <a:lnTo>
                      <a:pt x="3694" y="0"/>
                    </a:lnTo>
                    <a:lnTo>
                      <a:pt x="542376" y="333023"/>
                    </a:lnTo>
                    <a:lnTo>
                      <a:pt x="673112" y="99859"/>
                    </a:lnTo>
                    <a:lnTo>
                      <a:pt x="679295" y="103312"/>
                    </a:lnTo>
                    <a:lnTo>
                      <a:pt x="544946" y="342940"/>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92" name="Freeform: Shape 1591">
                <a:extLst>
                  <a:ext uri="{FF2B5EF4-FFF2-40B4-BE49-F238E27FC236}">
                    <a16:creationId xmlns:a16="http://schemas.microsoft.com/office/drawing/2014/main" id="{1871B655-24C0-2DA7-FABD-D68846256CA0}"/>
                  </a:ext>
                </a:extLst>
              </p:cNvPr>
              <p:cNvSpPr/>
              <p:nvPr/>
            </p:nvSpPr>
            <p:spPr>
              <a:xfrm>
                <a:off x="7964965" y="4268824"/>
                <a:ext cx="660504" cy="670341"/>
              </a:xfrm>
              <a:custGeom>
                <a:avLst/>
                <a:gdLst>
                  <a:gd name="connsiteX0" fmla="*/ 6585 w 660504"/>
                  <a:gd name="connsiteY0" fmla="*/ 670341 h 670341"/>
                  <a:gd name="connsiteX1" fmla="*/ 0 w 660504"/>
                  <a:gd name="connsiteY1" fmla="*/ 667691 h 670341"/>
                  <a:gd name="connsiteX2" fmla="*/ 270425 w 660504"/>
                  <a:gd name="connsiteY2" fmla="*/ 0 h 670341"/>
                  <a:gd name="connsiteX3" fmla="*/ 660504 w 660504"/>
                  <a:gd name="connsiteY3" fmla="*/ 377672 h 670341"/>
                  <a:gd name="connsiteX4" fmla="*/ 655566 w 660504"/>
                  <a:gd name="connsiteY4" fmla="*/ 382771 h 670341"/>
                  <a:gd name="connsiteX5" fmla="*/ 273075 w 660504"/>
                  <a:gd name="connsiteY5" fmla="*/ 12367 h 670341"/>
                  <a:gd name="connsiteX6" fmla="*/ 6585 w 660504"/>
                  <a:gd name="connsiteY6" fmla="*/ 670341 h 670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0504" h="670341">
                    <a:moveTo>
                      <a:pt x="6585" y="670341"/>
                    </a:moveTo>
                    <a:lnTo>
                      <a:pt x="0" y="667691"/>
                    </a:lnTo>
                    <a:lnTo>
                      <a:pt x="270425" y="0"/>
                    </a:lnTo>
                    <a:lnTo>
                      <a:pt x="660504" y="377672"/>
                    </a:lnTo>
                    <a:lnTo>
                      <a:pt x="655566" y="382771"/>
                    </a:lnTo>
                    <a:lnTo>
                      <a:pt x="273075" y="12367"/>
                    </a:lnTo>
                    <a:lnTo>
                      <a:pt x="6585" y="670341"/>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93" name="Freeform: Shape 1592">
                <a:extLst>
                  <a:ext uri="{FF2B5EF4-FFF2-40B4-BE49-F238E27FC236}">
                    <a16:creationId xmlns:a16="http://schemas.microsoft.com/office/drawing/2014/main" id="{C71E9CCD-1E71-B0D0-C12A-0621082A6CA3}"/>
                  </a:ext>
                </a:extLst>
              </p:cNvPr>
              <p:cNvSpPr/>
              <p:nvPr/>
            </p:nvSpPr>
            <p:spPr>
              <a:xfrm rot="-66600">
                <a:off x="8361167" y="3698497"/>
                <a:ext cx="263920" cy="7066"/>
              </a:xfrm>
              <a:custGeom>
                <a:avLst/>
                <a:gdLst>
                  <a:gd name="connsiteX0" fmla="*/ 0 w 263920"/>
                  <a:gd name="connsiteY0" fmla="*/ 0 h 7066"/>
                  <a:gd name="connsiteX1" fmla="*/ 263920 w 263920"/>
                  <a:gd name="connsiteY1" fmla="*/ 0 h 7066"/>
                  <a:gd name="connsiteX2" fmla="*/ 263920 w 263920"/>
                  <a:gd name="connsiteY2" fmla="*/ 7067 h 7066"/>
                  <a:gd name="connsiteX3" fmla="*/ 0 w 263920"/>
                  <a:gd name="connsiteY3" fmla="*/ 7067 h 7066"/>
                </a:gdLst>
                <a:ahLst/>
                <a:cxnLst>
                  <a:cxn ang="0">
                    <a:pos x="connsiteX0" y="connsiteY0"/>
                  </a:cxn>
                  <a:cxn ang="0">
                    <a:pos x="connsiteX1" y="connsiteY1"/>
                  </a:cxn>
                  <a:cxn ang="0">
                    <a:pos x="connsiteX2" y="connsiteY2"/>
                  </a:cxn>
                  <a:cxn ang="0">
                    <a:pos x="connsiteX3" y="connsiteY3"/>
                  </a:cxn>
                </a:cxnLst>
                <a:rect l="l" t="t" r="r" b="b"/>
                <a:pathLst>
                  <a:path w="263920" h="7066">
                    <a:moveTo>
                      <a:pt x="0" y="0"/>
                    </a:moveTo>
                    <a:lnTo>
                      <a:pt x="263920" y="0"/>
                    </a:lnTo>
                    <a:lnTo>
                      <a:pt x="263920" y="7067"/>
                    </a:lnTo>
                    <a:lnTo>
                      <a:pt x="0" y="7067"/>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94" name="Freeform: Shape 1593">
                <a:extLst>
                  <a:ext uri="{FF2B5EF4-FFF2-40B4-BE49-F238E27FC236}">
                    <a16:creationId xmlns:a16="http://schemas.microsoft.com/office/drawing/2014/main" id="{F79D7D91-65E3-5A04-3A8A-9620A9302C2E}"/>
                  </a:ext>
                </a:extLst>
              </p:cNvPr>
              <p:cNvSpPr/>
              <p:nvPr/>
            </p:nvSpPr>
            <p:spPr>
              <a:xfrm>
                <a:off x="7055879" y="4560530"/>
                <a:ext cx="712300" cy="847532"/>
              </a:xfrm>
              <a:custGeom>
                <a:avLst/>
                <a:gdLst>
                  <a:gd name="connsiteX0" fmla="*/ 706880 w 712300"/>
                  <a:gd name="connsiteY0" fmla="*/ 847533 h 847532"/>
                  <a:gd name="connsiteX1" fmla="*/ 0 w 712300"/>
                  <a:gd name="connsiteY1" fmla="*/ 4537 h 847532"/>
                  <a:gd name="connsiteX2" fmla="*/ 5420 w 712300"/>
                  <a:gd name="connsiteY2" fmla="*/ 0 h 847532"/>
                  <a:gd name="connsiteX3" fmla="*/ 712300 w 712300"/>
                  <a:gd name="connsiteY3" fmla="*/ 842996 h 847532"/>
                  <a:gd name="connsiteX4" fmla="*/ 706880 w 712300"/>
                  <a:gd name="connsiteY4" fmla="*/ 847533 h 847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2300" h="847532">
                    <a:moveTo>
                      <a:pt x="706880" y="847533"/>
                    </a:moveTo>
                    <a:lnTo>
                      <a:pt x="0" y="4537"/>
                    </a:lnTo>
                    <a:lnTo>
                      <a:pt x="5420" y="0"/>
                    </a:lnTo>
                    <a:lnTo>
                      <a:pt x="712300" y="842996"/>
                    </a:lnTo>
                    <a:lnTo>
                      <a:pt x="706880" y="847533"/>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95" name="Freeform: Shape 1594">
                <a:extLst>
                  <a:ext uri="{FF2B5EF4-FFF2-40B4-BE49-F238E27FC236}">
                    <a16:creationId xmlns:a16="http://schemas.microsoft.com/office/drawing/2014/main" id="{42A03D7C-E84C-D521-DC30-BFEC244945F7}"/>
                  </a:ext>
                </a:extLst>
              </p:cNvPr>
              <p:cNvSpPr/>
              <p:nvPr/>
            </p:nvSpPr>
            <p:spPr>
              <a:xfrm>
                <a:off x="7512209" y="2251295"/>
                <a:ext cx="1818173" cy="1405127"/>
              </a:xfrm>
              <a:custGeom>
                <a:avLst/>
                <a:gdLst>
                  <a:gd name="connsiteX0" fmla="*/ 1815563 w 1818173"/>
                  <a:gd name="connsiteY0" fmla="*/ 1405127 h 1405127"/>
                  <a:gd name="connsiteX1" fmla="*/ 961244 w 1818173"/>
                  <a:gd name="connsiteY1" fmla="*/ 1062709 h 1405127"/>
                  <a:gd name="connsiteX2" fmla="*/ 961244 w 1818173"/>
                  <a:gd name="connsiteY2" fmla="*/ 1060300 h 1405127"/>
                  <a:gd name="connsiteX3" fmla="*/ 964457 w 1818173"/>
                  <a:gd name="connsiteY3" fmla="*/ 13371 h 1405127"/>
                  <a:gd name="connsiteX4" fmla="*/ 12648 w 1818173"/>
                  <a:gd name="connsiteY4" fmla="*/ 658537 h 1405127"/>
                  <a:gd name="connsiteX5" fmla="*/ 761567 w 1818173"/>
                  <a:gd name="connsiteY5" fmla="*/ 1162648 h 1405127"/>
                  <a:gd name="connsiteX6" fmla="*/ 757592 w 1818173"/>
                  <a:gd name="connsiteY6" fmla="*/ 1168510 h 1405127"/>
                  <a:gd name="connsiteX7" fmla="*/ 0 w 1818173"/>
                  <a:gd name="connsiteY7" fmla="*/ 658577 h 1405127"/>
                  <a:gd name="connsiteX8" fmla="*/ 4337 w 1818173"/>
                  <a:gd name="connsiteY8" fmla="*/ 655605 h 1405127"/>
                  <a:gd name="connsiteX9" fmla="*/ 971564 w 1818173"/>
                  <a:gd name="connsiteY9" fmla="*/ 0 h 1405127"/>
                  <a:gd name="connsiteX10" fmla="*/ 971524 w 1818173"/>
                  <a:gd name="connsiteY10" fmla="*/ 6705 h 1405127"/>
                  <a:gd name="connsiteX11" fmla="*/ 968351 w 1818173"/>
                  <a:gd name="connsiteY11" fmla="*/ 1057931 h 1405127"/>
                  <a:gd name="connsiteX12" fmla="*/ 1818173 w 1818173"/>
                  <a:gd name="connsiteY12" fmla="*/ 1398542 h 1405127"/>
                  <a:gd name="connsiteX13" fmla="*/ 1815563 w 1818173"/>
                  <a:gd name="connsiteY13" fmla="*/ 1405127 h 1405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18173" h="1405127">
                    <a:moveTo>
                      <a:pt x="1815563" y="1405127"/>
                    </a:moveTo>
                    <a:lnTo>
                      <a:pt x="961244" y="1062709"/>
                    </a:lnTo>
                    <a:lnTo>
                      <a:pt x="961244" y="1060300"/>
                    </a:lnTo>
                    <a:lnTo>
                      <a:pt x="964457" y="13371"/>
                    </a:lnTo>
                    <a:lnTo>
                      <a:pt x="12648" y="658537"/>
                    </a:lnTo>
                    <a:lnTo>
                      <a:pt x="761567" y="1162648"/>
                    </a:lnTo>
                    <a:lnTo>
                      <a:pt x="757592" y="1168510"/>
                    </a:lnTo>
                    <a:lnTo>
                      <a:pt x="0" y="658577"/>
                    </a:lnTo>
                    <a:lnTo>
                      <a:pt x="4337" y="655605"/>
                    </a:lnTo>
                    <a:lnTo>
                      <a:pt x="971564" y="0"/>
                    </a:lnTo>
                    <a:lnTo>
                      <a:pt x="971524" y="6705"/>
                    </a:lnTo>
                    <a:lnTo>
                      <a:pt x="968351" y="1057931"/>
                    </a:lnTo>
                    <a:lnTo>
                      <a:pt x="1818173" y="1398542"/>
                    </a:lnTo>
                    <a:lnTo>
                      <a:pt x="1815563" y="1405127"/>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96" name="Freeform: Shape 1595">
                <a:extLst>
                  <a:ext uri="{FF2B5EF4-FFF2-40B4-BE49-F238E27FC236}">
                    <a16:creationId xmlns:a16="http://schemas.microsoft.com/office/drawing/2014/main" id="{B861AD68-82AB-E729-D1F1-32C7912DFE09}"/>
                  </a:ext>
                </a:extLst>
              </p:cNvPr>
              <p:cNvSpPr/>
              <p:nvPr/>
            </p:nvSpPr>
            <p:spPr>
              <a:xfrm>
                <a:off x="6881136" y="1053835"/>
                <a:ext cx="1833229" cy="1218339"/>
              </a:xfrm>
              <a:custGeom>
                <a:avLst/>
                <a:gdLst>
                  <a:gd name="connsiteX0" fmla="*/ 1622953 w 1833229"/>
                  <a:gd name="connsiteY0" fmla="*/ 1218339 h 1218339"/>
                  <a:gd name="connsiteX1" fmla="*/ 473355 w 1833229"/>
                  <a:gd name="connsiteY1" fmla="*/ 721254 h 1218339"/>
                  <a:gd name="connsiteX2" fmla="*/ 476205 w 1833229"/>
                  <a:gd name="connsiteY2" fmla="*/ 714750 h 1218339"/>
                  <a:gd name="connsiteX3" fmla="*/ 1575172 w 1833229"/>
                  <a:gd name="connsiteY3" fmla="*/ 1189951 h 1218339"/>
                  <a:gd name="connsiteX4" fmla="*/ 969796 w 1833229"/>
                  <a:gd name="connsiteY4" fmla="*/ 716436 h 1218339"/>
                  <a:gd name="connsiteX5" fmla="*/ 1802433 w 1833229"/>
                  <a:gd name="connsiteY5" fmla="*/ 694071 h 1218339"/>
                  <a:gd name="connsiteX6" fmla="*/ 517040 w 1833229"/>
                  <a:gd name="connsiteY6" fmla="*/ 108371 h 1218339"/>
                  <a:gd name="connsiteX7" fmla="*/ 677007 w 1833229"/>
                  <a:gd name="connsiteY7" fmla="*/ 423726 h 1218339"/>
                  <a:gd name="connsiteX8" fmla="*/ 28066 w 1833229"/>
                  <a:gd name="connsiteY8" fmla="*/ 25577 h 1218339"/>
                  <a:gd name="connsiteX9" fmla="*/ 418065 w 1833229"/>
                  <a:gd name="connsiteY9" fmla="*/ 543621 h 1218339"/>
                  <a:gd name="connsiteX10" fmla="*/ 412403 w 1833229"/>
                  <a:gd name="connsiteY10" fmla="*/ 547877 h 1218339"/>
                  <a:gd name="connsiteX11" fmla="*/ 0 w 1833229"/>
                  <a:gd name="connsiteY11" fmla="*/ 0 h 1218339"/>
                  <a:gd name="connsiteX12" fmla="*/ 659340 w 1833229"/>
                  <a:gd name="connsiteY12" fmla="*/ 404614 h 1218339"/>
                  <a:gd name="connsiteX13" fmla="*/ 501581 w 1833229"/>
                  <a:gd name="connsiteY13" fmla="*/ 93555 h 1218339"/>
                  <a:gd name="connsiteX14" fmla="*/ 1833230 w 1833229"/>
                  <a:gd name="connsiteY14" fmla="*/ 700295 h 1218339"/>
                  <a:gd name="connsiteX15" fmla="*/ 989632 w 1833229"/>
                  <a:gd name="connsiteY15" fmla="*/ 722981 h 1218339"/>
                  <a:gd name="connsiteX16" fmla="*/ 1622953 w 1833229"/>
                  <a:gd name="connsiteY16" fmla="*/ 1218339 h 1218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33229" h="1218339">
                    <a:moveTo>
                      <a:pt x="1622953" y="1218339"/>
                    </a:moveTo>
                    <a:lnTo>
                      <a:pt x="473355" y="721254"/>
                    </a:lnTo>
                    <a:lnTo>
                      <a:pt x="476205" y="714750"/>
                    </a:lnTo>
                    <a:lnTo>
                      <a:pt x="1575172" y="1189951"/>
                    </a:lnTo>
                    <a:lnTo>
                      <a:pt x="969796" y="716436"/>
                    </a:lnTo>
                    <a:lnTo>
                      <a:pt x="1802433" y="694071"/>
                    </a:lnTo>
                    <a:lnTo>
                      <a:pt x="517040" y="108371"/>
                    </a:lnTo>
                    <a:lnTo>
                      <a:pt x="677007" y="423726"/>
                    </a:lnTo>
                    <a:lnTo>
                      <a:pt x="28066" y="25577"/>
                    </a:lnTo>
                    <a:lnTo>
                      <a:pt x="418065" y="543621"/>
                    </a:lnTo>
                    <a:lnTo>
                      <a:pt x="412403" y="547877"/>
                    </a:lnTo>
                    <a:lnTo>
                      <a:pt x="0" y="0"/>
                    </a:lnTo>
                    <a:lnTo>
                      <a:pt x="659340" y="404614"/>
                    </a:lnTo>
                    <a:lnTo>
                      <a:pt x="501581" y="93555"/>
                    </a:lnTo>
                    <a:lnTo>
                      <a:pt x="1833230" y="700295"/>
                    </a:lnTo>
                    <a:lnTo>
                      <a:pt x="989632" y="722981"/>
                    </a:lnTo>
                    <a:lnTo>
                      <a:pt x="1622953" y="1218339"/>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97" name="Freeform: Shape 1596">
                <a:extLst>
                  <a:ext uri="{FF2B5EF4-FFF2-40B4-BE49-F238E27FC236}">
                    <a16:creationId xmlns:a16="http://schemas.microsoft.com/office/drawing/2014/main" id="{7AEE6357-C9D1-15A1-6D37-7162528D7CD8}"/>
                  </a:ext>
                </a:extLst>
              </p:cNvPr>
              <p:cNvSpPr/>
              <p:nvPr/>
            </p:nvSpPr>
            <p:spPr>
              <a:xfrm rot="-5178000">
                <a:off x="6665501" y="813513"/>
                <a:ext cx="7066" cy="427259"/>
              </a:xfrm>
              <a:custGeom>
                <a:avLst/>
                <a:gdLst>
                  <a:gd name="connsiteX0" fmla="*/ 0 w 7066"/>
                  <a:gd name="connsiteY0" fmla="*/ 0 h 427259"/>
                  <a:gd name="connsiteX1" fmla="*/ 7067 w 7066"/>
                  <a:gd name="connsiteY1" fmla="*/ 0 h 427259"/>
                  <a:gd name="connsiteX2" fmla="*/ 7067 w 7066"/>
                  <a:gd name="connsiteY2" fmla="*/ 427260 h 427259"/>
                  <a:gd name="connsiteX3" fmla="*/ 0 w 7066"/>
                  <a:gd name="connsiteY3" fmla="*/ 427260 h 427259"/>
                </a:gdLst>
                <a:ahLst/>
                <a:cxnLst>
                  <a:cxn ang="0">
                    <a:pos x="connsiteX0" y="connsiteY0"/>
                  </a:cxn>
                  <a:cxn ang="0">
                    <a:pos x="connsiteX1" y="connsiteY1"/>
                  </a:cxn>
                  <a:cxn ang="0">
                    <a:pos x="connsiteX2" y="connsiteY2"/>
                  </a:cxn>
                  <a:cxn ang="0">
                    <a:pos x="connsiteX3" y="connsiteY3"/>
                  </a:cxn>
                </a:cxnLst>
                <a:rect l="l" t="t" r="r" b="b"/>
                <a:pathLst>
                  <a:path w="7066" h="427259">
                    <a:moveTo>
                      <a:pt x="0" y="0"/>
                    </a:moveTo>
                    <a:lnTo>
                      <a:pt x="7067" y="0"/>
                    </a:lnTo>
                    <a:lnTo>
                      <a:pt x="7067" y="427260"/>
                    </a:lnTo>
                    <a:lnTo>
                      <a:pt x="0" y="427260"/>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98" name="Freeform: Shape 1597">
                <a:extLst>
                  <a:ext uri="{FF2B5EF4-FFF2-40B4-BE49-F238E27FC236}">
                    <a16:creationId xmlns:a16="http://schemas.microsoft.com/office/drawing/2014/main" id="{6CE54FCA-B683-92FF-8CBC-DB052E16F3B2}"/>
                  </a:ext>
                </a:extLst>
              </p:cNvPr>
              <p:cNvSpPr/>
              <p:nvPr/>
            </p:nvSpPr>
            <p:spPr>
              <a:xfrm>
                <a:off x="5374544" y="908564"/>
                <a:ext cx="777266" cy="50672"/>
              </a:xfrm>
              <a:custGeom>
                <a:avLst/>
                <a:gdLst>
                  <a:gd name="connsiteX0" fmla="*/ 361 w 777266"/>
                  <a:gd name="connsiteY0" fmla="*/ 50672 h 50672"/>
                  <a:gd name="connsiteX1" fmla="*/ 0 w 777266"/>
                  <a:gd name="connsiteY1" fmla="*/ 43605 h 50672"/>
                  <a:gd name="connsiteX2" fmla="*/ 776905 w 777266"/>
                  <a:gd name="connsiteY2" fmla="*/ 0 h 50672"/>
                  <a:gd name="connsiteX3" fmla="*/ 777267 w 777266"/>
                  <a:gd name="connsiteY3" fmla="*/ 7067 h 50672"/>
                  <a:gd name="connsiteX4" fmla="*/ 361 w 777266"/>
                  <a:gd name="connsiteY4" fmla="*/ 50672 h 506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266" h="50672">
                    <a:moveTo>
                      <a:pt x="361" y="50672"/>
                    </a:moveTo>
                    <a:lnTo>
                      <a:pt x="0" y="43605"/>
                    </a:lnTo>
                    <a:lnTo>
                      <a:pt x="776905" y="0"/>
                    </a:lnTo>
                    <a:lnTo>
                      <a:pt x="777267" y="7067"/>
                    </a:lnTo>
                    <a:lnTo>
                      <a:pt x="361" y="50672"/>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99" name="Freeform: Shape 1598">
                <a:extLst>
                  <a:ext uri="{FF2B5EF4-FFF2-40B4-BE49-F238E27FC236}">
                    <a16:creationId xmlns:a16="http://schemas.microsoft.com/office/drawing/2014/main" id="{A2FFF504-38A7-8E91-8C6F-C8AF0758A3FB}"/>
                  </a:ext>
                </a:extLst>
              </p:cNvPr>
              <p:cNvSpPr/>
              <p:nvPr/>
            </p:nvSpPr>
            <p:spPr>
              <a:xfrm>
                <a:off x="6015976" y="351131"/>
                <a:ext cx="238745" cy="323345"/>
              </a:xfrm>
              <a:custGeom>
                <a:avLst/>
                <a:gdLst>
                  <a:gd name="connsiteX0" fmla="*/ 233043 w 238745"/>
                  <a:gd name="connsiteY0" fmla="*/ 323346 h 323345"/>
                  <a:gd name="connsiteX1" fmla="*/ 13652 w 238745"/>
                  <a:gd name="connsiteY1" fmla="*/ 30034 h 323345"/>
                  <a:gd name="connsiteX2" fmla="*/ 66693 w 238745"/>
                  <a:gd name="connsiteY2" fmla="*/ 278697 h 323345"/>
                  <a:gd name="connsiteX3" fmla="*/ 59787 w 238745"/>
                  <a:gd name="connsiteY3" fmla="*/ 280142 h 323345"/>
                  <a:gd name="connsiteX4" fmla="*/ 0 w 238745"/>
                  <a:gd name="connsiteY4" fmla="*/ 0 h 323345"/>
                  <a:gd name="connsiteX5" fmla="*/ 238745 w 238745"/>
                  <a:gd name="connsiteY5" fmla="*/ 319090 h 323345"/>
                  <a:gd name="connsiteX6" fmla="*/ 233043 w 238745"/>
                  <a:gd name="connsiteY6" fmla="*/ 323346 h 323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745" h="323345">
                    <a:moveTo>
                      <a:pt x="233043" y="323346"/>
                    </a:moveTo>
                    <a:lnTo>
                      <a:pt x="13652" y="30034"/>
                    </a:lnTo>
                    <a:lnTo>
                      <a:pt x="66693" y="278697"/>
                    </a:lnTo>
                    <a:lnTo>
                      <a:pt x="59787" y="280142"/>
                    </a:lnTo>
                    <a:lnTo>
                      <a:pt x="0" y="0"/>
                    </a:lnTo>
                    <a:lnTo>
                      <a:pt x="238745" y="319090"/>
                    </a:lnTo>
                    <a:lnTo>
                      <a:pt x="233043" y="323346"/>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600" name="Freeform: Shape 1599">
                <a:extLst>
                  <a:ext uri="{FF2B5EF4-FFF2-40B4-BE49-F238E27FC236}">
                    <a16:creationId xmlns:a16="http://schemas.microsoft.com/office/drawing/2014/main" id="{211A81E7-940A-477E-362B-40C98C8BBF03}"/>
                  </a:ext>
                </a:extLst>
              </p:cNvPr>
              <p:cNvSpPr/>
              <p:nvPr/>
            </p:nvSpPr>
            <p:spPr>
              <a:xfrm rot="-4035599">
                <a:off x="7994052" y="2590874"/>
                <a:ext cx="7066" cy="1039299"/>
              </a:xfrm>
              <a:custGeom>
                <a:avLst/>
                <a:gdLst>
                  <a:gd name="connsiteX0" fmla="*/ 0 w 7066"/>
                  <a:gd name="connsiteY0" fmla="*/ 0 h 1039299"/>
                  <a:gd name="connsiteX1" fmla="*/ 7067 w 7066"/>
                  <a:gd name="connsiteY1" fmla="*/ 0 h 1039299"/>
                  <a:gd name="connsiteX2" fmla="*/ 7067 w 7066"/>
                  <a:gd name="connsiteY2" fmla="*/ 1039300 h 1039299"/>
                  <a:gd name="connsiteX3" fmla="*/ 0 w 7066"/>
                  <a:gd name="connsiteY3" fmla="*/ 1039300 h 1039299"/>
                </a:gdLst>
                <a:ahLst/>
                <a:cxnLst>
                  <a:cxn ang="0">
                    <a:pos x="connsiteX0" y="connsiteY0"/>
                  </a:cxn>
                  <a:cxn ang="0">
                    <a:pos x="connsiteX1" y="connsiteY1"/>
                  </a:cxn>
                  <a:cxn ang="0">
                    <a:pos x="connsiteX2" y="connsiteY2"/>
                  </a:cxn>
                  <a:cxn ang="0">
                    <a:pos x="connsiteX3" y="connsiteY3"/>
                  </a:cxn>
                </a:cxnLst>
                <a:rect l="l" t="t" r="r" b="b"/>
                <a:pathLst>
                  <a:path w="7066" h="1039299">
                    <a:moveTo>
                      <a:pt x="0" y="0"/>
                    </a:moveTo>
                    <a:lnTo>
                      <a:pt x="7067" y="0"/>
                    </a:lnTo>
                    <a:lnTo>
                      <a:pt x="7067" y="1039300"/>
                    </a:lnTo>
                    <a:lnTo>
                      <a:pt x="0" y="1039300"/>
                    </a:lnTo>
                    <a:close/>
                  </a:path>
                </a:pathLst>
              </a:custGeom>
              <a:grpFill/>
              <a:ln w="40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15" name="Text Placeholder 14">
            <a:extLst>
              <a:ext uri="{FF2B5EF4-FFF2-40B4-BE49-F238E27FC236}">
                <a16:creationId xmlns:a16="http://schemas.microsoft.com/office/drawing/2014/main" id="{E22672E0-7693-4B5C-8331-DE3495FB6BB0}"/>
              </a:ext>
            </a:extLst>
          </p:cNvPr>
          <p:cNvSpPr>
            <a:spLocks noGrp="1"/>
          </p:cNvSpPr>
          <p:nvPr>
            <p:ph type="body" sz="quarter" idx="10"/>
          </p:nvPr>
        </p:nvSpPr>
        <p:spPr>
          <a:xfrm>
            <a:off x="457201" y="6162650"/>
            <a:ext cx="4490721" cy="273050"/>
          </a:xfrm>
        </p:spPr>
        <p:txBody>
          <a:bodyPr anchor="t"/>
          <a:lstStyle/>
          <a:p>
            <a:r>
              <a:rPr lang="en-US">
                <a:latin typeface="Segoe UI" panose="020B0502040204020203" pitchFamily="34" charset="0"/>
                <a:ea typeface="Open Sans" panose="020B0606030504020204" pitchFamily="34" charset="0"/>
                <a:cs typeface="Segoe UI" panose="020B0502040204020203" pitchFamily="34" charset="0"/>
              </a:rPr>
              <a:t>Banking &amp; Insurance Fraud Landscape</a:t>
            </a:r>
          </a:p>
          <a:p>
            <a:r>
              <a:rPr lang="en-US">
                <a:solidFill>
                  <a:schemeClr val="accent1"/>
                </a:solidFill>
                <a:latin typeface="Segoe UI" panose="020B0502040204020203" pitchFamily="34" charset="0"/>
                <a:ea typeface="Open Sans" panose="020B0606030504020204" pitchFamily="34" charset="0"/>
                <a:cs typeface="Segoe UI" panose="020B0502040204020203" pitchFamily="34" charset="0"/>
              </a:rPr>
              <a:t>November 2026</a:t>
            </a:r>
          </a:p>
          <a:p>
            <a:endParaRPr lang="en-US">
              <a:latin typeface="Segoe UI" panose="020B0502040204020203" pitchFamily="34" charset="0"/>
              <a:ea typeface="Open Sans" panose="020B0606030504020204" pitchFamily="34" charset="0"/>
              <a:cs typeface="Segoe UI" panose="020B0502040204020203" pitchFamily="34" charset="0"/>
            </a:endParaRPr>
          </a:p>
        </p:txBody>
      </p:sp>
      <p:sp>
        <p:nvSpPr>
          <p:cNvPr id="939" name="Title 12">
            <a:extLst>
              <a:ext uri="{FF2B5EF4-FFF2-40B4-BE49-F238E27FC236}">
                <a16:creationId xmlns:a16="http://schemas.microsoft.com/office/drawing/2014/main" id="{04545FEE-5F6B-19D9-389B-71096A4435B2}"/>
              </a:ext>
            </a:extLst>
          </p:cNvPr>
          <p:cNvSpPr>
            <a:spLocks noGrp="1"/>
          </p:cNvSpPr>
          <p:nvPr>
            <p:ph type="ctrTitle"/>
          </p:nvPr>
        </p:nvSpPr>
        <p:spPr>
          <a:xfrm>
            <a:off x="457202" y="5010719"/>
            <a:ext cx="4882549" cy="895983"/>
          </a:xfrm>
        </p:spPr>
        <p:txBody>
          <a:bodyPr/>
          <a:lstStyle/>
          <a:p>
            <a:pPr>
              <a:lnSpc>
                <a:spcPts val="4000"/>
              </a:lnSpc>
            </a:pPr>
            <a:r>
              <a:rPr lang="en-US" sz="4000">
                <a:latin typeface="Segoe UI" panose="020B0502040204020203" pitchFamily="34" charset="0"/>
                <a:ea typeface="Open Sans Light" panose="020B0306030504020204" pitchFamily="34" charset="0"/>
                <a:cs typeface="Segoe UI" panose="020B0502040204020203" pitchFamily="34" charset="0"/>
              </a:rPr>
              <a:t>Fraud in 2026| </a:t>
            </a:r>
            <a:r>
              <a:rPr lang="en-US" sz="4000" b="1">
                <a:latin typeface="Segoe UI" panose="020B0502040204020203" pitchFamily="34" charset="0"/>
                <a:ea typeface="Open Sans Light" panose="020B0306030504020204" pitchFamily="34" charset="0"/>
                <a:cs typeface="Segoe UI" panose="020B0502040204020203" pitchFamily="34" charset="0"/>
              </a:rPr>
              <a:t>A Deloitte Perspective</a:t>
            </a:r>
            <a:endParaRPr lang="en-US" sz="2800">
              <a:latin typeface="Segoe UI" panose="020B0502040204020203" pitchFamily="34" charset="0"/>
              <a:ea typeface="Open Sans Light" panose="020B0306030504020204" pitchFamily="34" charset="0"/>
              <a:cs typeface="Segoe UI" panose="020B0502040204020203" pitchFamily="34" charset="0"/>
            </a:endParaRPr>
          </a:p>
        </p:txBody>
      </p:sp>
    </p:spTree>
    <p:extLst>
      <p:ext uri="{BB962C8B-B14F-4D97-AF65-F5344CB8AC3E}">
        <p14:creationId xmlns:p14="http://schemas.microsoft.com/office/powerpoint/2010/main" val="162791104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993913" y="795777"/>
            <a:ext cx="9085245" cy="780366"/>
          </a:xfrm>
          <a:prstGeom prst="rect">
            <a:avLst/>
          </a:prstGeom>
          <a:solidFill>
            <a:schemeClr val="bg1"/>
          </a:solidFill>
          <a:ln/>
        </p:spPr>
        <p:txBody>
          <a:bodyPr lIns="180000" anchor="ctr"/>
          <a:lstStyle/>
          <a:p>
            <a:pPr algn="r"/>
            <a:r>
              <a:rPr lang="en-US" sz="2000" b="1" dirty="0">
                <a:solidFill>
                  <a:schemeClr val="accent1"/>
                </a:solidFill>
                <a:latin typeface="Segoe UI" panose="020B0502040204020203" pitchFamily="34" charset="0"/>
                <a:ea typeface="Calibri" pitchFamily="34" charset="-122"/>
                <a:cs typeface="Segoe UI" panose="020B0502040204020203" pitchFamily="34" charset="0"/>
                <a:hlinkClick r:id="rId4" action="ppaction://hlinksldjump">
                  <a:extLst>
                    <a:ext uri="{A12FA001-AC4F-418D-AE19-62706E023703}">
                      <ahyp:hlinkClr xmlns:ahyp="http://schemas.microsoft.com/office/drawing/2018/hyperlinkcolor" val="tx"/>
                    </a:ext>
                  </a:extLst>
                </a:hlinkClick>
              </a:rPr>
              <a:t>Page 3</a:t>
            </a:r>
            <a:endParaRPr lang="en-CA" sz="2000" dirty="0">
              <a:solidFill>
                <a:schemeClr val="accent1"/>
              </a:solidFill>
              <a:latin typeface="Segoe UI" panose="020B0502040204020203" pitchFamily="34" charset="0"/>
              <a:cs typeface="Segoe UI" panose="020B0502040204020203" pitchFamily="34" charset="0"/>
            </a:endParaRPr>
          </a:p>
        </p:txBody>
      </p:sp>
      <p:sp>
        <p:nvSpPr>
          <p:cNvPr id="7" name="Text 5"/>
          <p:cNvSpPr txBox="1"/>
          <p:nvPr/>
        </p:nvSpPr>
        <p:spPr>
          <a:xfrm>
            <a:off x="1788929" y="795777"/>
            <a:ext cx="6357841" cy="780366"/>
          </a:xfrm>
          <a:prstGeom prst="rect">
            <a:avLst/>
          </a:prstGeom>
          <a:noFill/>
          <a:ln/>
        </p:spPr>
        <p:txBody>
          <a:bodyPr wrap="square" lIns="0" tIns="0" rIns="0" bIns="0" rtlCol="0" anchor="ctr"/>
          <a:lstStyle/>
          <a:p>
            <a:pPr marL="0" indent="0" algn="l">
              <a:buNone/>
            </a:pPr>
            <a:r>
              <a:rPr lang="en-US" sz="1800" b="1">
                <a:solidFill>
                  <a:srgbClr val="000000"/>
                </a:solidFill>
                <a:latin typeface="Segoe UI" panose="020B0502040204020203" pitchFamily="34" charset="0"/>
                <a:ea typeface="Calibri" pitchFamily="34" charset="-122"/>
                <a:cs typeface="Segoe UI" panose="020B0502040204020203" pitchFamily="34" charset="0"/>
              </a:rPr>
              <a:t>Executive Summary  </a:t>
            </a:r>
          </a:p>
        </p:txBody>
      </p:sp>
      <p:sp>
        <p:nvSpPr>
          <p:cNvPr id="12" name="Shape 10"/>
          <p:cNvSpPr/>
          <p:nvPr/>
        </p:nvSpPr>
        <p:spPr>
          <a:xfrm>
            <a:off x="993913" y="1717492"/>
            <a:ext cx="9085245" cy="780366"/>
          </a:xfrm>
          <a:prstGeom prst="rect">
            <a:avLst/>
          </a:prstGeom>
          <a:solidFill>
            <a:schemeClr val="bg1"/>
          </a:solidFill>
          <a:ln/>
        </p:spPr>
        <p:txBody>
          <a:bodyPr lIns="180000" anchor="ctr"/>
          <a:lstStyle/>
          <a:p>
            <a:pPr algn="r"/>
            <a:r>
              <a:rPr kumimoji="0" lang="en-US" sz="2000" b="1" i="0" u="none" strike="noStrike" kern="0" cap="none" spc="0" normalizeH="0" baseline="0" noProof="0" dirty="0">
                <a:ln>
                  <a:noFill/>
                </a:ln>
                <a:solidFill>
                  <a:schemeClr val="accent1"/>
                </a:solidFill>
                <a:effectLst/>
                <a:uLnTx/>
                <a:uFillTx/>
                <a:latin typeface="Segoe UI" panose="020B0502040204020203" pitchFamily="34" charset="0"/>
                <a:ea typeface="Calibri" pitchFamily="34" charset="-122"/>
                <a:cs typeface="Segoe UI" panose="020B0502040204020203" pitchFamily="34" charset="0"/>
                <a:sym typeface="Arial"/>
                <a:hlinkClick r:id="rId5" action="ppaction://hlinksldjump">
                  <a:extLst>
                    <a:ext uri="{A12FA001-AC4F-418D-AE19-62706E023703}">
                      <ahyp:hlinkClr xmlns:ahyp="http://schemas.microsoft.com/office/drawing/2018/hyperlinkcolor" val="tx"/>
                    </a:ext>
                  </a:extLst>
                </a:hlinkClick>
              </a:rPr>
              <a:t>Page 4</a:t>
            </a:r>
            <a:endParaRPr lang="en-CA" dirty="0">
              <a:solidFill>
                <a:schemeClr val="accent1"/>
              </a:solidFill>
              <a:latin typeface="Segoe UI" panose="020B0502040204020203" pitchFamily="34" charset="0"/>
              <a:cs typeface="Segoe UI" panose="020B0502040204020203" pitchFamily="34" charset="0"/>
            </a:endParaRPr>
          </a:p>
        </p:txBody>
      </p:sp>
      <p:sp>
        <p:nvSpPr>
          <p:cNvPr id="15" name="Text 13"/>
          <p:cNvSpPr txBox="1"/>
          <p:nvPr/>
        </p:nvSpPr>
        <p:spPr>
          <a:xfrm>
            <a:off x="1788929" y="1717492"/>
            <a:ext cx="6357841" cy="780366"/>
          </a:xfrm>
          <a:prstGeom prst="rect">
            <a:avLst/>
          </a:prstGeom>
          <a:noFill/>
          <a:ln/>
        </p:spPr>
        <p:txBody>
          <a:bodyPr wrap="square" lIns="0" tIns="0" rIns="0" bIns="0" rtlCol="0" anchor="ctr"/>
          <a:lstStyle/>
          <a:p>
            <a:pPr marL="0" indent="0" algn="l">
              <a:buNone/>
            </a:pPr>
            <a:r>
              <a:rPr lang="en-US" sz="1800" b="1">
                <a:solidFill>
                  <a:srgbClr val="000000"/>
                </a:solidFill>
                <a:latin typeface="Segoe UI" panose="020B0502040204020203" pitchFamily="34" charset="0"/>
                <a:ea typeface="Calibri" pitchFamily="34" charset="-122"/>
                <a:cs typeface="Segoe UI" panose="020B0502040204020203" pitchFamily="34" charset="0"/>
              </a:rPr>
              <a:t>Deepfake &amp; Emerging AI Risk</a:t>
            </a:r>
            <a:endParaRPr lang="en-US" sz="1800">
              <a:latin typeface="Segoe UI" panose="020B0502040204020203" pitchFamily="34" charset="0"/>
              <a:cs typeface="Segoe UI" panose="020B0502040204020203" pitchFamily="34" charset="0"/>
            </a:endParaRPr>
          </a:p>
        </p:txBody>
      </p:sp>
      <p:sp>
        <p:nvSpPr>
          <p:cNvPr id="16" name="Shape 14"/>
          <p:cNvSpPr/>
          <p:nvPr/>
        </p:nvSpPr>
        <p:spPr>
          <a:xfrm>
            <a:off x="993913" y="2639207"/>
            <a:ext cx="9085245" cy="780366"/>
          </a:xfrm>
          <a:prstGeom prst="rect">
            <a:avLst/>
          </a:prstGeom>
          <a:solidFill>
            <a:schemeClr val="bg1"/>
          </a:solidFill>
          <a:ln/>
        </p:spPr>
        <p:txBody>
          <a:bodyPr lIns="180000" anchor="ct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chemeClr val="accent1"/>
                </a:solidFill>
                <a:effectLst/>
                <a:uLnTx/>
                <a:uFillTx/>
                <a:latin typeface="Segoe UI" panose="020B0502040204020203" pitchFamily="34" charset="0"/>
                <a:ea typeface="Calibri" pitchFamily="34" charset="-122"/>
                <a:cs typeface="Segoe UI" panose="020B0502040204020203" pitchFamily="34" charset="0"/>
                <a:sym typeface="Arial"/>
                <a:hlinkClick r:id="rId6" action="ppaction://hlinksldjump">
                  <a:extLst>
                    <a:ext uri="{A12FA001-AC4F-418D-AE19-62706E023703}">
                      <ahyp:hlinkClr xmlns:ahyp="http://schemas.microsoft.com/office/drawing/2018/hyperlinkcolor" val="tx"/>
                    </a:ext>
                  </a:extLst>
                </a:hlinkClick>
              </a:rPr>
              <a:t>Page 7</a:t>
            </a:r>
            <a:endParaRPr kumimoji="0" lang="en-CA" sz="1400" b="0" i="0" u="none" strike="noStrike" kern="0" cap="none" spc="0" normalizeH="0" baseline="0" noProof="0" dirty="0">
              <a:ln>
                <a:noFill/>
              </a:ln>
              <a:solidFill>
                <a:schemeClr val="accent1"/>
              </a:solidFill>
              <a:effectLst/>
              <a:uLnTx/>
              <a:uFillTx/>
              <a:latin typeface="Segoe UI" panose="020B0502040204020203" pitchFamily="34" charset="0"/>
              <a:cs typeface="Segoe UI" panose="020B0502040204020203" pitchFamily="34" charset="0"/>
              <a:sym typeface="Arial"/>
            </a:endParaRPr>
          </a:p>
        </p:txBody>
      </p:sp>
      <p:sp>
        <p:nvSpPr>
          <p:cNvPr id="19" name="Text 17"/>
          <p:cNvSpPr txBox="1"/>
          <p:nvPr/>
        </p:nvSpPr>
        <p:spPr>
          <a:xfrm>
            <a:off x="1788929" y="2639207"/>
            <a:ext cx="6357841" cy="780366"/>
          </a:xfrm>
          <a:prstGeom prst="rect">
            <a:avLst/>
          </a:prstGeom>
          <a:noFill/>
          <a:ln/>
        </p:spPr>
        <p:txBody>
          <a:bodyPr wrap="square" lIns="0" tIns="0" rIns="0" bIns="0" rtlCol="0" anchor="ctr"/>
          <a:lstStyle/>
          <a:p>
            <a:pPr marL="0" indent="0" algn="l">
              <a:buNone/>
            </a:pPr>
            <a:r>
              <a:rPr lang="en-US" sz="1800" b="1">
                <a:solidFill>
                  <a:srgbClr val="000000"/>
                </a:solidFill>
                <a:latin typeface="Segoe UI" panose="020B0502040204020203" pitchFamily="34" charset="0"/>
                <a:ea typeface="Calibri" pitchFamily="34" charset="-122"/>
                <a:cs typeface="Segoe UI" panose="020B0502040204020203" pitchFamily="34" charset="0"/>
              </a:rPr>
              <a:t>Fraud Information Sharing</a:t>
            </a:r>
            <a:endParaRPr lang="en-US" sz="1800">
              <a:latin typeface="Segoe UI" panose="020B0502040204020203" pitchFamily="34" charset="0"/>
              <a:cs typeface="Segoe UI" panose="020B0502040204020203" pitchFamily="34" charset="0"/>
            </a:endParaRPr>
          </a:p>
        </p:txBody>
      </p:sp>
      <p:sp>
        <p:nvSpPr>
          <p:cNvPr id="24" name="Shape 22"/>
          <p:cNvSpPr/>
          <p:nvPr/>
        </p:nvSpPr>
        <p:spPr>
          <a:xfrm>
            <a:off x="993913" y="3560922"/>
            <a:ext cx="9085245" cy="780366"/>
          </a:xfrm>
          <a:prstGeom prst="rect">
            <a:avLst/>
          </a:prstGeom>
          <a:solidFill>
            <a:schemeClr val="bg1"/>
          </a:solidFill>
          <a:ln/>
        </p:spPr>
        <p:txBody>
          <a:bodyPr lIns="180000" anchor="ct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chemeClr val="accent1"/>
                </a:solidFill>
                <a:effectLst/>
                <a:uLnTx/>
                <a:uFillTx/>
                <a:latin typeface="Segoe UI" panose="020B0502040204020203" pitchFamily="34" charset="0"/>
                <a:ea typeface="Calibri" pitchFamily="34" charset="-122"/>
                <a:cs typeface="Segoe UI" panose="020B0502040204020203" pitchFamily="34" charset="0"/>
                <a:sym typeface="Arial"/>
                <a:hlinkClick r:id="rId7" action="ppaction://hlinksldjump">
                  <a:extLst>
                    <a:ext uri="{A12FA001-AC4F-418D-AE19-62706E023703}">
                      <ahyp:hlinkClr xmlns:ahyp="http://schemas.microsoft.com/office/drawing/2018/hyperlinkcolor" val="tx"/>
                    </a:ext>
                  </a:extLst>
                </a:hlinkClick>
              </a:rPr>
              <a:t>Page 10</a:t>
            </a:r>
            <a:endParaRPr kumimoji="0" lang="en-CA" sz="1400" b="0" i="0" u="none" strike="noStrike" kern="0" cap="none" spc="0" normalizeH="0" baseline="0" noProof="0" dirty="0">
              <a:ln>
                <a:noFill/>
              </a:ln>
              <a:solidFill>
                <a:schemeClr val="accent1"/>
              </a:solidFill>
              <a:effectLst/>
              <a:uLnTx/>
              <a:uFillTx/>
              <a:latin typeface="Segoe UI" panose="020B0502040204020203" pitchFamily="34" charset="0"/>
              <a:cs typeface="Segoe UI" panose="020B0502040204020203" pitchFamily="34" charset="0"/>
              <a:sym typeface="Arial"/>
            </a:endParaRPr>
          </a:p>
        </p:txBody>
      </p:sp>
      <p:sp>
        <p:nvSpPr>
          <p:cNvPr id="27" name="Text 25"/>
          <p:cNvSpPr txBox="1"/>
          <p:nvPr/>
        </p:nvSpPr>
        <p:spPr>
          <a:xfrm>
            <a:off x="1788929" y="3560922"/>
            <a:ext cx="6357841" cy="780366"/>
          </a:xfrm>
          <a:prstGeom prst="rect">
            <a:avLst/>
          </a:prstGeom>
          <a:noFill/>
          <a:ln/>
        </p:spPr>
        <p:txBody>
          <a:bodyPr wrap="square" lIns="0" tIns="0" rIns="0" bIns="0" rtlCol="0" anchor="ctr"/>
          <a:lstStyle/>
          <a:p>
            <a:pPr marL="0" indent="0" algn="l">
              <a:buNone/>
            </a:pPr>
            <a:r>
              <a:rPr lang="en-US" sz="1800" b="1">
                <a:solidFill>
                  <a:srgbClr val="000000"/>
                </a:solidFill>
                <a:latin typeface="Segoe UI" panose="020B0502040204020203" pitchFamily="34" charset="0"/>
                <a:ea typeface="Calibri" pitchFamily="34" charset="-122"/>
                <a:cs typeface="Segoe UI" panose="020B0502040204020203" pitchFamily="34" charset="0"/>
              </a:rPr>
              <a:t>Operating Model Transformation</a:t>
            </a:r>
            <a:endParaRPr lang="en-US" sz="1800">
              <a:latin typeface="Segoe UI" panose="020B0502040204020203" pitchFamily="34" charset="0"/>
              <a:cs typeface="Segoe UI" panose="020B0502040204020203" pitchFamily="34" charset="0"/>
            </a:endParaRPr>
          </a:p>
        </p:txBody>
      </p:sp>
      <p:sp>
        <p:nvSpPr>
          <p:cNvPr id="28" name="Shape 26"/>
          <p:cNvSpPr/>
          <p:nvPr/>
        </p:nvSpPr>
        <p:spPr>
          <a:xfrm>
            <a:off x="993913" y="4482637"/>
            <a:ext cx="9085245" cy="780366"/>
          </a:xfrm>
          <a:prstGeom prst="rect">
            <a:avLst/>
          </a:prstGeom>
          <a:solidFill>
            <a:schemeClr val="bg1"/>
          </a:solidFill>
          <a:ln/>
        </p:spPr>
        <p:txBody>
          <a:bodyPr lIns="180000" anchor="ct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chemeClr val="accent1"/>
                </a:solidFill>
                <a:effectLst/>
                <a:uLnTx/>
                <a:uFillTx/>
                <a:latin typeface="Segoe UI" panose="020B0502040204020203" pitchFamily="34" charset="0"/>
                <a:ea typeface="Calibri" pitchFamily="34" charset="-122"/>
                <a:cs typeface="Segoe UI" panose="020B0502040204020203" pitchFamily="34" charset="0"/>
                <a:sym typeface="Arial"/>
                <a:hlinkClick r:id="rId8" action="ppaction://hlinksldjump">
                  <a:extLst>
                    <a:ext uri="{A12FA001-AC4F-418D-AE19-62706E023703}">
                      <ahyp:hlinkClr xmlns:ahyp="http://schemas.microsoft.com/office/drawing/2018/hyperlinkcolor" val="tx"/>
                    </a:ext>
                  </a:extLst>
                </a:hlinkClick>
              </a:rPr>
              <a:t>Page 13 </a:t>
            </a:r>
            <a:endParaRPr kumimoji="0" lang="en-CA" sz="1400" b="0" i="0" u="none" strike="noStrike" kern="0" cap="none" spc="0" normalizeH="0" baseline="0" noProof="0" dirty="0">
              <a:ln>
                <a:noFill/>
              </a:ln>
              <a:solidFill>
                <a:schemeClr val="accent1"/>
              </a:solidFill>
              <a:effectLst/>
              <a:uLnTx/>
              <a:uFillTx/>
              <a:latin typeface="Segoe UI" panose="020B0502040204020203" pitchFamily="34" charset="0"/>
              <a:cs typeface="Segoe UI" panose="020B0502040204020203" pitchFamily="34" charset="0"/>
              <a:sym typeface="Arial"/>
            </a:endParaRPr>
          </a:p>
        </p:txBody>
      </p:sp>
      <p:sp>
        <p:nvSpPr>
          <p:cNvPr id="31" name="Text 29"/>
          <p:cNvSpPr txBox="1"/>
          <p:nvPr/>
        </p:nvSpPr>
        <p:spPr>
          <a:xfrm>
            <a:off x="1788929" y="4482637"/>
            <a:ext cx="6357841" cy="780366"/>
          </a:xfrm>
          <a:prstGeom prst="rect">
            <a:avLst/>
          </a:prstGeom>
          <a:noFill/>
          <a:ln/>
        </p:spPr>
        <p:txBody>
          <a:bodyPr wrap="square" lIns="0" tIns="0" rIns="0" bIns="0" rtlCol="0" anchor="ctr"/>
          <a:lstStyle/>
          <a:p>
            <a:pPr marL="0" indent="0" algn="l">
              <a:buNone/>
            </a:pPr>
            <a:r>
              <a:rPr lang="en-US" sz="1800" b="1">
                <a:solidFill>
                  <a:srgbClr val="000000"/>
                </a:solidFill>
                <a:latin typeface="Segoe UI" panose="020B0502040204020203" pitchFamily="34" charset="0"/>
                <a:ea typeface="Calibri" pitchFamily="34" charset="-122"/>
                <a:cs typeface="Segoe UI" panose="020B0502040204020203" pitchFamily="34" charset="0"/>
              </a:rPr>
              <a:t>Regulatory &amp; Market Change</a:t>
            </a:r>
            <a:endParaRPr lang="en-US" sz="1800">
              <a:latin typeface="Segoe UI" panose="020B0502040204020203" pitchFamily="34" charset="0"/>
              <a:cs typeface="Segoe UI" panose="020B0502040204020203" pitchFamily="34" charset="0"/>
            </a:endParaRPr>
          </a:p>
        </p:txBody>
      </p:sp>
      <p:sp>
        <p:nvSpPr>
          <p:cNvPr id="32" name="Shape 30"/>
          <p:cNvSpPr/>
          <p:nvPr/>
        </p:nvSpPr>
        <p:spPr>
          <a:xfrm>
            <a:off x="993913" y="5404353"/>
            <a:ext cx="9085245" cy="780366"/>
          </a:xfrm>
          <a:prstGeom prst="rect">
            <a:avLst/>
          </a:prstGeom>
          <a:solidFill>
            <a:schemeClr val="bg1"/>
          </a:solidFill>
          <a:ln/>
        </p:spPr>
        <p:txBody>
          <a:bodyPr lIns="180000" anchor="ct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chemeClr val="accent1"/>
                </a:solidFill>
                <a:effectLst/>
                <a:uLnTx/>
                <a:uFillTx/>
                <a:latin typeface="Segoe UI" panose="020B0502040204020203" pitchFamily="34" charset="0"/>
                <a:ea typeface="Calibri" pitchFamily="34" charset="-122"/>
                <a:cs typeface="Segoe UI" panose="020B0502040204020203" pitchFamily="34" charset="0"/>
                <a:sym typeface="Arial"/>
                <a:hlinkClick r:id="rId9" action="ppaction://hlinksldjump">
                  <a:extLst>
                    <a:ext uri="{A12FA001-AC4F-418D-AE19-62706E023703}">
                      <ahyp:hlinkClr xmlns:ahyp="http://schemas.microsoft.com/office/drawing/2018/hyperlinkcolor" val="tx"/>
                    </a:ext>
                  </a:extLst>
                </a:hlinkClick>
              </a:rPr>
              <a:t>Page 17</a:t>
            </a:r>
            <a:endParaRPr kumimoji="0" lang="en-CA" sz="1400" b="0" i="0" u="none" strike="noStrike" kern="0" cap="none" spc="0" normalizeH="0" baseline="0" noProof="0" dirty="0">
              <a:ln>
                <a:noFill/>
              </a:ln>
              <a:solidFill>
                <a:schemeClr val="accent1"/>
              </a:solidFill>
              <a:effectLst/>
              <a:uLnTx/>
              <a:uFillTx/>
              <a:latin typeface="Segoe UI" panose="020B0502040204020203" pitchFamily="34" charset="0"/>
              <a:cs typeface="Segoe UI" panose="020B0502040204020203" pitchFamily="34" charset="0"/>
              <a:sym typeface="Arial"/>
            </a:endParaRPr>
          </a:p>
        </p:txBody>
      </p:sp>
      <p:sp>
        <p:nvSpPr>
          <p:cNvPr id="35" name="Text 33"/>
          <p:cNvSpPr txBox="1"/>
          <p:nvPr/>
        </p:nvSpPr>
        <p:spPr>
          <a:xfrm>
            <a:off x="1788929" y="5404353"/>
            <a:ext cx="6357841" cy="780366"/>
          </a:xfrm>
          <a:prstGeom prst="rect">
            <a:avLst/>
          </a:prstGeom>
          <a:noFill/>
          <a:ln/>
        </p:spPr>
        <p:txBody>
          <a:bodyPr wrap="square" lIns="0" tIns="0" rIns="0" bIns="0" rtlCol="0" anchor="ctr"/>
          <a:lstStyle/>
          <a:p>
            <a:pPr marL="0" indent="0" algn="l">
              <a:buNone/>
            </a:pPr>
            <a:r>
              <a:rPr lang="en-US" sz="1800" b="1">
                <a:solidFill>
                  <a:srgbClr val="000000"/>
                </a:solidFill>
                <a:latin typeface="Segoe UI" panose="020B0502040204020203" pitchFamily="34" charset="0"/>
                <a:ea typeface="Calibri" pitchFamily="34" charset="-122"/>
                <a:cs typeface="Segoe UI" panose="020B0502040204020203" pitchFamily="34" charset="0"/>
              </a:rPr>
              <a:t>Appendix</a:t>
            </a:r>
            <a:endParaRPr lang="en-US" sz="1800">
              <a:latin typeface="Segoe UI" panose="020B0502040204020203" pitchFamily="34" charset="0"/>
              <a:cs typeface="Segoe UI" panose="020B0502040204020203" pitchFamily="34" charset="0"/>
            </a:endParaRPr>
          </a:p>
        </p:txBody>
      </p:sp>
      <p:sp>
        <p:nvSpPr>
          <p:cNvPr id="6" name="Text 4"/>
          <p:cNvSpPr txBox="1"/>
          <p:nvPr/>
        </p:nvSpPr>
        <p:spPr>
          <a:xfrm>
            <a:off x="1142627" y="907258"/>
            <a:ext cx="470038" cy="557404"/>
          </a:xfrm>
          <a:prstGeom prst="roundRect">
            <a:avLst/>
          </a:prstGeom>
          <a:solidFill>
            <a:schemeClr val="accent1"/>
          </a:solidFill>
          <a:ln/>
        </p:spPr>
        <p:txBody>
          <a:bodyPr wrap="square" lIns="0" tIns="0" rIns="0" bIns="0" rtlCol="0" anchor="ctr"/>
          <a:lstStyle/>
          <a:p>
            <a:pPr marL="0" indent="0" algn="ctr">
              <a:buNone/>
            </a:pPr>
            <a:r>
              <a:rPr lang="en-US" sz="1500" b="1">
                <a:solidFill>
                  <a:srgbClr val="FFFFFF"/>
                </a:solidFill>
                <a:latin typeface="Segoe UI" panose="020B0502040204020203" pitchFamily="34" charset="0"/>
                <a:ea typeface="Calibri" pitchFamily="34" charset="-122"/>
                <a:cs typeface="Segoe UI" panose="020B0502040204020203" pitchFamily="34" charset="0"/>
              </a:rPr>
              <a:t>01</a:t>
            </a:r>
            <a:endParaRPr lang="en-US" sz="1500">
              <a:latin typeface="Segoe UI" panose="020B0502040204020203" pitchFamily="34" charset="0"/>
              <a:cs typeface="Segoe UI" panose="020B0502040204020203" pitchFamily="34" charset="0"/>
            </a:endParaRPr>
          </a:p>
        </p:txBody>
      </p:sp>
      <p:sp>
        <p:nvSpPr>
          <p:cNvPr id="26" name="Text 24"/>
          <p:cNvSpPr txBox="1"/>
          <p:nvPr/>
        </p:nvSpPr>
        <p:spPr>
          <a:xfrm>
            <a:off x="1142627" y="3672403"/>
            <a:ext cx="470038" cy="557404"/>
          </a:xfrm>
          <a:prstGeom prst="roundRect">
            <a:avLst/>
          </a:prstGeom>
          <a:solidFill>
            <a:schemeClr val="accent1"/>
          </a:solidFill>
          <a:ln/>
        </p:spPr>
        <p:txBody>
          <a:bodyPr wrap="square" lIns="0" tIns="0" rIns="0" bIns="0" rtlCol="0" anchor="ctr"/>
          <a:lstStyle/>
          <a:p>
            <a:pPr marL="0" indent="0" algn="ctr">
              <a:buNone/>
            </a:pPr>
            <a:r>
              <a:rPr lang="en-US" sz="1500" b="1">
                <a:solidFill>
                  <a:srgbClr val="FFFFFF"/>
                </a:solidFill>
                <a:latin typeface="Segoe UI" panose="020B0502040204020203" pitchFamily="34" charset="0"/>
                <a:ea typeface="Calibri" pitchFamily="34" charset="-122"/>
                <a:cs typeface="Segoe UI" panose="020B0502040204020203" pitchFamily="34" charset="0"/>
              </a:rPr>
              <a:t>04</a:t>
            </a:r>
            <a:endParaRPr lang="en-US" sz="1500">
              <a:latin typeface="Segoe UI" panose="020B0502040204020203" pitchFamily="34" charset="0"/>
              <a:cs typeface="Segoe UI" panose="020B0502040204020203" pitchFamily="34" charset="0"/>
            </a:endParaRPr>
          </a:p>
        </p:txBody>
      </p:sp>
      <p:sp>
        <p:nvSpPr>
          <p:cNvPr id="14" name="Text 12"/>
          <p:cNvSpPr txBox="1"/>
          <p:nvPr/>
        </p:nvSpPr>
        <p:spPr>
          <a:xfrm>
            <a:off x="1142627" y="1828973"/>
            <a:ext cx="470038" cy="557404"/>
          </a:xfrm>
          <a:prstGeom prst="roundRect">
            <a:avLst/>
          </a:prstGeom>
          <a:solidFill>
            <a:schemeClr val="accent1"/>
          </a:solidFill>
          <a:ln/>
        </p:spPr>
        <p:txBody>
          <a:bodyPr wrap="square" lIns="0" tIns="0" rIns="0" bIns="0" rtlCol="0" anchor="ctr"/>
          <a:lstStyle/>
          <a:p>
            <a:pPr marL="0" indent="0" algn="ctr">
              <a:buNone/>
            </a:pPr>
            <a:r>
              <a:rPr lang="en-US" sz="1500" b="1">
                <a:solidFill>
                  <a:srgbClr val="FFFFFF"/>
                </a:solidFill>
                <a:latin typeface="Segoe UI" panose="020B0502040204020203" pitchFamily="34" charset="0"/>
                <a:ea typeface="Calibri" pitchFamily="34" charset="-122"/>
                <a:cs typeface="Segoe UI" panose="020B0502040204020203" pitchFamily="34" charset="0"/>
              </a:rPr>
              <a:t>02</a:t>
            </a:r>
            <a:endParaRPr lang="en-US" sz="1500">
              <a:latin typeface="Segoe UI" panose="020B0502040204020203" pitchFamily="34" charset="0"/>
              <a:cs typeface="Segoe UI" panose="020B0502040204020203" pitchFamily="34" charset="0"/>
            </a:endParaRPr>
          </a:p>
        </p:txBody>
      </p:sp>
      <p:sp>
        <p:nvSpPr>
          <p:cNvPr id="18" name="Text 16"/>
          <p:cNvSpPr txBox="1"/>
          <p:nvPr/>
        </p:nvSpPr>
        <p:spPr>
          <a:xfrm>
            <a:off x="1142627" y="2750688"/>
            <a:ext cx="470038" cy="557404"/>
          </a:xfrm>
          <a:prstGeom prst="roundRect">
            <a:avLst/>
          </a:prstGeom>
          <a:solidFill>
            <a:schemeClr val="accent1"/>
          </a:solidFill>
          <a:ln/>
        </p:spPr>
        <p:txBody>
          <a:bodyPr wrap="square" lIns="0" tIns="0" rIns="0" bIns="0" rtlCol="0" anchor="ctr"/>
          <a:lstStyle/>
          <a:p>
            <a:pPr marL="0" indent="0" algn="ctr">
              <a:buNone/>
            </a:pPr>
            <a:r>
              <a:rPr lang="en-US" sz="1500" b="1">
                <a:solidFill>
                  <a:srgbClr val="FFFFFF"/>
                </a:solidFill>
                <a:latin typeface="Segoe UI" panose="020B0502040204020203" pitchFamily="34" charset="0"/>
                <a:ea typeface="Calibri" pitchFamily="34" charset="-122"/>
                <a:cs typeface="Segoe UI" panose="020B0502040204020203" pitchFamily="34" charset="0"/>
              </a:rPr>
              <a:t>03</a:t>
            </a:r>
            <a:endParaRPr lang="en-US" sz="1500">
              <a:latin typeface="Segoe UI" panose="020B0502040204020203" pitchFamily="34" charset="0"/>
              <a:cs typeface="Segoe UI" panose="020B0502040204020203" pitchFamily="34" charset="0"/>
            </a:endParaRPr>
          </a:p>
        </p:txBody>
      </p:sp>
      <p:sp>
        <p:nvSpPr>
          <p:cNvPr id="30" name="Text 28"/>
          <p:cNvSpPr txBox="1"/>
          <p:nvPr/>
        </p:nvSpPr>
        <p:spPr>
          <a:xfrm>
            <a:off x="1142627" y="4594118"/>
            <a:ext cx="470038" cy="557404"/>
          </a:xfrm>
          <a:prstGeom prst="roundRect">
            <a:avLst/>
          </a:prstGeom>
          <a:solidFill>
            <a:schemeClr val="accent1"/>
          </a:solidFill>
          <a:ln/>
        </p:spPr>
        <p:txBody>
          <a:bodyPr wrap="square" lIns="0" tIns="0" rIns="0" bIns="0" rtlCol="0" anchor="ctr"/>
          <a:lstStyle/>
          <a:p>
            <a:pPr marL="0" indent="0" algn="ctr">
              <a:buNone/>
            </a:pPr>
            <a:r>
              <a:rPr lang="en-US" sz="1500" b="1">
                <a:solidFill>
                  <a:srgbClr val="FFFFFF"/>
                </a:solidFill>
                <a:latin typeface="Segoe UI" panose="020B0502040204020203" pitchFamily="34" charset="0"/>
                <a:ea typeface="Calibri" pitchFamily="34" charset="-122"/>
                <a:cs typeface="Segoe UI" panose="020B0502040204020203" pitchFamily="34" charset="0"/>
              </a:rPr>
              <a:t>05</a:t>
            </a:r>
            <a:endParaRPr lang="en-US" sz="1500">
              <a:latin typeface="Segoe UI" panose="020B0502040204020203" pitchFamily="34" charset="0"/>
              <a:cs typeface="Segoe UI" panose="020B0502040204020203" pitchFamily="34" charset="0"/>
            </a:endParaRPr>
          </a:p>
        </p:txBody>
      </p:sp>
      <p:sp>
        <p:nvSpPr>
          <p:cNvPr id="34" name="Text 32"/>
          <p:cNvSpPr txBox="1"/>
          <p:nvPr/>
        </p:nvSpPr>
        <p:spPr>
          <a:xfrm>
            <a:off x="1142627" y="5515834"/>
            <a:ext cx="470038" cy="557404"/>
          </a:xfrm>
          <a:prstGeom prst="roundRect">
            <a:avLst/>
          </a:prstGeom>
          <a:solidFill>
            <a:schemeClr val="accent1"/>
          </a:solidFill>
          <a:ln/>
        </p:spPr>
        <p:txBody>
          <a:bodyPr wrap="square" lIns="0" tIns="0" rIns="0" bIns="0" rtlCol="0" anchor="ctr"/>
          <a:lstStyle/>
          <a:p>
            <a:pPr algn="ctr"/>
            <a:r>
              <a:rPr lang="en-US" sz="1500" b="1">
                <a:solidFill>
                  <a:srgbClr val="FFFFFF"/>
                </a:solidFill>
                <a:latin typeface="Segoe UI" panose="020B0502040204020203" pitchFamily="34" charset="0"/>
                <a:ea typeface="Calibri" pitchFamily="34" charset="-122"/>
                <a:cs typeface="Segoe UI" panose="020B0502040204020203" pitchFamily="34" charset="0"/>
              </a:rPr>
              <a:t>06</a:t>
            </a:r>
            <a:endParaRPr lang="en-US" sz="1500">
              <a:latin typeface="Segoe UI" panose="020B0502040204020203" pitchFamily="34" charset="0"/>
              <a:cs typeface="Segoe UI" panose="020B0502040204020203" pitchFamily="34" charset="0"/>
            </a:endParaRPr>
          </a:p>
        </p:txBody>
      </p:sp>
      <p:sp>
        <p:nvSpPr>
          <p:cNvPr id="22" name="Rectangle 21">
            <a:extLst>
              <a:ext uri="{FF2B5EF4-FFF2-40B4-BE49-F238E27FC236}">
                <a16:creationId xmlns:a16="http://schemas.microsoft.com/office/drawing/2014/main" id="{CEE27699-5DAC-C3DB-CC6A-E838B2910EB9}"/>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lang="en-US" sz="1200" b="1" kern="1200">
                <a:solidFill>
                  <a:srgbClr val="FFFFFF"/>
                </a:solidFill>
                <a:latin typeface="Segoe UI" panose="020B0502040204020203" pitchFamily="34" charset="0"/>
                <a:ea typeface="Open Sans" panose="020B0606030504020204" pitchFamily="34" charset="0"/>
                <a:cs typeface="Segoe UI" panose="020B0502040204020203" pitchFamily="34" charset="0"/>
              </a:rPr>
              <a:t>TABLE OF CONTENTS</a:t>
            </a:r>
            <a:endParaRPr kumimoji="0" lang="en-US" sz="1200" b="1" i="0" u="none" strike="noStrike" kern="1200" cap="none" spc="0" normalizeH="0" baseline="0" noProof="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Tree>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0B8A7-CC3A-C12E-3183-E2995BA06AFF}"/>
            </a:ext>
          </a:extLst>
        </p:cNvPr>
        <p:cNvGrpSpPr/>
        <p:nvPr/>
      </p:nvGrpSpPr>
      <p:grpSpPr>
        <a:xfrm>
          <a:off x="0" y="0"/>
          <a:ext cx="0" cy="0"/>
          <a:chOff x="0" y="0"/>
          <a:chExt cx="0" cy="0"/>
        </a:xfrm>
      </p:grpSpPr>
      <p:sp>
        <p:nvSpPr>
          <p:cNvPr id="153" name="Rectangle 152">
            <a:extLst>
              <a:ext uri="{FF2B5EF4-FFF2-40B4-BE49-F238E27FC236}">
                <a16:creationId xmlns:a16="http://schemas.microsoft.com/office/drawing/2014/main" id="{4C3104E9-CB51-5A28-16CC-5A844B602A01}"/>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EXECUTIVE SUMMARY: FRAUD IN 2026</a:t>
            </a:r>
          </a:p>
        </p:txBody>
      </p:sp>
      <p:sp>
        <p:nvSpPr>
          <p:cNvPr id="3" name="Rectangle 2">
            <a:extLst>
              <a:ext uri="{FF2B5EF4-FFF2-40B4-BE49-F238E27FC236}">
                <a16:creationId xmlns:a16="http://schemas.microsoft.com/office/drawing/2014/main" id="{C2709CD0-2037-841B-B9CB-C9F105725E83}"/>
              </a:ext>
            </a:extLst>
          </p:cNvPr>
          <p:cNvSpPr/>
          <p:nvPr/>
        </p:nvSpPr>
        <p:spPr>
          <a:xfrm>
            <a:off x="9144" y="374903"/>
            <a:ext cx="12192000" cy="8774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365760" tIns="182880" rIns="365760" bIns="9144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kern="1200">
                <a:solidFill>
                  <a:prstClr val="black">
                    <a:lumMod val="75000"/>
                    <a:lumOff val="25000"/>
                  </a:prstClr>
                </a:solidFill>
                <a:latin typeface="Segoe UI" panose="020B0502040204020203" pitchFamily="34" charset="0"/>
                <a:ea typeface="Open Sans" panose="020B0606030504020204" pitchFamily="34" charset="0"/>
                <a:cs typeface="Segoe UI" panose="020B0502040204020203" pitchFamily="34" charset="0"/>
              </a:rPr>
              <a:t>Deloitte’s Global Fraud Trends Research: </a:t>
            </a:r>
            <a:r>
              <a:rPr lang="en-US" kern="1200">
                <a:solidFill>
                  <a:prstClr val="black">
                    <a:lumMod val="75000"/>
                    <a:lumOff val="25000"/>
                  </a:prstClr>
                </a:solidFill>
                <a:latin typeface="Segoe UI" panose="020B0502040204020203" pitchFamily="34" charset="0"/>
                <a:ea typeface="Open Sans" panose="020B0606030504020204" pitchFamily="34" charset="0"/>
                <a:cs typeface="Segoe UI" panose="020B0502040204020203" pitchFamily="34" charset="0"/>
              </a:rPr>
              <a:t>The</a:t>
            </a:r>
            <a:r>
              <a:rPr lang="en-US" b="1" kern="1200">
                <a:solidFill>
                  <a:prstClr val="black">
                    <a:lumMod val="75000"/>
                    <a:lumOff val="25000"/>
                  </a:prstClr>
                </a:solidFill>
                <a:latin typeface="Segoe UI" panose="020B0502040204020203" pitchFamily="34" charset="0"/>
                <a:ea typeface="Open Sans" panose="020B0606030504020204" pitchFamily="34" charset="0"/>
                <a:cs typeface="Segoe UI" panose="020B0502040204020203" pitchFamily="34" charset="0"/>
              </a:rPr>
              <a:t> </a:t>
            </a:r>
            <a:r>
              <a:rPr lang="en-US" kern="1200">
                <a:solidFill>
                  <a:prstClr val="black">
                    <a:lumMod val="75000"/>
                    <a:lumOff val="25000"/>
                  </a:prstClr>
                </a:solidFill>
                <a:latin typeface="Segoe UI" panose="020B0502040204020203" pitchFamily="34" charset="0"/>
                <a:ea typeface="Open Sans" panose="020B0606030504020204" pitchFamily="34" charset="0"/>
                <a:cs typeface="Segoe UI" panose="020B0502040204020203" pitchFamily="34" charset="0"/>
              </a:rPr>
              <a:t>recently</a:t>
            </a:r>
            <a:r>
              <a:rPr kumimoji="0" lang="en-US" sz="1400" b="0" i="0" u="none" strike="noStrike" kern="1200" cap="none" spc="0" normalizeH="0" baseline="0" noProof="0">
                <a:ln>
                  <a:noFill/>
                </a:ln>
                <a:solidFill>
                  <a:prstClr val="black">
                    <a:lumMod val="75000"/>
                    <a:lumOff val="25000"/>
                  </a:prst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 completed global research screened more than 900 institutions</a:t>
            </a:r>
            <a:r>
              <a:rPr lang="en-US" kern="1200">
                <a:solidFill>
                  <a:prstClr val="black">
                    <a:lumMod val="75000"/>
                    <a:lumOff val="25000"/>
                  </a:prstClr>
                </a:solidFill>
                <a:latin typeface="Segoe UI" panose="020B0502040204020203" pitchFamily="34" charset="0"/>
                <a:ea typeface="Open Sans" panose="020B0606030504020204" pitchFamily="34" charset="0"/>
                <a:cs typeface="Segoe UI" panose="020B0502040204020203" pitchFamily="34" charset="0"/>
              </a:rPr>
              <a:t> </a:t>
            </a:r>
            <a:r>
              <a:rPr kumimoji="0" lang="en-US" sz="1400" b="0" i="0" u="none" strike="noStrike" kern="1200" cap="none" spc="0" normalizeH="0" baseline="0" noProof="0">
                <a:ln>
                  <a:noFill/>
                </a:ln>
                <a:solidFill>
                  <a:prstClr val="black">
                    <a:lumMod val="75000"/>
                    <a:lumOff val="25000"/>
                  </a:prst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to secure 100 qualified senior fraud leaders from leading banks and insurance carriers across Canada, the United States, Europe, the United Kingdom, Singapore and Australia. The research identified a few key themes including the rise of AI-enabled fraud, the barriers and opportunities in fraud information sharing, the future of fraud operations, and the growing challenge of meeting regulatory expectations amid payment and banking innovation.</a:t>
            </a:r>
            <a:endParaRPr kumimoji="0" lang="en-US" sz="1400" b="1" i="0" u="none" strike="noStrike" kern="1200" cap="none" spc="0" normalizeH="0" baseline="0" noProof="0">
              <a:ln>
                <a:noFill/>
              </a:ln>
              <a:solidFill>
                <a:srgbClr val="4EA72E"/>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cxnSp>
        <p:nvCxnSpPr>
          <p:cNvPr id="8" name="Straight Connector 7">
            <a:extLst>
              <a:ext uri="{FF2B5EF4-FFF2-40B4-BE49-F238E27FC236}">
                <a16:creationId xmlns:a16="http://schemas.microsoft.com/office/drawing/2014/main" id="{173C4FF0-C6EF-040C-976E-A3A3E0D3C0D9}"/>
              </a:ext>
            </a:extLst>
          </p:cNvPr>
          <p:cNvCxnSpPr>
            <a:cxnSpLocks/>
          </p:cNvCxnSpPr>
          <p:nvPr/>
        </p:nvCxnSpPr>
        <p:spPr>
          <a:xfrm>
            <a:off x="365762" y="1949974"/>
            <a:ext cx="11460477" cy="0"/>
          </a:xfrm>
          <a:prstGeom prst="line">
            <a:avLst/>
          </a:prstGeom>
          <a:ln>
            <a:solidFill>
              <a:srgbClr val="5BAD3E"/>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907B95DD-C6A2-4D36-DAE3-BBCE8AAAACE0}"/>
              </a:ext>
            </a:extLst>
          </p:cNvPr>
          <p:cNvSpPr/>
          <p:nvPr/>
        </p:nvSpPr>
        <p:spPr>
          <a:xfrm>
            <a:off x="5036120" y="1787933"/>
            <a:ext cx="2119761" cy="327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1" u="none" strike="noStrike" kern="0" cap="none" spc="0" normalizeH="0" baseline="0" noProof="0">
                <a:ln>
                  <a:noFill/>
                </a:ln>
                <a:solidFill>
                  <a:srgbClr val="4EA72E"/>
                </a:solidFill>
                <a:effectLst/>
                <a:uLnTx/>
                <a:uFillTx/>
                <a:latin typeface="Segoe UI" panose="020B0502040204020203" pitchFamily="34" charset="0"/>
                <a:ea typeface="+mn-ea"/>
                <a:cs typeface="Segoe UI" panose="020B0502040204020203" pitchFamily="34" charset="0"/>
                <a:sym typeface="Arial"/>
              </a:rPr>
              <a:t>Key Takeaways</a:t>
            </a:r>
          </a:p>
        </p:txBody>
      </p:sp>
      <p:sp>
        <p:nvSpPr>
          <p:cNvPr id="33" name="Rectangle 32">
            <a:extLst>
              <a:ext uri="{FF2B5EF4-FFF2-40B4-BE49-F238E27FC236}">
                <a16:creationId xmlns:a16="http://schemas.microsoft.com/office/drawing/2014/main" id="{9FCA7E31-9096-E84D-0415-164BA039F749}"/>
              </a:ext>
            </a:extLst>
          </p:cNvPr>
          <p:cNvSpPr/>
          <p:nvPr/>
        </p:nvSpPr>
        <p:spPr>
          <a:xfrm>
            <a:off x="174450" y="3228593"/>
            <a:ext cx="377336" cy="1079607"/>
          </a:xfrm>
          <a:prstGeom prst="rect">
            <a:avLst/>
          </a:prstGeom>
          <a:solidFill>
            <a:schemeClr val="bg1"/>
          </a:solidFill>
          <a:ln>
            <a:noFill/>
            <a:prstDash val="sysDash"/>
          </a:ln>
        </p:spPr>
        <p:style>
          <a:lnRef idx="2">
            <a:schemeClr val="dk1"/>
          </a:lnRef>
          <a:fillRef idx="1">
            <a:schemeClr val="lt1"/>
          </a:fillRef>
          <a:effectRef idx="0">
            <a:schemeClr val="dk1"/>
          </a:effectRef>
          <a:fontRef idx="minor">
            <a:schemeClr val="dk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Segoe UI" panose="020B0502040204020203" pitchFamily="34" charset="0"/>
                <a:cs typeface="Segoe UI" panose="020B0502040204020203" pitchFamily="34" charset="0"/>
              </a:rPr>
              <a:t>Overview </a:t>
            </a:r>
          </a:p>
        </p:txBody>
      </p:sp>
      <p:sp>
        <p:nvSpPr>
          <p:cNvPr id="35" name="Rectangle 34">
            <a:extLst>
              <a:ext uri="{FF2B5EF4-FFF2-40B4-BE49-F238E27FC236}">
                <a16:creationId xmlns:a16="http://schemas.microsoft.com/office/drawing/2014/main" id="{8FDD4E54-E015-C496-2C9D-3E68084680A0}"/>
              </a:ext>
            </a:extLst>
          </p:cNvPr>
          <p:cNvSpPr/>
          <p:nvPr/>
        </p:nvSpPr>
        <p:spPr>
          <a:xfrm>
            <a:off x="174450" y="4675363"/>
            <a:ext cx="377336" cy="1354724"/>
          </a:xfrm>
          <a:prstGeom prst="rect">
            <a:avLst/>
          </a:prstGeom>
          <a:solidFill>
            <a:schemeClr val="bg1"/>
          </a:solidFill>
          <a:ln>
            <a:noFill/>
            <a:prstDash val="sysDash"/>
          </a:ln>
        </p:spPr>
        <p:style>
          <a:lnRef idx="2">
            <a:schemeClr val="dk1"/>
          </a:lnRef>
          <a:fillRef idx="1">
            <a:schemeClr val="lt1"/>
          </a:fillRef>
          <a:effectRef idx="0">
            <a:schemeClr val="dk1"/>
          </a:effectRef>
          <a:fontRef idx="minor">
            <a:schemeClr val="dk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prstClr val="black"/>
                </a:solidFill>
                <a:latin typeface="Segoe UI" panose="020B0502040204020203" pitchFamily="34" charset="0"/>
                <a:cs typeface="Segoe UI" panose="020B0502040204020203" pitchFamily="34" charset="0"/>
              </a:rPr>
              <a:t>Key Statistics</a:t>
            </a:r>
            <a:endParaRPr kumimoji="0" lang="en-US" sz="1200" b="1" i="0" u="none" strike="noStrike" kern="1200" cap="none" spc="0" normalizeH="0" baseline="0" noProof="0">
              <a:ln>
                <a:noFill/>
              </a:ln>
              <a:solidFill>
                <a:prstClr val="black"/>
              </a:solidFill>
              <a:effectLst/>
              <a:uLnTx/>
              <a:uFillTx/>
              <a:latin typeface="Segoe UI" panose="020B0502040204020203" pitchFamily="34" charset="0"/>
              <a:cs typeface="Segoe UI" panose="020B0502040204020203" pitchFamily="34" charset="0"/>
            </a:endParaRPr>
          </a:p>
        </p:txBody>
      </p:sp>
      <p:sp>
        <p:nvSpPr>
          <p:cNvPr id="45" name="TextBox 44">
            <a:extLst>
              <a:ext uri="{FF2B5EF4-FFF2-40B4-BE49-F238E27FC236}">
                <a16:creationId xmlns:a16="http://schemas.microsoft.com/office/drawing/2014/main" id="{DC6D1404-D028-5AA1-4515-0DDD7F9E3493}"/>
              </a:ext>
            </a:extLst>
          </p:cNvPr>
          <p:cNvSpPr txBox="1"/>
          <p:nvPr/>
        </p:nvSpPr>
        <p:spPr>
          <a:xfrm>
            <a:off x="3515658" y="2924049"/>
            <a:ext cx="2667780" cy="1688695"/>
          </a:xfrm>
          <a:prstGeom prst="rect">
            <a:avLst/>
          </a:prstGeom>
          <a:solidFill>
            <a:srgbClr val="E9F6D2"/>
          </a:solidFill>
          <a:ln w="6350">
            <a:noFill/>
          </a:ln>
        </p:spPr>
        <p:txBody>
          <a:bodyPr wrap="square" lIns="36000" tIns="36000" rIns="36000" bIns="36000" anchor="ctr">
            <a:noAutofit/>
          </a:bodyPr>
          <a:lstStyle/>
          <a:p>
            <a:pPr algn="ctr" fontAlgn="t">
              <a:lnSpc>
                <a:spcPct val="100000"/>
              </a:lnSpc>
            </a:pPr>
            <a:r>
              <a:rPr lang="en-US">
                <a:latin typeface="Segoe UI" panose="020B0502040204020203" pitchFamily="34" charset="0"/>
                <a:cs typeface="Segoe UI" panose="020B0502040204020203" pitchFamily="34" charset="0"/>
              </a:rPr>
              <a:t>The barriers are structural, not internal. </a:t>
            </a:r>
            <a:r>
              <a:rPr lang="en-US" b="1">
                <a:latin typeface="Segoe UI" panose="020B0502040204020203" pitchFamily="34" charset="0"/>
                <a:cs typeface="Segoe UI" panose="020B0502040204020203" pitchFamily="34" charset="0"/>
              </a:rPr>
              <a:t>A government backed centralized utility is the most direct path for information sharing.</a:t>
            </a:r>
            <a:endParaRPr lang="en-US">
              <a:latin typeface="Segoe UI" panose="020B0502040204020203" pitchFamily="34" charset="0"/>
              <a:cs typeface="Segoe UI" panose="020B0502040204020203" pitchFamily="34" charset="0"/>
            </a:endParaRPr>
          </a:p>
        </p:txBody>
      </p:sp>
      <p:sp>
        <p:nvSpPr>
          <p:cNvPr id="51" name="TextBox 50">
            <a:extLst>
              <a:ext uri="{FF2B5EF4-FFF2-40B4-BE49-F238E27FC236}">
                <a16:creationId xmlns:a16="http://schemas.microsoft.com/office/drawing/2014/main" id="{2F1670FC-FC0B-7D5B-4C70-4A0FAAF4D47A}"/>
              </a:ext>
            </a:extLst>
          </p:cNvPr>
          <p:cNvSpPr txBox="1"/>
          <p:nvPr/>
        </p:nvSpPr>
        <p:spPr>
          <a:xfrm>
            <a:off x="6337058" y="2924049"/>
            <a:ext cx="2667780" cy="1688695"/>
          </a:xfrm>
          <a:prstGeom prst="rect">
            <a:avLst/>
          </a:prstGeom>
          <a:solidFill>
            <a:srgbClr val="E9F6D2"/>
          </a:solidFill>
          <a:ln w="6350">
            <a:noFill/>
          </a:ln>
        </p:spPr>
        <p:txBody>
          <a:bodyPr wrap="square" lIns="36000" tIns="36000" rIns="36000" bIns="36000" anchor="ctr">
            <a:noAutofit/>
          </a:bodyPr>
          <a:lstStyle/>
          <a:p>
            <a:pPr lvl="0" algn="ctr" fontAlgn="t">
              <a:defRPr/>
            </a:pPr>
            <a:r>
              <a:rPr lang="en-US">
                <a:latin typeface="Segoe UI" panose="020B0502040204020203" pitchFamily="34" charset="0"/>
                <a:cs typeface="Segoe UI" panose="020B0502040204020203" pitchFamily="34" charset="0"/>
              </a:rPr>
              <a:t>Fraud programs are </a:t>
            </a:r>
            <a:r>
              <a:rPr lang="en-US" b="1">
                <a:latin typeface="Segoe UI" panose="020B0502040204020203" pitchFamily="34" charset="0"/>
                <a:cs typeface="Segoe UI" panose="020B0502040204020203" pitchFamily="34" charset="0"/>
              </a:rPr>
              <a:t>shifting from adding capacity to augmenting and redesigning existing workflows around AI.</a:t>
            </a:r>
            <a:endParaRPr lang="en-CA">
              <a:latin typeface="Segoe UI" panose="020B0502040204020203" pitchFamily="34" charset="0"/>
              <a:cs typeface="Segoe UI" panose="020B0502040204020203" pitchFamily="34" charset="0"/>
            </a:endParaRPr>
          </a:p>
        </p:txBody>
      </p:sp>
      <p:sp>
        <p:nvSpPr>
          <p:cNvPr id="43" name="TextBox 42">
            <a:extLst>
              <a:ext uri="{FF2B5EF4-FFF2-40B4-BE49-F238E27FC236}">
                <a16:creationId xmlns:a16="http://schemas.microsoft.com/office/drawing/2014/main" id="{C59A7DE8-5DF2-0746-5B3B-32488C95FEA2}"/>
              </a:ext>
            </a:extLst>
          </p:cNvPr>
          <p:cNvSpPr txBox="1"/>
          <p:nvPr/>
        </p:nvSpPr>
        <p:spPr>
          <a:xfrm>
            <a:off x="3515658" y="4675363"/>
            <a:ext cx="2667780" cy="1354725"/>
          </a:xfrm>
          <a:prstGeom prst="rect">
            <a:avLst/>
          </a:prstGeom>
          <a:solidFill>
            <a:schemeClr val="bg1">
              <a:lumMod val="95000"/>
            </a:schemeClr>
          </a:solidFill>
          <a:ln w="6350">
            <a:noFill/>
          </a:ln>
        </p:spPr>
        <p:txBody>
          <a:bodyPr wrap="square" lIns="36000" rIns="36000" anchor="ctr">
            <a:noAutofit/>
          </a:bodyPr>
          <a:lstStyle/>
          <a:p>
            <a:pPr algn="ctr" fontAlgn="t">
              <a:lnSpc>
                <a:spcPct val="100000"/>
              </a:lnSpc>
              <a:buNone/>
            </a:pPr>
            <a:r>
              <a:rPr lang="en-US" i="1">
                <a:effectLst/>
                <a:latin typeface="Segoe UI" panose="020B0502040204020203" pitchFamily="34" charset="0"/>
                <a:cs typeface="Segoe UI" panose="020B0502040204020203" pitchFamily="34" charset="0"/>
              </a:rPr>
              <a:t>77% cite </a:t>
            </a:r>
            <a:r>
              <a:rPr lang="en-US" b="1" i="1">
                <a:effectLst/>
                <a:latin typeface="Segoe UI" panose="020B0502040204020203" pitchFamily="34" charset="0"/>
                <a:cs typeface="Segoe UI" panose="020B0502040204020203" pitchFamily="34" charset="0"/>
              </a:rPr>
              <a:t>poor data quality as the leading barrier</a:t>
            </a:r>
            <a:r>
              <a:rPr lang="en-US" i="1">
                <a:effectLst/>
                <a:latin typeface="Segoe UI" panose="020B0502040204020203" pitchFamily="34" charset="0"/>
                <a:cs typeface="Segoe UI" panose="020B0502040204020203" pitchFamily="34" charset="0"/>
              </a:rPr>
              <a:t>, alongside legal constraints (73%) and low external participation (60%).</a:t>
            </a:r>
          </a:p>
        </p:txBody>
      </p:sp>
      <p:sp>
        <p:nvSpPr>
          <p:cNvPr id="49" name="TextBox 48">
            <a:extLst>
              <a:ext uri="{FF2B5EF4-FFF2-40B4-BE49-F238E27FC236}">
                <a16:creationId xmlns:a16="http://schemas.microsoft.com/office/drawing/2014/main" id="{400F6AA5-3010-5618-62A7-BE5986EB8E92}"/>
              </a:ext>
            </a:extLst>
          </p:cNvPr>
          <p:cNvSpPr txBox="1"/>
          <p:nvPr/>
        </p:nvSpPr>
        <p:spPr>
          <a:xfrm>
            <a:off x="6337058" y="4675363"/>
            <a:ext cx="2667780" cy="1354725"/>
          </a:xfrm>
          <a:prstGeom prst="rect">
            <a:avLst/>
          </a:prstGeom>
          <a:solidFill>
            <a:schemeClr val="bg1">
              <a:lumMod val="95000"/>
            </a:schemeClr>
          </a:solidFill>
          <a:ln w="6350">
            <a:noFill/>
          </a:ln>
        </p:spPr>
        <p:txBody>
          <a:bodyPr wrap="square" lIns="36000" tIns="36000" rIns="36000" bIns="36000" anchor="ctr">
            <a:noAutofit/>
          </a:bodyPr>
          <a:lstStyle/>
          <a:p>
            <a:pPr algn="ctr" fontAlgn="t"/>
            <a:r>
              <a:rPr lang="en-US" i="1">
                <a:effectLst/>
                <a:latin typeface="Segoe UI" panose="020B0502040204020203" pitchFamily="34" charset="0"/>
                <a:cs typeface="Segoe UI" panose="020B0502040204020203" pitchFamily="34" charset="0"/>
              </a:rPr>
              <a:t>AI-enabled tools (+21%) and process redesign (+80%) are gaining focus, while </a:t>
            </a:r>
            <a:r>
              <a:rPr lang="en-US" b="1" i="1">
                <a:effectLst/>
                <a:latin typeface="Segoe UI" panose="020B0502040204020203" pitchFamily="34" charset="0"/>
                <a:cs typeface="Segoe UI" panose="020B0502040204020203" pitchFamily="34" charset="0"/>
              </a:rPr>
              <a:t>hiring and outsourcing declines (-40%) </a:t>
            </a:r>
            <a:r>
              <a:rPr lang="en-US" i="1">
                <a:effectLst/>
                <a:latin typeface="Segoe UI" panose="020B0502040204020203" pitchFamily="34" charset="0"/>
                <a:cs typeface="Segoe UI" panose="020B0502040204020203" pitchFamily="34" charset="0"/>
              </a:rPr>
              <a:t>over the next three years.</a:t>
            </a:r>
            <a:endParaRPr lang="en-CA" b="1" i="1">
              <a:effectLst/>
              <a:latin typeface="Segoe UI" panose="020B0502040204020203" pitchFamily="34" charset="0"/>
              <a:cs typeface="Segoe UI" panose="020B0502040204020203" pitchFamily="34" charset="0"/>
            </a:endParaRPr>
          </a:p>
        </p:txBody>
      </p:sp>
      <p:sp>
        <p:nvSpPr>
          <p:cNvPr id="56" name="TextBox 55">
            <a:extLst>
              <a:ext uri="{FF2B5EF4-FFF2-40B4-BE49-F238E27FC236}">
                <a16:creationId xmlns:a16="http://schemas.microsoft.com/office/drawing/2014/main" id="{2D6A1D3A-3886-31B6-55D5-DAA6FEB303FC}"/>
              </a:ext>
            </a:extLst>
          </p:cNvPr>
          <p:cNvSpPr txBox="1"/>
          <p:nvPr/>
        </p:nvSpPr>
        <p:spPr>
          <a:xfrm>
            <a:off x="9158459" y="4675363"/>
            <a:ext cx="2667780" cy="1354725"/>
          </a:xfrm>
          <a:prstGeom prst="rect">
            <a:avLst/>
          </a:prstGeom>
          <a:solidFill>
            <a:schemeClr val="bg1">
              <a:lumMod val="95000"/>
            </a:schemeClr>
          </a:solidFill>
          <a:ln w="6350">
            <a:noFill/>
          </a:ln>
        </p:spPr>
        <p:txBody>
          <a:bodyPr wrap="square" lIns="36000" tIns="36000" rIns="36000" bIns="36000" anchor="ctr">
            <a:noAutofit/>
          </a:bodyPr>
          <a:lstStyle/>
          <a:p>
            <a:pPr algn="ctr" fontAlgn="t"/>
            <a:r>
              <a:rPr lang="en-US" i="1">
                <a:effectLst/>
                <a:latin typeface="Segoe UI" panose="020B0502040204020203" pitchFamily="34" charset="0"/>
                <a:cs typeface="Segoe UI" panose="020B0502040204020203" pitchFamily="34" charset="0"/>
              </a:rPr>
              <a:t>48% of respondents are </a:t>
            </a:r>
            <a:r>
              <a:rPr lang="en-US" b="1" i="1">
                <a:effectLst/>
                <a:latin typeface="Segoe UI" panose="020B0502040204020203" pitchFamily="34" charset="0"/>
                <a:cs typeface="Segoe UI" panose="020B0502040204020203" pitchFamily="34" charset="0"/>
              </a:rPr>
              <a:t>investing to remediate existing compliance gaps</a:t>
            </a:r>
            <a:r>
              <a:rPr lang="en-US" i="1">
                <a:effectLst/>
                <a:latin typeface="Segoe UI" panose="020B0502040204020203" pitchFamily="34" charset="0"/>
                <a:cs typeface="Segoe UI" panose="020B0502040204020203" pitchFamily="34" charset="0"/>
              </a:rPr>
              <a:t>, versus 39% preparing for upcoming requirements </a:t>
            </a:r>
            <a:endParaRPr lang="en-CA" i="1">
              <a:effectLst/>
              <a:latin typeface="Segoe UI" panose="020B0502040204020203" pitchFamily="34" charset="0"/>
              <a:cs typeface="Segoe UI" panose="020B0502040204020203" pitchFamily="34" charset="0"/>
            </a:endParaRPr>
          </a:p>
        </p:txBody>
      </p:sp>
      <p:sp>
        <p:nvSpPr>
          <p:cNvPr id="58" name="TextBox 57">
            <a:extLst>
              <a:ext uri="{FF2B5EF4-FFF2-40B4-BE49-F238E27FC236}">
                <a16:creationId xmlns:a16="http://schemas.microsoft.com/office/drawing/2014/main" id="{D1C25C24-42EC-E845-A1DF-A595C6FC6C5D}"/>
              </a:ext>
            </a:extLst>
          </p:cNvPr>
          <p:cNvSpPr txBox="1"/>
          <p:nvPr/>
        </p:nvSpPr>
        <p:spPr>
          <a:xfrm>
            <a:off x="9158459" y="2924049"/>
            <a:ext cx="2667780" cy="1688695"/>
          </a:xfrm>
          <a:prstGeom prst="rect">
            <a:avLst/>
          </a:prstGeom>
          <a:solidFill>
            <a:srgbClr val="E9F6D2"/>
          </a:solidFill>
          <a:ln w="6350">
            <a:noFill/>
          </a:ln>
        </p:spPr>
        <p:txBody>
          <a:bodyPr wrap="square" lIns="36000" tIns="36000" rIns="36000" bIns="36000" anchor="ctr">
            <a:noAutofit/>
          </a:bodyPr>
          <a:lstStyle/>
          <a:p>
            <a:pPr algn="ctr" fontAlgn="t">
              <a:lnSpc>
                <a:spcPct val="100000"/>
              </a:lnSpc>
            </a:pPr>
            <a:r>
              <a:rPr lang="en-US" b="0" i="0">
                <a:effectLst/>
                <a:latin typeface="Segoe UI" panose="020B0502040204020203" pitchFamily="34" charset="0"/>
                <a:cs typeface="Segoe UI" panose="020B0502040204020203" pitchFamily="34" charset="0"/>
              </a:rPr>
              <a:t>With identity, AI governance, and payment innovation top of mind for respondents, </a:t>
            </a:r>
            <a:r>
              <a:rPr lang="en-US" b="1" i="0">
                <a:effectLst/>
                <a:latin typeface="Segoe UI" panose="020B0502040204020203" pitchFamily="34" charset="0"/>
                <a:cs typeface="Segoe UI" panose="020B0502040204020203" pitchFamily="34" charset="0"/>
              </a:rPr>
              <a:t>institutions still catching up to regulatory change risk falling farther behind</a:t>
            </a:r>
            <a:endParaRPr lang="en-CA" b="1" i="0">
              <a:effectLst/>
              <a:latin typeface="Segoe UI" panose="020B0502040204020203" pitchFamily="34" charset="0"/>
              <a:cs typeface="Segoe UI" panose="020B0502040204020203" pitchFamily="34" charset="0"/>
            </a:endParaRPr>
          </a:p>
        </p:txBody>
      </p:sp>
      <p:sp>
        <p:nvSpPr>
          <p:cNvPr id="39" name="TextBox 38">
            <a:extLst>
              <a:ext uri="{FF2B5EF4-FFF2-40B4-BE49-F238E27FC236}">
                <a16:creationId xmlns:a16="http://schemas.microsoft.com/office/drawing/2014/main" id="{EE19A178-0086-0AA0-30AA-4396EDA7E7C0}"/>
              </a:ext>
            </a:extLst>
          </p:cNvPr>
          <p:cNvSpPr txBox="1"/>
          <p:nvPr/>
        </p:nvSpPr>
        <p:spPr>
          <a:xfrm>
            <a:off x="694258" y="2924049"/>
            <a:ext cx="2667780" cy="1688695"/>
          </a:xfrm>
          <a:prstGeom prst="rect">
            <a:avLst/>
          </a:prstGeom>
          <a:solidFill>
            <a:srgbClr val="E9F6D2"/>
          </a:solidFill>
          <a:ln w="6350">
            <a:noFill/>
          </a:ln>
        </p:spPr>
        <p:txBody>
          <a:bodyPr wrap="square" lIns="36000" tIns="36000" rIns="36000" bIns="36000" anchor="ctr">
            <a:noAutofit/>
          </a:bodyPr>
          <a:lstStyle/>
          <a:p>
            <a:pPr algn="ctr" fontAlgn="t">
              <a:lnSpc>
                <a:spcPct val="100000"/>
              </a:lnSpc>
            </a:pPr>
            <a:r>
              <a:rPr lang="en-US" b="1" i="0">
                <a:effectLst/>
                <a:latin typeface="Segoe UI" panose="020B0502040204020203" pitchFamily="34" charset="0"/>
                <a:cs typeface="Segoe UI" panose="020B0502040204020203" pitchFamily="34" charset="0"/>
              </a:rPr>
              <a:t>A balance of continuous identity assurance and coordinated controls </a:t>
            </a:r>
            <a:r>
              <a:rPr lang="en-US">
                <a:latin typeface="Segoe UI" panose="020B0502040204020203" pitchFamily="34" charset="0"/>
                <a:cs typeface="Segoe UI" panose="020B0502040204020203" pitchFamily="34" charset="0"/>
              </a:rPr>
              <a:t>are required, instead of a</a:t>
            </a:r>
            <a:r>
              <a:rPr lang="en-US" b="0" i="0">
                <a:effectLst/>
                <a:latin typeface="Segoe UI" panose="020B0502040204020203" pitchFamily="34" charset="0"/>
                <a:cs typeface="Segoe UI" panose="020B0502040204020203" pitchFamily="34" charset="0"/>
              </a:rPr>
              <a:t> single pointed solution.</a:t>
            </a:r>
          </a:p>
        </p:txBody>
      </p:sp>
      <p:sp>
        <p:nvSpPr>
          <p:cNvPr id="37" name="TextBox 36">
            <a:extLst>
              <a:ext uri="{FF2B5EF4-FFF2-40B4-BE49-F238E27FC236}">
                <a16:creationId xmlns:a16="http://schemas.microsoft.com/office/drawing/2014/main" id="{5B8AD2C9-BFCA-48E7-DCDF-D3261AE631C3}"/>
              </a:ext>
            </a:extLst>
          </p:cNvPr>
          <p:cNvSpPr txBox="1"/>
          <p:nvPr/>
        </p:nvSpPr>
        <p:spPr>
          <a:xfrm>
            <a:off x="694258" y="4675363"/>
            <a:ext cx="2667780" cy="1354725"/>
          </a:xfrm>
          <a:prstGeom prst="rect">
            <a:avLst/>
          </a:prstGeom>
          <a:solidFill>
            <a:schemeClr val="bg1">
              <a:lumMod val="95000"/>
            </a:schemeClr>
          </a:solidFill>
          <a:ln w="6350">
            <a:noFill/>
          </a:ln>
        </p:spPr>
        <p:txBody>
          <a:bodyPr wrap="square" lIns="36000" rIns="36000" anchor="ctr">
            <a:noAutofit/>
          </a:bodyPr>
          <a:lstStyle/>
          <a:p>
            <a:pPr algn="ctr" fontAlgn="t">
              <a:lnSpc>
                <a:spcPct val="100000"/>
              </a:lnSpc>
              <a:buNone/>
            </a:pPr>
            <a:r>
              <a:rPr lang="en-US" i="1">
                <a:effectLst/>
                <a:latin typeface="Segoe UI" panose="020B0502040204020203" pitchFamily="34" charset="0"/>
                <a:cs typeface="Segoe UI" panose="020B0502040204020203" pitchFamily="34" charset="0"/>
              </a:rPr>
              <a:t>70% of respondents cite digital onboarding, KYC &amp; identity verification as the </a:t>
            </a:r>
            <a:r>
              <a:rPr lang="en-US" b="1" i="1">
                <a:effectLst/>
                <a:latin typeface="Segoe UI" panose="020B0502040204020203" pitchFamily="34" charset="0"/>
                <a:cs typeface="Segoe UI" panose="020B0502040204020203" pitchFamily="34" charset="0"/>
              </a:rPr>
              <a:t>area with the greatest increase in vulnerability.</a:t>
            </a:r>
          </a:p>
        </p:txBody>
      </p:sp>
      <p:sp>
        <p:nvSpPr>
          <p:cNvPr id="4" name="Rectangle: Rounded Corners 3">
            <a:extLst>
              <a:ext uri="{FF2B5EF4-FFF2-40B4-BE49-F238E27FC236}">
                <a16:creationId xmlns:a16="http://schemas.microsoft.com/office/drawing/2014/main" id="{FEE6E0FA-CBCF-A35C-A92C-402794D282D1}"/>
              </a:ext>
            </a:extLst>
          </p:cNvPr>
          <p:cNvSpPr/>
          <p:nvPr/>
        </p:nvSpPr>
        <p:spPr>
          <a:xfrm>
            <a:off x="694258" y="2316669"/>
            <a:ext cx="2667780" cy="479399"/>
          </a:xfrm>
          <a:prstGeom prst="roundRect">
            <a:avLst/>
          </a:prstGeom>
          <a:solidFill>
            <a:srgbClr val="4EA72E"/>
          </a:solidFill>
          <a:ln>
            <a:noFill/>
            <a:prstDash val="sysDash"/>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chemeClr val="bg1"/>
                </a:solidFill>
                <a:latin typeface="Segoe UI" panose="020B0502040204020203" pitchFamily="34" charset="0"/>
                <a:cs typeface="Segoe UI" panose="020B0502040204020203" pitchFamily="34" charset="0"/>
              </a:rPr>
              <a:t>DEEPFAKE &amp; EMERGING AI RISK</a:t>
            </a:r>
            <a:endParaRPr kumimoji="0" lang="en-US" sz="1400" b="1" i="0" u="none" strike="noStrike" kern="1200" cap="none" spc="0" normalizeH="0" baseline="0" noProof="0">
              <a:ln>
                <a:noFill/>
              </a:ln>
              <a:solidFill>
                <a:schemeClr val="bg1"/>
              </a:solidFill>
              <a:effectLst/>
              <a:uLnTx/>
              <a:uFillTx/>
              <a:latin typeface="Segoe UI" panose="020B0502040204020203" pitchFamily="34" charset="0"/>
              <a:cs typeface="Segoe UI" panose="020B0502040204020203" pitchFamily="34" charset="0"/>
            </a:endParaRPr>
          </a:p>
        </p:txBody>
      </p:sp>
      <p:sp>
        <p:nvSpPr>
          <p:cNvPr id="6" name="Rectangle: Rounded Corners 5">
            <a:extLst>
              <a:ext uri="{FF2B5EF4-FFF2-40B4-BE49-F238E27FC236}">
                <a16:creationId xmlns:a16="http://schemas.microsoft.com/office/drawing/2014/main" id="{ED63B661-F0FF-6D4E-751C-C46305C3FCAC}"/>
              </a:ext>
            </a:extLst>
          </p:cNvPr>
          <p:cNvSpPr/>
          <p:nvPr/>
        </p:nvSpPr>
        <p:spPr>
          <a:xfrm>
            <a:off x="3515658" y="2316669"/>
            <a:ext cx="2667780" cy="479399"/>
          </a:xfrm>
          <a:prstGeom prst="roundRect">
            <a:avLst/>
          </a:prstGeom>
          <a:solidFill>
            <a:srgbClr val="4EA72E"/>
          </a:solidFill>
          <a:ln>
            <a:noFill/>
            <a:prstDash val="sysDash"/>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chemeClr val="bg1"/>
                </a:solidFill>
                <a:latin typeface="Segoe UI" panose="020B0502040204020203" pitchFamily="34" charset="0"/>
                <a:cs typeface="Segoe UI" panose="020B0502040204020203" pitchFamily="34" charset="0"/>
              </a:rPr>
              <a:t>INFORMATION SHARING</a:t>
            </a:r>
            <a:endParaRPr kumimoji="0" lang="en-US" sz="1400" b="1" i="0" u="none" strike="noStrike" kern="1200" cap="none" spc="0" normalizeH="0" baseline="0" noProof="0">
              <a:ln>
                <a:noFill/>
              </a:ln>
              <a:solidFill>
                <a:schemeClr val="bg1"/>
              </a:solidFill>
              <a:effectLst/>
              <a:uLnTx/>
              <a:uFillTx/>
              <a:latin typeface="Segoe UI" panose="020B0502040204020203" pitchFamily="34" charset="0"/>
              <a:cs typeface="Segoe UI" panose="020B0502040204020203" pitchFamily="34" charset="0"/>
            </a:endParaRPr>
          </a:p>
        </p:txBody>
      </p:sp>
      <p:sp>
        <p:nvSpPr>
          <p:cNvPr id="10" name="Rectangle: Rounded Corners 9">
            <a:extLst>
              <a:ext uri="{FF2B5EF4-FFF2-40B4-BE49-F238E27FC236}">
                <a16:creationId xmlns:a16="http://schemas.microsoft.com/office/drawing/2014/main" id="{5FB682C0-7DF0-C992-EB0A-4BED26A05DBF}"/>
              </a:ext>
            </a:extLst>
          </p:cNvPr>
          <p:cNvSpPr/>
          <p:nvPr/>
        </p:nvSpPr>
        <p:spPr>
          <a:xfrm>
            <a:off x="6337058" y="2316669"/>
            <a:ext cx="2667780" cy="479399"/>
          </a:xfrm>
          <a:prstGeom prst="roundRect">
            <a:avLst/>
          </a:prstGeom>
          <a:solidFill>
            <a:srgbClr val="4EA72E"/>
          </a:solidFill>
          <a:ln>
            <a:noFill/>
            <a:prstDash val="sysDash"/>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chemeClr val="bg1"/>
                </a:solidFill>
                <a:latin typeface="Segoe UI" panose="020B0502040204020203" pitchFamily="34" charset="0"/>
                <a:cs typeface="Segoe UI" panose="020B0502040204020203" pitchFamily="34" charset="0"/>
              </a:rPr>
              <a:t>OPERATING MODEL TRANSFORMATION</a:t>
            </a:r>
            <a:endParaRPr kumimoji="0" lang="en-US" sz="1400" b="1" i="0" u="none" strike="noStrike" kern="1200" cap="none" spc="0" normalizeH="0" baseline="0" noProof="0">
              <a:ln>
                <a:noFill/>
              </a:ln>
              <a:solidFill>
                <a:schemeClr val="bg1"/>
              </a:solidFill>
              <a:effectLst/>
              <a:uLnTx/>
              <a:uFillTx/>
              <a:latin typeface="Segoe UI" panose="020B0502040204020203" pitchFamily="34" charset="0"/>
              <a:cs typeface="Segoe UI" panose="020B0502040204020203" pitchFamily="34" charset="0"/>
            </a:endParaRPr>
          </a:p>
        </p:txBody>
      </p:sp>
      <p:sp>
        <p:nvSpPr>
          <p:cNvPr id="12" name="Rectangle: Rounded Corners 11">
            <a:extLst>
              <a:ext uri="{FF2B5EF4-FFF2-40B4-BE49-F238E27FC236}">
                <a16:creationId xmlns:a16="http://schemas.microsoft.com/office/drawing/2014/main" id="{AF2E733F-BF15-44FD-7A18-A62E7A9CF11D}"/>
              </a:ext>
            </a:extLst>
          </p:cNvPr>
          <p:cNvSpPr/>
          <p:nvPr/>
        </p:nvSpPr>
        <p:spPr>
          <a:xfrm>
            <a:off x="9158459" y="2316669"/>
            <a:ext cx="2667780" cy="479399"/>
          </a:xfrm>
          <a:prstGeom prst="roundRect">
            <a:avLst/>
          </a:prstGeom>
          <a:solidFill>
            <a:srgbClr val="4EA72E"/>
          </a:solidFill>
          <a:ln>
            <a:noFill/>
            <a:prstDash val="sysDash"/>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chemeClr val="bg1"/>
                </a:solidFill>
                <a:latin typeface="Segoe UI" panose="020B0502040204020203" pitchFamily="34" charset="0"/>
                <a:cs typeface="Segoe UI" panose="020B0502040204020203" pitchFamily="34" charset="0"/>
              </a:rPr>
              <a:t>REGULATORY &amp; MARKET CHANGE</a:t>
            </a:r>
            <a:endParaRPr kumimoji="0" lang="en-US" sz="1400" b="1" i="0" u="none" strike="noStrike" kern="1200" cap="none" spc="0" normalizeH="0" baseline="0" noProof="0">
              <a:ln>
                <a:noFill/>
              </a:ln>
              <a:solidFill>
                <a:schemeClr val="bg1"/>
              </a:solidFill>
              <a:effectLst/>
              <a:uLnTx/>
              <a:uFillTx/>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038563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9000" b="-9000"/>
          </a:stretch>
        </a:blipFill>
        <a:effectLst/>
      </p:bgPr>
    </p:bg>
    <p:spTree>
      <p:nvGrpSpPr>
        <p:cNvPr id="1" name="">
          <a:extLst>
            <a:ext uri="{FF2B5EF4-FFF2-40B4-BE49-F238E27FC236}">
              <a16:creationId xmlns:a16="http://schemas.microsoft.com/office/drawing/2014/main" id="{6C5F026F-E22A-41B7-388F-9C32257B3D62}"/>
            </a:ext>
          </a:extLst>
        </p:cNvPr>
        <p:cNvGrpSpPr/>
        <p:nvPr/>
      </p:nvGrpSpPr>
      <p:grpSpPr>
        <a:xfrm>
          <a:off x="0" y="0"/>
          <a:ext cx="0" cy="0"/>
          <a:chOff x="0" y="0"/>
          <a:chExt cx="0" cy="0"/>
        </a:xfrm>
      </p:grpSpPr>
      <p:sp>
        <p:nvSpPr>
          <p:cNvPr id="10" name="Text Placeholder 3">
            <a:extLst>
              <a:ext uri="{FF2B5EF4-FFF2-40B4-BE49-F238E27FC236}">
                <a16:creationId xmlns:a16="http://schemas.microsoft.com/office/drawing/2014/main" id="{9C88A93F-ADE1-32DB-AB91-4A6609DAF940}"/>
              </a:ext>
            </a:extLst>
          </p:cNvPr>
          <p:cNvSpPr txBox="1">
            <a:spLocks/>
          </p:cNvSpPr>
          <p:nvPr/>
        </p:nvSpPr>
        <p:spPr>
          <a:xfrm>
            <a:off x="0" y="0"/>
            <a:ext cx="12192000" cy="6858000"/>
          </a:xfrm>
          <a:prstGeom prst="rect">
            <a:avLst/>
          </a:prstGeom>
          <a:solidFill>
            <a:schemeClr val="tx1">
              <a:lumMod val="75000"/>
              <a:lumOff val="25000"/>
              <a:alpha val="70000"/>
            </a:schemeClr>
          </a:solidFill>
          <a:ln>
            <a:noFill/>
          </a:ln>
        </p:spPr>
        <p:txBody>
          <a:bodyPr spcFirstLastPara="1" wrap="square" lIns="365760" tIns="182880" rIns="0" bIns="0" anchor="ctr"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Open Sans"/>
                <a:ea typeface="Open Sans"/>
                <a:cs typeface="Open Sans"/>
                <a:sym typeface="Open Sans"/>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Open Sans"/>
                <a:ea typeface="Open Sans"/>
                <a:cs typeface="Open Sans"/>
                <a:sym typeface="Open Sans"/>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kumimoji="0" lang="en-US"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rPr>
              <a:t>Deepfake &amp; Emerging AI Risk</a:t>
            </a:r>
            <a:endParaRPr lang="en-US" b="1">
              <a:solidFill>
                <a:srgbClr val="FFFFFF"/>
              </a:solidFill>
              <a:effectLst>
                <a:glow rad="101600">
                  <a:srgbClr val="000000">
                    <a:alpha val="22000"/>
                  </a:srgbClr>
                </a:glow>
              </a:effectLst>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b="0"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lang="en-US">
              <a:solidFill>
                <a:srgbClr val="FFFFFF"/>
              </a:solidFill>
              <a:effectLst>
                <a:glow rad="101600">
                  <a:srgbClr val="000000">
                    <a:alpha val="22000"/>
                  </a:srgbClr>
                </a:glow>
              </a:effectLst>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b="0"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124000"/>
              </a:lnSpc>
              <a:spcBef>
                <a:spcPts val="1000"/>
              </a:spcBef>
              <a:spcAft>
                <a:spcPts val="0"/>
              </a:spcAft>
              <a:buClr>
                <a:srgbClr val="000000"/>
              </a:buClr>
              <a:buSzPts val="1800"/>
              <a:buFont typeface="Arial"/>
              <a:buNone/>
              <a:tabLst/>
              <a:defRPr/>
            </a:pPr>
            <a:endParaRPr kumimoji="0" lang="en-US" sz="2000" b="1" i="0" u="none" strike="noStrike" kern="0" cap="none" spc="0" normalizeH="0" baseline="0" noProof="0">
              <a:ln>
                <a:noFill/>
              </a:ln>
              <a:solidFill>
                <a:srgbClr val="000000"/>
              </a:solidFill>
              <a:effectLst/>
              <a:uLnTx/>
              <a:uFillTx/>
              <a:latin typeface="Open Sans"/>
              <a:ea typeface="Open Sans"/>
              <a:cs typeface="Open Sans"/>
              <a:sym typeface="Open Sans"/>
            </a:endParaRPr>
          </a:p>
        </p:txBody>
      </p:sp>
      <p:sp>
        <p:nvSpPr>
          <p:cNvPr id="4" name="TextBox 3">
            <a:extLst>
              <a:ext uri="{FF2B5EF4-FFF2-40B4-BE49-F238E27FC236}">
                <a16:creationId xmlns:a16="http://schemas.microsoft.com/office/drawing/2014/main" id="{F9724730-1DA8-B89F-3581-2F7B252EA8E6}"/>
              </a:ext>
            </a:extLst>
          </p:cNvPr>
          <p:cNvSpPr txBox="1"/>
          <p:nvPr/>
        </p:nvSpPr>
        <p:spPr>
          <a:xfrm>
            <a:off x="4992000" y="5435771"/>
            <a:ext cx="7200000" cy="1323439"/>
          </a:xfrm>
          <a:prstGeom prst="rect">
            <a:avLst/>
          </a:prstGeom>
          <a:noFill/>
        </p:spPr>
        <p:txBody>
          <a:bodyPr wrap="square" lIns="0" rIns="360000">
            <a:spAutoFit/>
          </a:bodyPr>
          <a:lstStyle/>
          <a:p>
            <a:pPr marL="0" marR="0" lvl="0" indent="0" algn="r" defTabSz="914400" rtl="0" eaLnBrk="1" fontAlgn="auto" latinLnBrk="0" hangingPunct="1">
              <a:spcBef>
                <a:spcPts val="0"/>
              </a:spcBef>
              <a:spcAft>
                <a:spcPts val="0"/>
              </a:spcAft>
              <a:buClr>
                <a:srgbClr val="000000"/>
              </a:buClr>
              <a:buSzTx/>
              <a:buFont typeface="Arial"/>
              <a:buNone/>
              <a:tabLst/>
              <a:defRPr/>
            </a:pPr>
            <a:r>
              <a:rPr kumimoji="0" lang="en-US" sz="2000" b="0" i="1" u="none" strike="noStrike" kern="0" cap="none" spc="0" normalizeH="0" baseline="0" noProof="0">
                <a:ln>
                  <a:noFill/>
                </a:ln>
                <a:solidFill>
                  <a:srgbClr val="FFFFFF"/>
                </a:solidFill>
                <a:effectLst/>
                <a:uLnTx/>
                <a:uFillTx/>
                <a:latin typeface="Segoe UI" panose="020B0502040204020203" pitchFamily="34" charset="0"/>
                <a:ea typeface="Calibri" pitchFamily="34" charset="-122"/>
                <a:cs typeface="Segoe UI" panose="020B0502040204020203" pitchFamily="34" charset="0"/>
                <a:sym typeface="Arial"/>
              </a:rPr>
              <a:t>“</a:t>
            </a:r>
            <a:r>
              <a:rPr kumimoji="0" lang="en-US" sz="1500" b="0" i="1" u="none" strike="noStrike" kern="0" cap="none" spc="0" normalizeH="0" baseline="0" noProof="0">
                <a:ln>
                  <a:noFill/>
                </a:ln>
                <a:solidFill>
                  <a:srgbClr val="FFFFFF"/>
                </a:solidFill>
                <a:effectLst/>
                <a:uLnTx/>
                <a:uFillTx/>
                <a:latin typeface="Segoe UI" panose="020B0502040204020203" pitchFamily="34" charset="0"/>
                <a:ea typeface="Calibri" pitchFamily="34" charset="-122"/>
                <a:cs typeface="Segoe UI" panose="020B0502040204020203" pitchFamily="34" charset="0"/>
                <a:sym typeface="Arial"/>
              </a:rPr>
              <a:t>The convergence of GenAI, synthetic identities and real time digital identity verification. This will matter significantly because fraudsters will become AI-native, identity becomes the new battleground, fraud prevention will replace fraud detection, and the winners will use AI against AI.” </a:t>
            </a:r>
            <a:r>
              <a:rPr lang="en-US" sz="1500" b="1" i="1">
                <a:solidFill>
                  <a:srgbClr val="FFFFFF"/>
                </a:solidFill>
                <a:latin typeface="Segoe UI" panose="020B0502040204020203" pitchFamily="34" charset="0"/>
                <a:ea typeface="Calibri" pitchFamily="34" charset="-122"/>
                <a:cs typeface="Segoe UI" panose="020B0502040204020203" pitchFamily="34" charset="0"/>
              </a:rPr>
              <a:t>–</a:t>
            </a:r>
            <a:r>
              <a:rPr kumimoji="0" lang="en-US" sz="1500" b="1" i="1" u="none" strike="noStrike" kern="0" cap="none" spc="0" normalizeH="0" baseline="0" noProof="0">
                <a:ln>
                  <a:noFill/>
                </a:ln>
                <a:solidFill>
                  <a:srgbClr val="FFFFFF"/>
                </a:solidFill>
                <a:effectLst/>
                <a:uLnTx/>
                <a:uFillTx/>
                <a:latin typeface="Segoe UI" panose="020B0502040204020203" pitchFamily="34" charset="0"/>
                <a:ea typeface="Calibri" pitchFamily="34" charset="-122"/>
                <a:cs typeface="Segoe UI" panose="020B0502040204020203" pitchFamily="34" charset="0"/>
                <a:sym typeface="Arial"/>
              </a:rPr>
              <a:t> Director of Fraud Risk &amp; Governance at Top 50 Global Insurance Firm</a:t>
            </a:r>
            <a:endParaRPr kumimoji="0" lang="en-US" sz="1500" b="1"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3" name="TextBox 2">
            <a:extLst>
              <a:ext uri="{FF2B5EF4-FFF2-40B4-BE49-F238E27FC236}">
                <a16:creationId xmlns:a16="http://schemas.microsoft.com/office/drawing/2014/main" id="{B7A7995F-9189-8898-6FF5-2178681651E8}"/>
              </a:ext>
            </a:extLst>
          </p:cNvPr>
          <p:cNvSpPr txBox="1"/>
          <p:nvPr/>
        </p:nvSpPr>
        <p:spPr>
          <a:xfrm>
            <a:off x="0" y="4308303"/>
            <a:ext cx="7200000" cy="784830"/>
          </a:xfrm>
          <a:prstGeom prst="rect">
            <a:avLst/>
          </a:prstGeom>
          <a:noFill/>
        </p:spPr>
        <p:txBody>
          <a:bodyPr wrap="square" lIns="360000">
            <a:spAutoFit/>
          </a:bodyPr>
          <a:lstStyle/>
          <a:p>
            <a:r>
              <a:rPr lang="en-US" sz="1500" i="1">
                <a:solidFill>
                  <a:srgbClr val="FFFFFF"/>
                </a:solidFill>
                <a:latin typeface="Segoe UI" panose="020B0502040204020203" pitchFamily="34" charset="0"/>
                <a:ea typeface="Calibri" pitchFamily="34" charset="-122"/>
                <a:cs typeface="Segoe UI" panose="020B0502040204020203" pitchFamily="34" charset="0"/>
                <a:sym typeface="Open Sans"/>
              </a:rPr>
              <a:t>“Industrialization of generative AI by fraudsters countered by the mandatory shift towards real-time, contextual behavioural AI by defenders” – </a:t>
            </a:r>
            <a:r>
              <a:rPr lang="en-US" sz="1500" b="1" i="1">
                <a:solidFill>
                  <a:srgbClr val="FFFFFF"/>
                </a:solidFill>
                <a:latin typeface="Segoe UI" panose="020B0502040204020203" pitchFamily="34" charset="0"/>
                <a:ea typeface="Calibri" pitchFamily="34" charset="-122"/>
                <a:cs typeface="Segoe UI" panose="020B0502040204020203" pitchFamily="34" charset="0"/>
                <a:sym typeface="Open Sans"/>
              </a:rPr>
              <a:t>VP of Fraud Strategy &amp; Transformation at Large Canadian Financial Institution</a:t>
            </a:r>
            <a:endParaRPr lang="en-CA" sz="1500" b="1">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6459278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B145B-E559-1F96-17D0-51263EEF204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768E99F-ACA1-62DC-129D-48B20E5DFB92}"/>
              </a:ext>
            </a:extLst>
          </p:cNvPr>
          <p:cNvSpPr/>
          <p:nvPr/>
        </p:nvSpPr>
        <p:spPr>
          <a:xfrm>
            <a:off x="269139" y="1428203"/>
            <a:ext cx="11651914" cy="4303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lvl="0" algn="just">
              <a:buClrTx/>
              <a:defRPr/>
            </a:pPr>
            <a:r>
              <a:rPr lang="en-US"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rPr>
              <a:t>One-third of organizations globally</a:t>
            </a:r>
            <a:r>
              <a:rPr lang="en-US" kern="1200" baseline="300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rPr>
              <a:t>1</a:t>
            </a:r>
            <a:r>
              <a:rPr lang="en-US"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rPr>
              <a:t> now report experiencing deepfake fraud incidents, on par with document fraud and social engineering. As organizations grapple with these risks, the emergence of agentic AI solutions (e.g., Meta Muse) introduces a new dimension of exposure, extending fraud concerns beyond impersonation to autonomous systems capable of performing / initiating activities on behalf of customers. Against this backdrop, the critical question is where AI-enabled fraud is exerting the greatest pressure today.</a:t>
            </a:r>
          </a:p>
        </p:txBody>
      </p:sp>
      <p:sp>
        <p:nvSpPr>
          <p:cNvPr id="153" name="Rectangle 152">
            <a:extLst>
              <a:ext uri="{FF2B5EF4-FFF2-40B4-BE49-F238E27FC236}">
                <a16:creationId xmlns:a16="http://schemas.microsoft.com/office/drawing/2014/main" id="{0FFE2E6F-E30C-CD35-D1C9-28480935BE48}"/>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DEEPFAKE &amp; EMERGING AI RISK</a:t>
            </a:r>
          </a:p>
        </p:txBody>
      </p:sp>
      <p:grpSp>
        <p:nvGrpSpPr>
          <p:cNvPr id="15" name="Group 14">
            <a:extLst>
              <a:ext uri="{FF2B5EF4-FFF2-40B4-BE49-F238E27FC236}">
                <a16:creationId xmlns:a16="http://schemas.microsoft.com/office/drawing/2014/main" id="{83C24FB5-7AE9-6886-4979-6664A8EA17E6}"/>
              </a:ext>
            </a:extLst>
          </p:cNvPr>
          <p:cNvGrpSpPr/>
          <p:nvPr/>
        </p:nvGrpSpPr>
        <p:grpSpPr>
          <a:xfrm>
            <a:off x="249638" y="464705"/>
            <a:ext cx="11521440" cy="924347"/>
            <a:chOff x="249638" y="464705"/>
            <a:chExt cx="11521440" cy="924347"/>
          </a:xfrm>
        </p:grpSpPr>
        <p:sp>
          <p:nvSpPr>
            <p:cNvPr id="19" name="Text 22">
              <a:extLst>
                <a:ext uri="{FF2B5EF4-FFF2-40B4-BE49-F238E27FC236}">
                  <a16:creationId xmlns:a16="http://schemas.microsoft.com/office/drawing/2014/main" id="{FFF2157E-F0CB-F08F-93A7-91A3A7A0DB83}"/>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80" normalizeH="0" baseline="0" noProof="0">
                  <a:ln>
                    <a:noFill/>
                  </a:ln>
                  <a:solidFill>
                    <a:srgbClr val="4EA72E"/>
                  </a:solidFill>
                  <a:effectLst/>
                  <a:uLnTx/>
                  <a:uFillTx/>
                  <a:latin typeface="Segoe UI" panose="020B0502040204020203" pitchFamily="34" charset="0"/>
                  <a:ea typeface="Arial" pitchFamily="34" charset="-122"/>
                  <a:cs typeface="Segoe UI" panose="020B0502040204020203" pitchFamily="34" charset="0"/>
                </a:rPr>
                <a:t>WHERE DEEPFAKE RISK CONCENTRATES </a:t>
              </a:r>
            </a:p>
          </p:txBody>
        </p:sp>
        <p:sp>
          <p:nvSpPr>
            <p:cNvPr id="5" name="TextBox 4">
              <a:extLst>
                <a:ext uri="{FF2B5EF4-FFF2-40B4-BE49-F238E27FC236}">
                  <a16:creationId xmlns:a16="http://schemas.microsoft.com/office/drawing/2014/main" id="{13A38D4F-D29E-FA15-7D76-8E14E17191C6}"/>
                </a:ext>
              </a:extLst>
            </p:cNvPr>
            <p:cNvSpPr txBox="1"/>
            <p:nvPr/>
          </p:nvSpPr>
          <p:spPr>
            <a:xfrm>
              <a:off x="249638" y="711944"/>
              <a:ext cx="11521440" cy="6771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200" b="1" i="0" u="none" strike="noStrike" kern="1200" cap="none" spc="0" normalizeH="0" baseline="0" noProof="0">
                  <a:ln>
                    <a:noFill/>
                  </a:ln>
                  <a:solidFill>
                    <a:srgbClr val="111111"/>
                  </a:solidFill>
                  <a:effectLst/>
                  <a:uLnTx/>
                  <a:uFillTx/>
                  <a:latin typeface="Segoe UI" panose="020B0502040204020203" pitchFamily="34" charset="0"/>
                  <a:ea typeface="+mn-ea"/>
                  <a:cs typeface="Segoe UI" panose="020B0502040204020203" pitchFamily="34" charset="0"/>
                </a:rPr>
                <a:t>Banking and insurance converge on onboarding and payments, but diverge at the contact center </a:t>
              </a:r>
              <a:endParaRPr kumimoji="0" sz="2200" b="1" i="0" u="none" strike="noStrike" kern="1200" cap="none" spc="0" normalizeH="0" baseline="0" noProof="0">
                <a:ln>
                  <a:noFill/>
                </a:ln>
                <a:solidFill>
                  <a:srgbClr val="111111"/>
                </a:solidFill>
                <a:effectLst/>
                <a:uLnTx/>
                <a:uFillTx/>
                <a:latin typeface="Segoe UI" panose="020B0502040204020203" pitchFamily="34" charset="0"/>
                <a:ea typeface="+mn-ea"/>
                <a:cs typeface="Segoe UI" panose="020B0502040204020203" pitchFamily="34" charset="0"/>
              </a:endParaRPr>
            </a:p>
          </p:txBody>
        </p:sp>
      </p:grpSp>
      <p:sp>
        <p:nvSpPr>
          <p:cNvPr id="13" name="Rounded Rectangle 47">
            <a:extLst>
              <a:ext uri="{FF2B5EF4-FFF2-40B4-BE49-F238E27FC236}">
                <a16:creationId xmlns:a16="http://schemas.microsoft.com/office/drawing/2014/main" id="{8942D059-49E6-6AFD-6963-0380C8F61610}"/>
              </a:ext>
            </a:extLst>
          </p:cNvPr>
          <p:cNvSpPr/>
          <p:nvPr/>
        </p:nvSpPr>
        <p:spPr>
          <a:xfrm>
            <a:off x="3146629" y="2414134"/>
            <a:ext cx="4219528" cy="2367373"/>
          </a:xfrm>
          <a:prstGeom prst="roundRect">
            <a:avLst>
              <a:gd name="adj" fmla="val 6000"/>
            </a:avLst>
          </a:prstGeom>
          <a:solidFill>
            <a:srgbClr val="FFFFFF"/>
          </a:solid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v</a:t>
            </a: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4" name="Rectangle: Rounded Corners 13">
            <a:extLst>
              <a:ext uri="{FF2B5EF4-FFF2-40B4-BE49-F238E27FC236}">
                <a16:creationId xmlns:a16="http://schemas.microsoft.com/office/drawing/2014/main" id="{4D31C47A-861A-BFBD-DDA0-60EF9533C659}"/>
              </a:ext>
            </a:extLst>
          </p:cNvPr>
          <p:cNvSpPr/>
          <p:nvPr/>
        </p:nvSpPr>
        <p:spPr>
          <a:xfrm>
            <a:off x="249638" y="2431282"/>
            <a:ext cx="2647532" cy="2350226"/>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TextBox 17">
            <a:extLst>
              <a:ext uri="{FF2B5EF4-FFF2-40B4-BE49-F238E27FC236}">
                <a16:creationId xmlns:a16="http://schemas.microsoft.com/office/drawing/2014/main" id="{251CAC15-B0B6-5A6B-9A85-21F4CDAE68C8}"/>
              </a:ext>
            </a:extLst>
          </p:cNvPr>
          <p:cNvSpPr txBox="1"/>
          <p:nvPr/>
        </p:nvSpPr>
        <p:spPr>
          <a:xfrm>
            <a:off x="584015" y="3269674"/>
            <a:ext cx="1801368" cy="123110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Both sectors feel pressure where identity is established and money moves</a:t>
            </a:r>
            <a:endParaRPr kumimoji="0" sz="16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22" name="Title 2">
            <a:extLst>
              <a:ext uri="{FF2B5EF4-FFF2-40B4-BE49-F238E27FC236}">
                <a16:creationId xmlns:a16="http://schemas.microsoft.com/office/drawing/2014/main" id="{F8C0FCF4-7CF4-74E9-22AB-D65F03E92177}"/>
              </a:ext>
            </a:extLst>
          </p:cNvPr>
          <p:cNvSpPr txBox="1">
            <a:spLocks/>
          </p:cNvSpPr>
          <p:nvPr/>
        </p:nvSpPr>
        <p:spPr>
          <a:xfrm>
            <a:off x="3768775" y="2495287"/>
            <a:ext cx="3679607" cy="627864"/>
          </a:xfrm>
          <a:prstGeom prst="rect">
            <a:avLst/>
          </a:prstGeom>
        </p:spPr>
        <p:txBody>
          <a:bodyPr vert="horz" wrap="square" lIns="91440" tIns="91440" rIns="91440" bIns="91440" rtlCol="0" anchor="ctr">
            <a:spAutoFit/>
          </a:bodyPr>
          <a:lstStyle>
            <a:lvl1pPr algn="l" defTabSz="914400" rtl="0" eaLnBrk="1" latinLnBrk="0" hangingPunct="1">
              <a:lnSpc>
                <a:spcPct val="90000"/>
              </a:lnSpc>
              <a:spcBef>
                <a:spcPct val="0"/>
              </a:spcBef>
              <a:buNone/>
              <a:defRPr lang="en-CA" sz="3600" b="1" kern="1200" cap="all" baseline="0">
                <a:solidFill>
                  <a:schemeClr val="tx1"/>
                </a:solidFill>
                <a:latin typeface="+mn-lt"/>
                <a:ea typeface="+mj-ea"/>
                <a:cs typeface="+mj-cs"/>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kumimoji="0" lang="en-US" sz="1600" b="1" i="0" u="none" strike="noStrike" kern="1200" cap="none" spc="0" normalizeH="0" baseline="0" noProof="0">
                <a:ln>
                  <a:noFill/>
                </a:ln>
                <a:solidFill>
                  <a:schemeClr val="accent2"/>
                </a:solidFill>
                <a:effectLst/>
                <a:uLnTx/>
                <a:uFillTx/>
                <a:latin typeface="Segoe UI" panose="020B0502040204020203" pitchFamily="34" charset="0"/>
                <a:cs typeface="Segoe UI" panose="020B0502040204020203" pitchFamily="34" charset="0"/>
              </a:rPr>
              <a:t>Digital onboarding, KYC &amp; identity verification</a:t>
            </a:r>
          </a:p>
        </p:txBody>
      </p:sp>
      <p:grpSp>
        <p:nvGrpSpPr>
          <p:cNvPr id="23" name="Graphic 4">
            <a:extLst>
              <a:ext uri="{FF2B5EF4-FFF2-40B4-BE49-F238E27FC236}">
                <a16:creationId xmlns:a16="http://schemas.microsoft.com/office/drawing/2014/main" id="{07FADAA1-47D5-588A-E162-032C28F3F898}"/>
              </a:ext>
            </a:extLst>
          </p:cNvPr>
          <p:cNvGrpSpPr/>
          <p:nvPr/>
        </p:nvGrpSpPr>
        <p:grpSpPr>
          <a:xfrm>
            <a:off x="3272249" y="2578306"/>
            <a:ext cx="461826" cy="461826"/>
            <a:chOff x="905454" y="918179"/>
            <a:chExt cx="362309" cy="361971"/>
          </a:xfrm>
          <a:solidFill>
            <a:schemeClr val="accent2"/>
          </a:solidFill>
        </p:grpSpPr>
        <p:sp>
          <p:nvSpPr>
            <p:cNvPr id="24" name="Graphic 4">
              <a:extLst>
                <a:ext uri="{FF2B5EF4-FFF2-40B4-BE49-F238E27FC236}">
                  <a16:creationId xmlns:a16="http://schemas.microsoft.com/office/drawing/2014/main" id="{F7942F26-6452-6A92-9A7D-7D897709347B}"/>
                </a:ext>
              </a:extLst>
            </p:cNvPr>
            <p:cNvSpPr/>
            <p:nvPr/>
          </p:nvSpPr>
          <p:spPr>
            <a:xfrm>
              <a:off x="1003105" y="1019046"/>
              <a:ext cx="113855" cy="110442"/>
            </a:xfrm>
            <a:custGeom>
              <a:avLst/>
              <a:gdLst>
                <a:gd name="connsiteX0" fmla="*/ 83184 w 113855"/>
                <a:gd name="connsiteY0" fmla="*/ 0 h 110442"/>
                <a:gd name="connsiteX1" fmla="*/ 754 w 113855"/>
                <a:gd name="connsiteY1" fmla="*/ 15322 h 110442"/>
                <a:gd name="connsiteX2" fmla="*/ 20563 w 113855"/>
                <a:gd name="connsiteY2" fmla="*/ 110443 h 110442"/>
                <a:gd name="connsiteX3" fmla="*/ 113856 w 113855"/>
                <a:gd name="connsiteY3" fmla="*/ 17237 h 110442"/>
                <a:gd name="connsiteX4" fmla="*/ 83184 w 113855"/>
                <a:gd name="connsiteY4" fmla="*/ 0 h 110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5" h="110442">
                  <a:moveTo>
                    <a:pt x="83184" y="0"/>
                  </a:moveTo>
                  <a:cubicBezTo>
                    <a:pt x="60819" y="20429"/>
                    <a:pt x="28869" y="26174"/>
                    <a:pt x="754" y="15322"/>
                  </a:cubicBezTo>
                  <a:cubicBezTo>
                    <a:pt x="-2441" y="48518"/>
                    <a:pt x="4588" y="81715"/>
                    <a:pt x="20563" y="110443"/>
                  </a:cubicBezTo>
                  <a:lnTo>
                    <a:pt x="113856" y="17237"/>
                  </a:lnTo>
                  <a:cubicBezTo>
                    <a:pt x="102354" y="14045"/>
                    <a:pt x="92130" y="8299"/>
                    <a:pt x="83184" y="0"/>
                  </a:cubicBezTo>
                  <a:close/>
                </a:path>
              </a:pathLst>
            </a:custGeom>
            <a:grpFill/>
            <a:ln w="6390" cap="flat">
              <a:noFill/>
              <a:prstDash val="solid"/>
              <a:miter/>
            </a:ln>
          </p:spPr>
          <p:txBody>
            <a:bodyPr rtlCol="0" anchor="ctr"/>
            <a:lstStyle/>
            <a:p>
              <a:endParaRPr lang="en-US"/>
            </a:p>
          </p:txBody>
        </p:sp>
        <p:sp>
          <p:nvSpPr>
            <p:cNvPr id="25" name="Graphic 4">
              <a:extLst>
                <a:ext uri="{FF2B5EF4-FFF2-40B4-BE49-F238E27FC236}">
                  <a16:creationId xmlns:a16="http://schemas.microsoft.com/office/drawing/2014/main" id="{F625A9D4-1FFE-73DB-FDF7-C9687B68743C}"/>
                </a:ext>
              </a:extLst>
            </p:cNvPr>
            <p:cNvSpPr/>
            <p:nvPr/>
          </p:nvSpPr>
          <p:spPr>
            <a:xfrm>
              <a:off x="1047310" y="1038836"/>
              <a:ext cx="121669" cy="153853"/>
            </a:xfrm>
            <a:custGeom>
              <a:avLst/>
              <a:gdLst>
                <a:gd name="connsiteX0" fmla="*/ 0 w 121669"/>
                <a:gd name="connsiteY0" fmla="*/ 121934 h 153853"/>
                <a:gd name="connsiteX1" fmla="*/ 38979 w 121669"/>
                <a:gd name="connsiteY1" fmla="*/ 153854 h 153853"/>
                <a:gd name="connsiteX2" fmla="*/ 121409 w 121669"/>
                <a:gd name="connsiteY2" fmla="*/ 0 h 153853"/>
                <a:gd name="connsiteX3" fmla="*/ 0 w 121669"/>
                <a:gd name="connsiteY3" fmla="*/ 121934 h 153853"/>
              </a:gdLst>
              <a:ahLst/>
              <a:cxnLst>
                <a:cxn ang="0">
                  <a:pos x="connsiteX0" y="connsiteY0"/>
                </a:cxn>
                <a:cxn ang="0">
                  <a:pos x="connsiteX1" y="connsiteY1"/>
                </a:cxn>
                <a:cxn ang="0">
                  <a:pos x="connsiteX2" y="connsiteY2"/>
                </a:cxn>
                <a:cxn ang="0">
                  <a:pos x="connsiteX3" y="connsiteY3"/>
                </a:cxn>
              </a:cxnLst>
              <a:rect l="l" t="t" r="r" b="b"/>
              <a:pathLst>
                <a:path w="121669" h="153853">
                  <a:moveTo>
                    <a:pt x="0" y="121934"/>
                  </a:moveTo>
                  <a:cubicBezTo>
                    <a:pt x="11502" y="134702"/>
                    <a:pt x="24921" y="144916"/>
                    <a:pt x="38979" y="153854"/>
                  </a:cubicBezTo>
                  <a:cubicBezTo>
                    <a:pt x="54954" y="144916"/>
                    <a:pt x="126521" y="97037"/>
                    <a:pt x="121409" y="0"/>
                  </a:cubicBezTo>
                  <a:lnTo>
                    <a:pt x="0" y="121934"/>
                  </a:lnTo>
                  <a:close/>
                </a:path>
              </a:pathLst>
            </a:custGeom>
            <a:grpFill/>
            <a:ln w="6390" cap="flat">
              <a:noFill/>
              <a:prstDash val="solid"/>
              <a:miter/>
            </a:ln>
          </p:spPr>
          <p:txBody>
            <a:bodyPr rtlCol="0" anchor="ctr"/>
            <a:lstStyle/>
            <a:p>
              <a:endParaRPr lang="en-US"/>
            </a:p>
          </p:txBody>
        </p:sp>
        <p:sp>
          <p:nvSpPr>
            <p:cNvPr id="31" name="Graphic 4">
              <a:extLst>
                <a:ext uri="{FF2B5EF4-FFF2-40B4-BE49-F238E27FC236}">
                  <a16:creationId xmlns:a16="http://schemas.microsoft.com/office/drawing/2014/main" id="{F6997BFE-6FF6-EFEE-A7D7-25D69A40EB07}"/>
                </a:ext>
              </a:extLst>
            </p:cNvPr>
            <p:cNvSpPr/>
            <p:nvPr/>
          </p:nvSpPr>
          <p:spPr>
            <a:xfrm>
              <a:off x="1031335" y="1038836"/>
              <a:ext cx="120130" cy="112358"/>
            </a:xfrm>
            <a:custGeom>
              <a:avLst/>
              <a:gdLst>
                <a:gd name="connsiteX0" fmla="*/ 100961 w 120130"/>
                <a:gd name="connsiteY0" fmla="*/ 638 h 112358"/>
                <a:gd name="connsiteX1" fmla="*/ 0 w 120130"/>
                <a:gd name="connsiteY1" fmla="*/ 101505 h 112358"/>
                <a:gd name="connsiteX2" fmla="*/ 7668 w 120130"/>
                <a:gd name="connsiteY2" fmla="*/ 112358 h 112358"/>
                <a:gd name="connsiteX3" fmla="*/ 120131 w 120130"/>
                <a:gd name="connsiteY3" fmla="*/ 0 h 112358"/>
                <a:gd name="connsiteX4" fmla="*/ 100961 w 120130"/>
                <a:gd name="connsiteY4" fmla="*/ 638 h 112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30" h="112358">
                  <a:moveTo>
                    <a:pt x="100961" y="638"/>
                  </a:moveTo>
                  <a:lnTo>
                    <a:pt x="0" y="101505"/>
                  </a:lnTo>
                  <a:cubicBezTo>
                    <a:pt x="2556" y="105336"/>
                    <a:pt x="5112" y="109166"/>
                    <a:pt x="7668" y="112358"/>
                  </a:cubicBezTo>
                  <a:lnTo>
                    <a:pt x="120131" y="0"/>
                  </a:lnTo>
                  <a:cubicBezTo>
                    <a:pt x="113741" y="638"/>
                    <a:pt x="107351" y="638"/>
                    <a:pt x="100961" y="638"/>
                  </a:cubicBezTo>
                  <a:close/>
                </a:path>
              </a:pathLst>
            </a:custGeom>
            <a:grpFill/>
            <a:ln w="6390" cap="flat">
              <a:noFill/>
              <a:prstDash val="solid"/>
              <a:miter/>
            </a:ln>
          </p:spPr>
          <p:txBody>
            <a:bodyPr rtlCol="0" anchor="ctr"/>
            <a:lstStyle/>
            <a:p>
              <a:endParaRPr lang="en-US"/>
            </a:p>
          </p:txBody>
        </p:sp>
        <p:sp>
          <p:nvSpPr>
            <p:cNvPr id="35" name="Graphic 4">
              <a:extLst>
                <a:ext uri="{FF2B5EF4-FFF2-40B4-BE49-F238E27FC236}">
                  <a16:creationId xmlns:a16="http://schemas.microsoft.com/office/drawing/2014/main" id="{09D61E77-7B09-3D4E-746F-8256A8BEA680}"/>
                </a:ext>
              </a:extLst>
            </p:cNvPr>
            <p:cNvSpPr/>
            <p:nvPr/>
          </p:nvSpPr>
          <p:spPr>
            <a:xfrm>
              <a:off x="905454" y="918179"/>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180835 w 362309"/>
                <a:gd name="connsiteY4" fmla="*/ 0 h 361971"/>
                <a:gd name="connsiteX5" fmla="*/ 180835 w 362309"/>
                <a:gd name="connsiteY5" fmla="*/ 0 h 361971"/>
                <a:gd name="connsiteX6" fmla="*/ 184030 w 362309"/>
                <a:gd name="connsiteY6" fmla="*/ 287918 h 361971"/>
                <a:gd name="connsiteX7" fmla="*/ 183391 w 362309"/>
                <a:gd name="connsiteY7" fmla="*/ 288556 h 361971"/>
                <a:gd name="connsiteX8" fmla="*/ 182752 w 362309"/>
                <a:gd name="connsiteY8" fmla="*/ 288556 h 361971"/>
                <a:gd name="connsiteX9" fmla="*/ 181474 w 362309"/>
                <a:gd name="connsiteY9" fmla="*/ 288556 h 361971"/>
                <a:gd name="connsiteX10" fmla="*/ 181474 w 362309"/>
                <a:gd name="connsiteY10" fmla="*/ 288556 h 361971"/>
                <a:gd name="connsiteX11" fmla="*/ 180196 w 362309"/>
                <a:gd name="connsiteY11" fmla="*/ 288556 h 361971"/>
                <a:gd name="connsiteX12" fmla="*/ 179557 w 362309"/>
                <a:gd name="connsiteY12" fmla="*/ 288556 h 361971"/>
                <a:gd name="connsiteX13" fmla="*/ 178918 w 362309"/>
                <a:gd name="connsiteY13" fmla="*/ 287918 h 361971"/>
                <a:gd name="connsiteX14" fmla="*/ 87542 w 362309"/>
                <a:gd name="connsiteY14" fmla="*/ 105974 h 361971"/>
                <a:gd name="connsiteX15" fmla="*/ 94571 w 362309"/>
                <a:gd name="connsiteY15" fmla="*/ 100229 h 361971"/>
                <a:gd name="connsiteX16" fmla="*/ 97127 w 362309"/>
                <a:gd name="connsiteY16" fmla="*/ 100867 h 361971"/>
                <a:gd name="connsiteX17" fmla="*/ 177640 w 362309"/>
                <a:gd name="connsiteY17" fmla="*/ 87461 h 361971"/>
                <a:gd name="connsiteX18" fmla="*/ 186586 w 362309"/>
                <a:gd name="connsiteY18" fmla="*/ 87461 h 361971"/>
                <a:gd name="connsiteX19" fmla="*/ 186586 w 362309"/>
                <a:gd name="connsiteY19" fmla="*/ 87461 h 361971"/>
                <a:gd name="connsiteX20" fmla="*/ 267099 w 362309"/>
                <a:gd name="connsiteY20" fmla="*/ 100867 h 361971"/>
                <a:gd name="connsiteX21" fmla="*/ 272850 w 362309"/>
                <a:gd name="connsiteY21" fmla="*/ 100867 h 361971"/>
                <a:gd name="connsiteX22" fmla="*/ 276684 w 362309"/>
                <a:gd name="connsiteY22" fmla="*/ 105974 h 361971"/>
                <a:gd name="connsiteX23" fmla="*/ 184030 w 362309"/>
                <a:gd name="connsiteY23" fmla="*/ 287918 h 361971"/>
                <a:gd name="connsiteX24" fmla="*/ 184030 w 362309"/>
                <a:gd name="connsiteY24" fmla="*/ 28791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81715"/>
                    <a:pt x="281157" y="0"/>
                    <a:pt x="180835" y="0"/>
                  </a:cubicBezTo>
                  <a:cubicBezTo>
                    <a:pt x="180835" y="0"/>
                    <a:pt x="180835" y="0"/>
                    <a:pt x="180835" y="0"/>
                  </a:cubicBezTo>
                  <a:close/>
                  <a:moveTo>
                    <a:pt x="184030" y="287918"/>
                  </a:moveTo>
                  <a:lnTo>
                    <a:pt x="183391" y="288556"/>
                  </a:lnTo>
                  <a:lnTo>
                    <a:pt x="182752" y="288556"/>
                  </a:lnTo>
                  <a:cubicBezTo>
                    <a:pt x="182113" y="288556"/>
                    <a:pt x="181474" y="288556"/>
                    <a:pt x="181474" y="288556"/>
                  </a:cubicBezTo>
                  <a:lnTo>
                    <a:pt x="181474" y="288556"/>
                  </a:lnTo>
                  <a:cubicBezTo>
                    <a:pt x="180835" y="288556"/>
                    <a:pt x="180196" y="288556"/>
                    <a:pt x="180196" y="288556"/>
                  </a:cubicBezTo>
                  <a:lnTo>
                    <a:pt x="179557" y="288556"/>
                  </a:lnTo>
                  <a:lnTo>
                    <a:pt x="178918" y="287918"/>
                  </a:lnTo>
                  <a:cubicBezTo>
                    <a:pt x="177640" y="287279"/>
                    <a:pt x="72845" y="231739"/>
                    <a:pt x="87542" y="105974"/>
                  </a:cubicBezTo>
                  <a:cubicBezTo>
                    <a:pt x="88181" y="102782"/>
                    <a:pt x="91376" y="100229"/>
                    <a:pt x="94571" y="100229"/>
                  </a:cubicBezTo>
                  <a:cubicBezTo>
                    <a:pt x="95210" y="100229"/>
                    <a:pt x="96488" y="100867"/>
                    <a:pt x="97127" y="100867"/>
                  </a:cubicBezTo>
                  <a:cubicBezTo>
                    <a:pt x="123965" y="114912"/>
                    <a:pt x="156553" y="109166"/>
                    <a:pt x="177640" y="87461"/>
                  </a:cubicBezTo>
                  <a:cubicBezTo>
                    <a:pt x="180196" y="84907"/>
                    <a:pt x="184030" y="84907"/>
                    <a:pt x="186586" y="87461"/>
                  </a:cubicBezTo>
                  <a:cubicBezTo>
                    <a:pt x="186586" y="87461"/>
                    <a:pt x="186586" y="87461"/>
                    <a:pt x="186586" y="87461"/>
                  </a:cubicBezTo>
                  <a:cubicBezTo>
                    <a:pt x="207034" y="109804"/>
                    <a:pt x="240262" y="114912"/>
                    <a:pt x="267099" y="100867"/>
                  </a:cubicBezTo>
                  <a:cubicBezTo>
                    <a:pt x="269016" y="99590"/>
                    <a:pt x="270933" y="99590"/>
                    <a:pt x="272850" y="100867"/>
                  </a:cubicBezTo>
                  <a:cubicBezTo>
                    <a:pt x="274767" y="102144"/>
                    <a:pt x="276045" y="103420"/>
                    <a:pt x="276684" y="105974"/>
                  </a:cubicBezTo>
                  <a:cubicBezTo>
                    <a:pt x="290103" y="231739"/>
                    <a:pt x="185308" y="287279"/>
                    <a:pt x="184030" y="287918"/>
                  </a:cubicBezTo>
                  <a:lnTo>
                    <a:pt x="184030" y="287918"/>
                  </a:lnTo>
                  <a:close/>
                </a:path>
              </a:pathLst>
            </a:custGeom>
            <a:grpFill/>
            <a:ln w="6390" cap="flat">
              <a:noFill/>
              <a:prstDash val="solid"/>
              <a:miter/>
            </a:ln>
          </p:spPr>
          <p:txBody>
            <a:bodyPr rtlCol="0" anchor="ctr"/>
            <a:lstStyle/>
            <a:p>
              <a:endParaRPr lang="en-US"/>
            </a:p>
          </p:txBody>
        </p:sp>
      </p:grpSp>
      <p:sp>
        <p:nvSpPr>
          <p:cNvPr id="37" name="Text 11">
            <a:extLst>
              <a:ext uri="{FF2B5EF4-FFF2-40B4-BE49-F238E27FC236}">
                <a16:creationId xmlns:a16="http://schemas.microsoft.com/office/drawing/2014/main" id="{76456386-309A-CAA2-3B9A-973773DF6F9F}"/>
              </a:ext>
            </a:extLst>
          </p:cNvPr>
          <p:cNvSpPr/>
          <p:nvPr/>
        </p:nvSpPr>
        <p:spPr>
          <a:xfrm>
            <a:off x="3396722" y="3614020"/>
            <a:ext cx="1317171" cy="538609"/>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n-US" sz="3500" b="1">
                <a:solidFill>
                  <a:schemeClr val="accent2"/>
                </a:solidFill>
                <a:latin typeface="Segoe UI" panose="020B0502040204020203" pitchFamily="34" charset="0"/>
                <a:ea typeface="Calibri" pitchFamily="34" charset="-122"/>
                <a:cs typeface="Segoe UI" panose="020B0502040204020203" pitchFamily="34" charset="0"/>
              </a:rPr>
              <a:t>70</a:t>
            </a:r>
            <a:r>
              <a:rPr kumimoji="0" lang="en-US" sz="3500" b="1" i="0" u="none" strike="noStrike" kern="1200" cap="none" spc="0" normalizeH="0" baseline="0" noProof="0">
                <a:ln>
                  <a:noFill/>
                </a:ln>
                <a:solidFill>
                  <a:schemeClr val="accent2"/>
                </a:solidFill>
                <a:effectLst/>
                <a:uLnTx/>
                <a:uFillTx/>
                <a:latin typeface="Segoe UI" panose="020B0502040204020203" pitchFamily="34" charset="0"/>
                <a:ea typeface="Calibri" pitchFamily="34" charset="-122"/>
                <a:cs typeface="Segoe UI" panose="020B0502040204020203" pitchFamily="34" charset="0"/>
              </a:rPr>
              <a:t>%</a:t>
            </a:r>
            <a:endParaRPr kumimoji="0" lang="en-US" sz="3500" b="0" i="0" u="none" strike="noStrike" kern="1200" cap="none" spc="0" normalizeH="0" baseline="0" noProof="0">
              <a:ln>
                <a:noFill/>
              </a:ln>
              <a:solidFill>
                <a:schemeClr val="accent2"/>
              </a:solidFill>
              <a:effectLst/>
              <a:uLnTx/>
              <a:uFillTx/>
              <a:latin typeface="Segoe UI" panose="020B0502040204020203" pitchFamily="34" charset="0"/>
              <a:cs typeface="Segoe UI" panose="020B0502040204020203" pitchFamily="34" charset="0"/>
            </a:endParaRPr>
          </a:p>
        </p:txBody>
      </p:sp>
      <p:sp>
        <p:nvSpPr>
          <p:cNvPr id="40" name="Text 12">
            <a:extLst>
              <a:ext uri="{FF2B5EF4-FFF2-40B4-BE49-F238E27FC236}">
                <a16:creationId xmlns:a16="http://schemas.microsoft.com/office/drawing/2014/main" id="{6FD44199-DFB4-7220-3C08-F3A810CD9091}"/>
              </a:ext>
            </a:extLst>
          </p:cNvPr>
          <p:cNvSpPr/>
          <p:nvPr/>
        </p:nvSpPr>
        <p:spPr>
          <a:xfrm>
            <a:off x="3396723" y="4195191"/>
            <a:ext cx="4051660" cy="338554"/>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effectLst/>
                <a:uLnTx/>
                <a:uFillTx/>
                <a:latin typeface="Segoe UI" panose="020B0502040204020203" pitchFamily="34" charset="0"/>
                <a:ea typeface="Calibri" pitchFamily="34" charset="-122"/>
                <a:cs typeface="Segoe UI" panose="020B0502040204020203" pitchFamily="34" charset="0"/>
              </a:rPr>
              <a:t>of all respondents</a:t>
            </a:r>
            <a:r>
              <a:rPr lang="en-US" sz="1100" i="1">
                <a:latin typeface="Segoe UI" panose="020B0502040204020203" pitchFamily="34" charset="0"/>
                <a:ea typeface="Calibri" pitchFamily="34" charset="-122"/>
                <a:cs typeface="Segoe UI" panose="020B0502040204020203" pitchFamily="34" charset="0"/>
              </a:rPr>
              <a:t> cited as experiencing the greatest increase in vulnerability</a:t>
            </a:r>
            <a:endParaRPr kumimoji="0" lang="en-US" sz="1100" b="0" i="1" u="none" strike="noStrike" kern="1200" cap="none" spc="0" normalizeH="0" baseline="0" noProof="0">
              <a:ln>
                <a:noFill/>
              </a:ln>
              <a:effectLst/>
              <a:uLnTx/>
              <a:uFillTx/>
              <a:latin typeface="Segoe UI" panose="020B0502040204020203" pitchFamily="34" charset="0"/>
              <a:ea typeface="Calibri" pitchFamily="34" charset="-122"/>
              <a:cs typeface="Segoe UI" panose="020B0502040204020203" pitchFamily="34" charset="0"/>
            </a:endParaRPr>
          </a:p>
        </p:txBody>
      </p:sp>
      <p:sp>
        <p:nvSpPr>
          <p:cNvPr id="43" name="Rectangle: Rounded Corners 42">
            <a:extLst>
              <a:ext uri="{FF2B5EF4-FFF2-40B4-BE49-F238E27FC236}">
                <a16:creationId xmlns:a16="http://schemas.microsoft.com/office/drawing/2014/main" id="{2FC12802-F472-553E-374B-7781A88A4A64}"/>
              </a:ext>
            </a:extLst>
          </p:cNvPr>
          <p:cNvSpPr/>
          <p:nvPr/>
        </p:nvSpPr>
        <p:spPr>
          <a:xfrm>
            <a:off x="3272249" y="3204304"/>
            <a:ext cx="2967510" cy="280826"/>
          </a:xfrm>
          <a:prstGeom prst="roundRect">
            <a:avLst/>
          </a:prstGeom>
          <a:noFill/>
          <a:ln w="6350">
            <a:noFill/>
          </a:ln>
          <a:effectLst>
            <a:glow rad="12700">
              <a:schemeClr val="accent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wrap="square" tIns="0" bIns="0" rtlCol="0" anchor="ctr" anchorCtr="0"/>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en-US" sz="1500" b="1" spc="100">
                <a:solidFill>
                  <a:srgbClr val="000000">
                    <a:lumMod val="75000"/>
                    <a:lumOff val="25000"/>
                  </a:srgbClr>
                </a:solidFill>
                <a:latin typeface="Segoe UI" panose="020B0502040204020203" pitchFamily="34" charset="0"/>
                <a:cs typeface="Segoe UI" panose="020B0502040204020203" pitchFamily="34" charset="0"/>
              </a:rPr>
              <a:t>BANKING AND INSURANCE</a:t>
            </a:r>
            <a:endParaRPr kumimoji="0" lang="en-US" sz="1500" b="1" strike="noStrike" kern="0" cap="none" spc="100" normalizeH="0" noProof="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endParaRPr>
          </a:p>
        </p:txBody>
      </p:sp>
      <p:sp>
        <p:nvSpPr>
          <p:cNvPr id="131" name="Rounded Rectangle 47">
            <a:extLst>
              <a:ext uri="{FF2B5EF4-FFF2-40B4-BE49-F238E27FC236}">
                <a16:creationId xmlns:a16="http://schemas.microsoft.com/office/drawing/2014/main" id="{B607BA37-DD3A-C175-E01F-DBEB2A4C0E96}"/>
              </a:ext>
            </a:extLst>
          </p:cNvPr>
          <p:cNvSpPr/>
          <p:nvPr/>
        </p:nvSpPr>
        <p:spPr>
          <a:xfrm>
            <a:off x="7640608" y="2383656"/>
            <a:ext cx="4219528" cy="2397851"/>
          </a:xfrm>
          <a:prstGeom prst="roundRect">
            <a:avLst>
              <a:gd name="adj" fmla="val 6000"/>
            </a:avLst>
          </a:prstGeom>
          <a:solidFill>
            <a:srgbClr val="FFFFFF"/>
          </a:solid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32" name="Title 2">
            <a:extLst>
              <a:ext uri="{FF2B5EF4-FFF2-40B4-BE49-F238E27FC236}">
                <a16:creationId xmlns:a16="http://schemas.microsoft.com/office/drawing/2014/main" id="{99CB2698-5071-2799-317D-2048ACF23626}"/>
              </a:ext>
            </a:extLst>
          </p:cNvPr>
          <p:cNvSpPr txBox="1">
            <a:spLocks/>
          </p:cNvSpPr>
          <p:nvPr/>
        </p:nvSpPr>
        <p:spPr>
          <a:xfrm>
            <a:off x="8262754" y="2575608"/>
            <a:ext cx="3679607" cy="406265"/>
          </a:xfrm>
          <a:prstGeom prst="rect">
            <a:avLst/>
          </a:prstGeom>
        </p:spPr>
        <p:txBody>
          <a:bodyPr vert="horz" wrap="square" lIns="91440" tIns="91440" rIns="91440" bIns="91440" rtlCol="0" anchor="ctr">
            <a:spAutoFit/>
          </a:bodyPr>
          <a:lstStyle>
            <a:lvl1pPr algn="l" defTabSz="914400" rtl="0" eaLnBrk="1" latinLnBrk="0" hangingPunct="1">
              <a:lnSpc>
                <a:spcPct val="90000"/>
              </a:lnSpc>
              <a:spcBef>
                <a:spcPct val="0"/>
              </a:spcBef>
              <a:buNone/>
              <a:defRPr lang="en-CA" sz="3600" b="1" kern="1200" cap="all" baseline="0">
                <a:solidFill>
                  <a:schemeClr val="tx1"/>
                </a:solidFill>
                <a:latin typeface="+mn-lt"/>
                <a:ea typeface="+mj-ea"/>
                <a:cs typeface="+mj-cs"/>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kumimoji="0" lang="en-US" sz="1600" b="1" i="0" u="none" strike="noStrike" kern="1200" cap="none" spc="0" normalizeH="0" baseline="0" noProof="0">
                <a:ln>
                  <a:noFill/>
                </a:ln>
                <a:solidFill>
                  <a:schemeClr val="accent2"/>
                </a:solidFill>
                <a:effectLst/>
                <a:uLnTx/>
                <a:uFillTx/>
                <a:latin typeface="Segoe UI" panose="020B0502040204020203" pitchFamily="34" charset="0"/>
                <a:cs typeface="Segoe UI" panose="020B0502040204020203" pitchFamily="34" charset="0"/>
              </a:rPr>
              <a:t>Payments &amp; claim flows</a:t>
            </a:r>
          </a:p>
        </p:txBody>
      </p:sp>
      <p:sp>
        <p:nvSpPr>
          <p:cNvPr id="147" name="Rectangle: Rounded Corners 146">
            <a:extLst>
              <a:ext uri="{FF2B5EF4-FFF2-40B4-BE49-F238E27FC236}">
                <a16:creationId xmlns:a16="http://schemas.microsoft.com/office/drawing/2014/main" id="{9056CC55-5B27-3BE5-1414-7A1389BF8464}"/>
              </a:ext>
            </a:extLst>
          </p:cNvPr>
          <p:cNvSpPr/>
          <p:nvPr/>
        </p:nvSpPr>
        <p:spPr>
          <a:xfrm>
            <a:off x="7766228" y="3173825"/>
            <a:ext cx="1240612" cy="309161"/>
          </a:xfrm>
          <a:prstGeom prst="roundRect">
            <a:avLst/>
          </a:prstGeom>
          <a:noFill/>
          <a:ln w="6350">
            <a:noFill/>
          </a:ln>
          <a:effectLst>
            <a:glow rad="12700">
              <a:schemeClr val="accent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wrap="square" tIns="0" bIns="0" rtlCol="0" anchor="ctr" anchorCtr="0"/>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en-US" sz="1500" b="1" spc="100">
                <a:solidFill>
                  <a:srgbClr val="000000">
                    <a:lumMod val="75000"/>
                    <a:lumOff val="25000"/>
                  </a:srgbClr>
                </a:solidFill>
                <a:latin typeface="Segoe UI" panose="020B0502040204020203" pitchFamily="34" charset="0"/>
                <a:cs typeface="Segoe UI" panose="020B0502040204020203" pitchFamily="34" charset="0"/>
              </a:rPr>
              <a:t>BANKING </a:t>
            </a:r>
            <a:endParaRPr kumimoji="0" lang="en-US" sz="1500" b="1" strike="noStrike" kern="0" cap="none" spc="100" normalizeH="0" noProof="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endParaRPr>
          </a:p>
        </p:txBody>
      </p:sp>
      <p:sp>
        <p:nvSpPr>
          <p:cNvPr id="163" name="Rectangle: Rounded Corners 162">
            <a:extLst>
              <a:ext uri="{FF2B5EF4-FFF2-40B4-BE49-F238E27FC236}">
                <a16:creationId xmlns:a16="http://schemas.microsoft.com/office/drawing/2014/main" id="{C8804A66-5E8F-5267-3A77-569A29E205D4}"/>
              </a:ext>
            </a:extLst>
          </p:cNvPr>
          <p:cNvSpPr/>
          <p:nvPr/>
        </p:nvSpPr>
        <p:spPr>
          <a:xfrm>
            <a:off x="9816556" y="3141992"/>
            <a:ext cx="1684988" cy="354308"/>
          </a:xfrm>
          <a:prstGeom prst="roundRect">
            <a:avLst/>
          </a:prstGeom>
          <a:noFill/>
          <a:ln w="6350">
            <a:noFill/>
          </a:ln>
          <a:effectLst>
            <a:glow rad="12700">
              <a:schemeClr val="accent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wrap="square" tIns="0" bIns="0" rtlCol="0" anchor="ctr" anchorCtr="0"/>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en-US" sz="1500" b="1" spc="100">
                <a:solidFill>
                  <a:srgbClr val="000000">
                    <a:lumMod val="75000"/>
                    <a:lumOff val="25000"/>
                  </a:srgbClr>
                </a:solidFill>
                <a:latin typeface="Segoe UI" panose="020B0502040204020203" pitchFamily="34" charset="0"/>
                <a:cs typeface="Segoe UI" panose="020B0502040204020203" pitchFamily="34" charset="0"/>
              </a:rPr>
              <a:t>INSURANCE</a:t>
            </a:r>
            <a:endParaRPr kumimoji="0" lang="en-US" sz="1500" b="1" strike="noStrike" kern="0" cap="none" spc="100" normalizeH="0" noProof="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endParaRPr>
          </a:p>
        </p:txBody>
      </p:sp>
      <p:sp>
        <p:nvSpPr>
          <p:cNvPr id="166" name="Text 11">
            <a:extLst>
              <a:ext uri="{FF2B5EF4-FFF2-40B4-BE49-F238E27FC236}">
                <a16:creationId xmlns:a16="http://schemas.microsoft.com/office/drawing/2014/main" id="{38166BC0-841A-C7AF-AD6C-0500ECA92CAF}"/>
              </a:ext>
            </a:extLst>
          </p:cNvPr>
          <p:cNvSpPr/>
          <p:nvPr/>
        </p:nvSpPr>
        <p:spPr>
          <a:xfrm>
            <a:off x="7890701" y="3593637"/>
            <a:ext cx="1317171" cy="538609"/>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n-US" sz="3500" b="1">
                <a:solidFill>
                  <a:schemeClr val="accent2"/>
                </a:solidFill>
                <a:latin typeface="Segoe UI" panose="020B0502040204020203" pitchFamily="34" charset="0"/>
                <a:ea typeface="Calibri" pitchFamily="34" charset="-122"/>
                <a:cs typeface="Segoe UI" panose="020B0502040204020203" pitchFamily="34" charset="0"/>
              </a:rPr>
              <a:t>73</a:t>
            </a:r>
            <a:r>
              <a:rPr kumimoji="0" lang="en-US" sz="3500" b="1" i="0" u="none" strike="noStrike" kern="1200" cap="none" spc="0" normalizeH="0" baseline="0" noProof="0">
                <a:ln>
                  <a:noFill/>
                </a:ln>
                <a:solidFill>
                  <a:schemeClr val="accent2"/>
                </a:solidFill>
                <a:effectLst/>
                <a:uLnTx/>
                <a:uFillTx/>
                <a:latin typeface="Segoe UI" panose="020B0502040204020203" pitchFamily="34" charset="0"/>
                <a:ea typeface="Calibri" pitchFamily="34" charset="-122"/>
                <a:cs typeface="Segoe UI" panose="020B0502040204020203" pitchFamily="34" charset="0"/>
              </a:rPr>
              <a:t>%</a:t>
            </a:r>
            <a:endParaRPr kumimoji="0" lang="en-US" sz="3500" b="0" i="0" u="none" strike="noStrike" kern="1200" cap="none" spc="0" normalizeH="0" baseline="0" noProof="0">
              <a:ln>
                <a:noFill/>
              </a:ln>
              <a:solidFill>
                <a:schemeClr val="accent2"/>
              </a:solidFill>
              <a:effectLst/>
              <a:uLnTx/>
              <a:uFillTx/>
              <a:latin typeface="Segoe UI" panose="020B0502040204020203" pitchFamily="34" charset="0"/>
              <a:cs typeface="Segoe UI" panose="020B0502040204020203" pitchFamily="34" charset="0"/>
            </a:endParaRPr>
          </a:p>
        </p:txBody>
      </p:sp>
      <p:sp>
        <p:nvSpPr>
          <p:cNvPr id="168" name="Text 12">
            <a:extLst>
              <a:ext uri="{FF2B5EF4-FFF2-40B4-BE49-F238E27FC236}">
                <a16:creationId xmlns:a16="http://schemas.microsoft.com/office/drawing/2014/main" id="{C5D9C31B-0E44-9063-F9D1-5CBE06DBFBC4}"/>
              </a:ext>
            </a:extLst>
          </p:cNvPr>
          <p:cNvSpPr/>
          <p:nvPr/>
        </p:nvSpPr>
        <p:spPr>
          <a:xfrm>
            <a:off x="7890701" y="4146594"/>
            <a:ext cx="1862776" cy="338554"/>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100" i="1">
                <a:latin typeface="Segoe UI" panose="020B0502040204020203" pitchFamily="34" charset="0"/>
                <a:ea typeface="Calibri" pitchFamily="34" charset="-122"/>
                <a:cs typeface="Segoe UI" panose="020B0502040204020203" pitchFamily="34" charset="0"/>
              </a:rPr>
              <a:t>flagged payment and transaction approvals</a:t>
            </a:r>
            <a:endParaRPr kumimoji="0" lang="en-US" sz="1100" b="0" i="1" u="none" strike="noStrike" kern="1200" cap="none" spc="0" normalizeH="0" baseline="0" noProof="0">
              <a:ln>
                <a:noFill/>
              </a:ln>
              <a:effectLst/>
              <a:uLnTx/>
              <a:uFillTx/>
              <a:latin typeface="Segoe UI" panose="020B0502040204020203" pitchFamily="34" charset="0"/>
              <a:ea typeface="Calibri" pitchFamily="34" charset="-122"/>
              <a:cs typeface="Segoe UI" panose="020B0502040204020203" pitchFamily="34" charset="0"/>
            </a:endParaRPr>
          </a:p>
        </p:txBody>
      </p:sp>
      <p:sp>
        <p:nvSpPr>
          <p:cNvPr id="170" name="Text 11">
            <a:extLst>
              <a:ext uri="{FF2B5EF4-FFF2-40B4-BE49-F238E27FC236}">
                <a16:creationId xmlns:a16="http://schemas.microsoft.com/office/drawing/2014/main" id="{FD132938-7EA7-22A7-01A8-252A82C5C1BD}"/>
              </a:ext>
            </a:extLst>
          </p:cNvPr>
          <p:cNvSpPr/>
          <p:nvPr/>
        </p:nvSpPr>
        <p:spPr>
          <a:xfrm>
            <a:off x="10000465" y="3578511"/>
            <a:ext cx="1317171" cy="538609"/>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a:ln>
                  <a:noFill/>
                </a:ln>
                <a:solidFill>
                  <a:schemeClr val="accent2"/>
                </a:solidFill>
                <a:effectLst/>
                <a:uLnTx/>
                <a:uFillTx/>
                <a:latin typeface="Segoe UI" panose="020B0502040204020203" pitchFamily="34" charset="0"/>
                <a:ea typeface="Calibri" pitchFamily="34" charset="-122"/>
                <a:cs typeface="Segoe UI" panose="020B0502040204020203" pitchFamily="34" charset="0"/>
              </a:rPr>
              <a:t>64%</a:t>
            </a:r>
            <a:endParaRPr kumimoji="0" lang="en-US" sz="3500" b="0" i="0" u="none" strike="noStrike" kern="1200" cap="none" spc="0" normalizeH="0" baseline="0" noProof="0">
              <a:ln>
                <a:noFill/>
              </a:ln>
              <a:solidFill>
                <a:schemeClr val="accent2"/>
              </a:solidFill>
              <a:effectLst/>
              <a:uLnTx/>
              <a:uFillTx/>
              <a:latin typeface="Segoe UI" panose="020B0502040204020203" pitchFamily="34" charset="0"/>
              <a:cs typeface="Segoe UI" panose="020B0502040204020203" pitchFamily="34" charset="0"/>
            </a:endParaRPr>
          </a:p>
        </p:txBody>
      </p:sp>
      <p:sp>
        <p:nvSpPr>
          <p:cNvPr id="177" name="Text 12">
            <a:extLst>
              <a:ext uri="{FF2B5EF4-FFF2-40B4-BE49-F238E27FC236}">
                <a16:creationId xmlns:a16="http://schemas.microsoft.com/office/drawing/2014/main" id="{7D77D4DC-E1F8-EFD6-41D4-6AE011B89977}"/>
              </a:ext>
            </a:extLst>
          </p:cNvPr>
          <p:cNvSpPr/>
          <p:nvPr/>
        </p:nvSpPr>
        <p:spPr>
          <a:xfrm>
            <a:off x="10000465" y="4156958"/>
            <a:ext cx="1862776" cy="338554"/>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100" i="1">
                <a:latin typeface="Segoe UI" panose="020B0502040204020203" pitchFamily="34" charset="0"/>
                <a:ea typeface="Calibri" pitchFamily="34" charset="-122"/>
                <a:cs typeface="Segoe UI" panose="020B0502040204020203" pitchFamily="34" charset="0"/>
              </a:rPr>
              <a:t>flagged claims and underwriting review</a:t>
            </a:r>
            <a:endParaRPr kumimoji="0" lang="en-US" sz="1100" b="0" i="1" u="none" strike="noStrike" kern="1200" cap="none" spc="0" normalizeH="0" baseline="0" noProof="0">
              <a:ln>
                <a:noFill/>
              </a:ln>
              <a:effectLst/>
              <a:uLnTx/>
              <a:uFillTx/>
              <a:latin typeface="Segoe UI" panose="020B0502040204020203" pitchFamily="34" charset="0"/>
              <a:ea typeface="Calibri" pitchFamily="34" charset="-122"/>
              <a:cs typeface="Segoe UI" panose="020B0502040204020203" pitchFamily="34" charset="0"/>
            </a:endParaRPr>
          </a:p>
        </p:txBody>
      </p:sp>
      <p:grpSp>
        <p:nvGrpSpPr>
          <p:cNvPr id="178" name="Graphic 4">
            <a:extLst>
              <a:ext uri="{FF2B5EF4-FFF2-40B4-BE49-F238E27FC236}">
                <a16:creationId xmlns:a16="http://schemas.microsoft.com/office/drawing/2014/main" id="{D11BED4C-082D-E784-80A7-E428F93389B6}"/>
              </a:ext>
            </a:extLst>
          </p:cNvPr>
          <p:cNvGrpSpPr/>
          <p:nvPr/>
        </p:nvGrpSpPr>
        <p:grpSpPr>
          <a:xfrm>
            <a:off x="7789307" y="2587908"/>
            <a:ext cx="475266" cy="475266"/>
            <a:chOff x="9279466" y="1402244"/>
            <a:chExt cx="362309" cy="362450"/>
          </a:xfrm>
          <a:solidFill>
            <a:schemeClr val="accent2"/>
          </a:solidFill>
        </p:grpSpPr>
        <p:sp>
          <p:nvSpPr>
            <p:cNvPr id="179" name="Graphic 4">
              <a:extLst>
                <a:ext uri="{FF2B5EF4-FFF2-40B4-BE49-F238E27FC236}">
                  <a16:creationId xmlns:a16="http://schemas.microsoft.com/office/drawing/2014/main" id="{DCA1A48B-C713-4713-D0D2-5529FBA2BD59}"/>
                </a:ext>
              </a:extLst>
            </p:cNvPr>
            <p:cNvSpPr/>
            <p:nvPr/>
          </p:nvSpPr>
          <p:spPr>
            <a:xfrm rot="-2700000">
              <a:off x="9402917" y="1531993"/>
              <a:ext cx="105432" cy="54901"/>
            </a:xfrm>
            <a:custGeom>
              <a:avLst/>
              <a:gdLst>
                <a:gd name="connsiteX0" fmla="*/ 0 w 105432"/>
                <a:gd name="connsiteY0" fmla="*/ 0 h 54901"/>
                <a:gd name="connsiteX1" fmla="*/ 105433 w 105432"/>
                <a:gd name="connsiteY1" fmla="*/ 0 h 54901"/>
                <a:gd name="connsiteX2" fmla="*/ 105433 w 105432"/>
                <a:gd name="connsiteY2" fmla="*/ 54902 h 54901"/>
                <a:gd name="connsiteX3" fmla="*/ 0 w 105432"/>
                <a:gd name="connsiteY3" fmla="*/ 54902 h 54901"/>
              </a:gdLst>
              <a:ahLst/>
              <a:cxnLst>
                <a:cxn ang="0">
                  <a:pos x="connsiteX0" y="connsiteY0"/>
                </a:cxn>
                <a:cxn ang="0">
                  <a:pos x="connsiteX1" y="connsiteY1"/>
                </a:cxn>
                <a:cxn ang="0">
                  <a:pos x="connsiteX2" y="connsiteY2"/>
                </a:cxn>
                <a:cxn ang="0">
                  <a:pos x="connsiteX3" y="connsiteY3"/>
                </a:cxn>
              </a:cxnLst>
              <a:rect l="l" t="t" r="r" b="b"/>
              <a:pathLst>
                <a:path w="105432" h="54901">
                  <a:moveTo>
                    <a:pt x="0" y="0"/>
                  </a:moveTo>
                  <a:lnTo>
                    <a:pt x="105433" y="0"/>
                  </a:lnTo>
                  <a:lnTo>
                    <a:pt x="105433" y="54902"/>
                  </a:lnTo>
                  <a:lnTo>
                    <a:pt x="0" y="54902"/>
                  </a:lnTo>
                  <a:close/>
                </a:path>
              </a:pathLst>
            </a:custGeom>
            <a:grpFill/>
            <a:ln w="6390" cap="flat">
              <a:noFill/>
              <a:prstDash val="solid"/>
              <a:miter/>
            </a:ln>
          </p:spPr>
          <p:txBody>
            <a:bodyPr rtlCol="0" anchor="ctr"/>
            <a:lstStyle/>
            <a:p>
              <a:endParaRPr lang="en-US"/>
            </a:p>
          </p:txBody>
        </p:sp>
        <p:sp>
          <p:nvSpPr>
            <p:cNvPr id="180" name="Graphic 4">
              <a:extLst>
                <a:ext uri="{FF2B5EF4-FFF2-40B4-BE49-F238E27FC236}">
                  <a16:creationId xmlns:a16="http://schemas.microsoft.com/office/drawing/2014/main" id="{C4E3DB13-A263-389B-CD27-733769DC23E4}"/>
                </a:ext>
              </a:extLst>
            </p:cNvPr>
            <p:cNvSpPr/>
            <p:nvPr/>
          </p:nvSpPr>
          <p:spPr>
            <a:xfrm>
              <a:off x="9279466" y="1402244"/>
              <a:ext cx="362309" cy="362450"/>
            </a:xfrm>
            <a:custGeom>
              <a:avLst/>
              <a:gdLst>
                <a:gd name="connsiteX0" fmla="*/ 286270 w 362309"/>
                <a:gd name="connsiteY0" fmla="*/ 268606 h 362450"/>
                <a:gd name="connsiteX1" fmla="*/ 281797 w 362309"/>
                <a:gd name="connsiteY1" fmla="*/ 270521 h 362450"/>
                <a:gd name="connsiteX2" fmla="*/ 277323 w 362309"/>
                <a:gd name="connsiteY2" fmla="*/ 268606 h 362450"/>
                <a:gd name="connsiteX3" fmla="*/ 199367 w 362309"/>
                <a:gd name="connsiteY3" fmla="*/ 190083 h 362450"/>
                <a:gd name="connsiteX4" fmla="*/ 166778 w 362309"/>
                <a:gd name="connsiteY4" fmla="*/ 222641 h 362450"/>
                <a:gd name="connsiteX5" fmla="*/ 168056 w 362309"/>
                <a:gd name="connsiteY5" fmla="*/ 223918 h 362450"/>
                <a:gd name="connsiteX6" fmla="*/ 168056 w 362309"/>
                <a:gd name="connsiteY6" fmla="*/ 232856 h 362450"/>
                <a:gd name="connsiteX7" fmla="*/ 159110 w 362309"/>
                <a:gd name="connsiteY7" fmla="*/ 232856 h 362450"/>
                <a:gd name="connsiteX8" fmla="*/ 159110 w 362309"/>
                <a:gd name="connsiteY8" fmla="*/ 232856 h 362450"/>
                <a:gd name="connsiteX9" fmla="*/ 153358 w 362309"/>
                <a:gd name="connsiteY9" fmla="*/ 227110 h 362450"/>
                <a:gd name="connsiteX10" fmla="*/ 105434 w 362309"/>
                <a:gd name="connsiteY10" fmla="*/ 179230 h 362450"/>
                <a:gd name="connsiteX11" fmla="*/ 105434 w 362309"/>
                <a:gd name="connsiteY11" fmla="*/ 179230 h 362450"/>
                <a:gd name="connsiteX12" fmla="*/ 99684 w 362309"/>
                <a:gd name="connsiteY12" fmla="*/ 173485 h 362450"/>
                <a:gd name="connsiteX13" fmla="*/ 99684 w 362309"/>
                <a:gd name="connsiteY13" fmla="*/ 164547 h 362450"/>
                <a:gd name="connsiteX14" fmla="*/ 99684 w 362309"/>
                <a:gd name="connsiteY14" fmla="*/ 164547 h 362450"/>
                <a:gd name="connsiteX15" fmla="*/ 108629 w 362309"/>
                <a:gd name="connsiteY15" fmla="*/ 164547 h 362450"/>
                <a:gd name="connsiteX16" fmla="*/ 109907 w 362309"/>
                <a:gd name="connsiteY16" fmla="*/ 165824 h 362450"/>
                <a:gd name="connsiteX17" fmla="*/ 184669 w 362309"/>
                <a:gd name="connsiteY17" fmla="*/ 91770 h 362450"/>
                <a:gd name="connsiteX18" fmla="*/ 183392 w 362309"/>
                <a:gd name="connsiteY18" fmla="*/ 90493 h 362450"/>
                <a:gd name="connsiteX19" fmla="*/ 183392 w 362309"/>
                <a:gd name="connsiteY19" fmla="*/ 81555 h 362450"/>
                <a:gd name="connsiteX20" fmla="*/ 183392 w 362309"/>
                <a:gd name="connsiteY20" fmla="*/ 81555 h 362450"/>
                <a:gd name="connsiteX21" fmla="*/ 192338 w 362309"/>
                <a:gd name="connsiteY21" fmla="*/ 81555 h 362450"/>
                <a:gd name="connsiteX22" fmla="*/ 198088 w 362309"/>
                <a:gd name="connsiteY22" fmla="*/ 87301 h 362450"/>
                <a:gd name="connsiteX23" fmla="*/ 198088 w 362309"/>
                <a:gd name="connsiteY23" fmla="*/ 87301 h 362450"/>
                <a:gd name="connsiteX24" fmla="*/ 246013 w 362309"/>
                <a:gd name="connsiteY24" fmla="*/ 135181 h 362450"/>
                <a:gd name="connsiteX25" fmla="*/ 246013 w 362309"/>
                <a:gd name="connsiteY25" fmla="*/ 135181 h 362450"/>
                <a:gd name="connsiteX26" fmla="*/ 251764 w 362309"/>
                <a:gd name="connsiteY26" fmla="*/ 140926 h 362450"/>
                <a:gd name="connsiteX27" fmla="*/ 251764 w 362309"/>
                <a:gd name="connsiteY27" fmla="*/ 149864 h 362450"/>
                <a:gd name="connsiteX28" fmla="*/ 242818 w 362309"/>
                <a:gd name="connsiteY28" fmla="*/ 149864 h 362450"/>
                <a:gd name="connsiteX29" fmla="*/ 241540 w 362309"/>
                <a:gd name="connsiteY29" fmla="*/ 148587 h 362450"/>
                <a:gd name="connsiteX30" fmla="*/ 208951 w 362309"/>
                <a:gd name="connsiteY30" fmla="*/ 181145 h 362450"/>
                <a:gd name="connsiteX31" fmla="*/ 286908 w 362309"/>
                <a:gd name="connsiteY31" fmla="*/ 259669 h 362450"/>
                <a:gd name="connsiteX32" fmla="*/ 286270 w 362309"/>
                <a:gd name="connsiteY32" fmla="*/ 268606 h 362450"/>
                <a:gd name="connsiteX33" fmla="*/ 286270 w 362309"/>
                <a:gd name="connsiteY33" fmla="*/ 268606 h 362450"/>
                <a:gd name="connsiteX34" fmla="*/ 180836 w 362309"/>
                <a:gd name="connsiteY34" fmla="*/ 270521 h 362450"/>
                <a:gd name="connsiteX35" fmla="*/ 79874 w 362309"/>
                <a:gd name="connsiteY35" fmla="*/ 270521 h 362450"/>
                <a:gd name="connsiteX36" fmla="*/ 73484 w 362309"/>
                <a:gd name="connsiteY36" fmla="*/ 264137 h 362450"/>
                <a:gd name="connsiteX37" fmla="*/ 79874 w 362309"/>
                <a:gd name="connsiteY37" fmla="*/ 257753 h 362450"/>
                <a:gd name="connsiteX38" fmla="*/ 180836 w 362309"/>
                <a:gd name="connsiteY38" fmla="*/ 257753 h 362450"/>
                <a:gd name="connsiteX39" fmla="*/ 187225 w 362309"/>
                <a:gd name="connsiteY39" fmla="*/ 264137 h 362450"/>
                <a:gd name="connsiteX40" fmla="*/ 180836 w 362309"/>
                <a:gd name="connsiteY40" fmla="*/ 270521 h 362450"/>
                <a:gd name="connsiteX41" fmla="*/ 180836 w 362309"/>
                <a:gd name="connsiteY41" fmla="*/ 479 h 362450"/>
                <a:gd name="connsiteX42" fmla="*/ 0 w 362309"/>
                <a:gd name="connsiteY42" fmla="*/ 181784 h 362450"/>
                <a:gd name="connsiteX43" fmla="*/ 181474 w 362309"/>
                <a:gd name="connsiteY43" fmla="*/ 362451 h 362450"/>
                <a:gd name="connsiteX44" fmla="*/ 362310 w 362309"/>
                <a:gd name="connsiteY44" fmla="*/ 181145 h 362450"/>
                <a:gd name="connsiteX45" fmla="*/ 362310 w 362309"/>
                <a:gd name="connsiteY45" fmla="*/ 181145 h 362450"/>
                <a:gd name="connsiteX46" fmla="*/ 180836 w 362309"/>
                <a:gd name="connsiteY46" fmla="*/ 479 h 362450"/>
                <a:gd name="connsiteX47" fmla="*/ 180836 w 362309"/>
                <a:gd name="connsiteY47" fmla="*/ 479 h 36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62309" h="362450">
                  <a:moveTo>
                    <a:pt x="286270" y="268606"/>
                  </a:moveTo>
                  <a:cubicBezTo>
                    <a:pt x="284992" y="269883"/>
                    <a:pt x="283713" y="270521"/>
                    <a:pt x="281797" y="270521"/>
                  </a:cubicBezTo>
                  <a:cubicBezTo>
                    <a:pt x="279880" y="270521"/>
                    <a:pt x="278602" y="269883"/>
                    <a:pt x="277323" y="268606"/>
                  </a:cubicBezTo>
                  <a:lnTo>
                    <a:pt x="199367" y="190083"/>
                  </a:lnTo>
                  <a:lnTo>
                    <a:pt x="166778" y="222641"/>
                  </a:lnTo>
                  <a:lnTo>
                    <a:pt x="168056" y="223918"/>
                  </a:lnTo>
                  <a:cubicBezTo>
                    <a:pt x="170612" y="226472"/>
                    <a:pt x="170612" y="230302"/>
                    <a:pt x="168056" y="232856"/>
                  </a:cubicBezTo>
                  <a:cubicBezTo>
                    <a:pt x="165500" y="235409"/>
                    <a:pt x="161666" y="235409"/>
                    <a:pt x="159110" y="232856"/>
                  </a:cubicBezTo>
                  <a:lnTo>
                    <a:pt x="159110" y="232856"/>
                  </a:lnTo>
                  <a:lnTo>
                    <a:pt x="153358" y="227110"/>
                  </a:lnTo>
                  <a:lnTo>
                    <a:pt x="105434" y="179230"/>
                  </a:lnTo>
                  <a:lnTo>
                    <a:pt x="105434" y="179230"/>
                  </a:lnTo>
                  <a:lnTo>
                    <a:pt x="99684" y="173485"/>
                  </a:lnTo>
                  <a:cubicBezTo>
                    <a:pt x="97128" y="170931"/>
                    <a:pt x="97128" y="167101"/>
                    <a:pt x="99684" y="164547"/>
                  </a:cubicBezTo>
                  <a:cubicBezTo>
                    <a:pt x="99684" y="164547"/>
                    <a:pt x="99684" y="164547"/>
                    <a:pt x="99684" y="164547"/>
                  </a:cubicBezTo>
                  <a:cubicBezTo>
                    <a:pt x="102239" y="161994"/>
                    <a:pt x="106074" y="161994"/>
                    <a:pt x="108629" y="164547"/>
                  </a:cubicBezTo>
                  <a:lnTo>
                    <a:pt x="109907" y="165824"/>
                  </a:lnTo>
                  <a:lnTo>
                    <a:pt x="184669" y="91770"/>
                  </a:lnTo>
                  <a:lnTo>
                    <a:pt x="183392" y="90493"/>
                  </a:lnTo>
                  <a:cubicBezTo>
                    <a:pt x="180836" y="87939"/>
                    <a:pt x="180836" y="84109"/>
                    <a:pt x="183392" y="81555"/>
                  </a:cubicBezTo>
                  <a:cubicBezTo>
                    <a:pt x="183392" y="81555"/>
                    <a:pt x="183392" y="81555"/>
                    <a:pt x="183392" y="81555"/>
                  </a:cubicBezTo>
                  <a:cubicBezTo>
                    <a:pt x="185948" y="79002"/>
                    <a:pt x="189782" y="79002"/>
                    <a:pt x="192338" y="81555"/>
                  </a:cubicBezTo>
                  <a:lnTo>
                    <a:pt x="198088" y="87301"/>
                  </a:lnTo>
                  <a:lnTo>
                    <a:pt x="198088" y="87301"/>
                  </a:lnTo>
                  <a:lnTo>
                    <a:pt x="246013" y="135181"/>
                  </a:lnTo>
                  <a:lnTo>
                    <a:pt x="246013" y="135181"/>
                  </a:lnTo>
                  <a:lnTo>
                    <a:pt x="251764" y="140926"/>
                  </a:lnTo>
                  <a:cubicBezTo>
                    <a:pt x="254320" y="143480"/>
                    <a:pt x="254320" y="147310"/>
                    <a:pt x="251764" y="149864"/>
                  </a:cubicBezTo>
                  <a:cubicBezTo>
                    <a:pt x="249208" y="152418"/>
                    <a:pt x="245374" y="152418"/>
                    <a:pt x="242818" y="149864"/>
                  </a:cubicBezTo>
                  <a:lnTo>
                    <a:pt x="241540" y="148587"/>
                  </a:lnTo>
                  <a:lnTo>
                    <a:pt x="208951" y="181145"/>
                  </a:lnTo>
                  <a:lnTo>
                    <a:pt x="286908" y="259669"/>
                  </a:lnTo>
                  <a:cubicBezTo>
                    <a:pt x="288826" y="262222"/>
                    <a:pt x="288826" y="266053"/>
                    <a:pt x="286270" y="268606"/>
                  </a:cubicBezTo>
                  <a:cubicBezTo>
                    <a:pt x="286270" y="268606"/>
                    <a:pt x="286270" y="268606"/>
                    <a:pt x="286270" y="268606"/>
                  </a:cubicBezTo>
                  <a:moveTo>
                    <a:pt x="180836" y="270521"/>
                  </a:moveTo>
                  <a:lnTo>
                    <a:pt x="79874" y="270521"/>
                  </a:lnTo>
                  <a:cubicBezTo>
                    <a:pt x="76040" y="270521"/>
                    <a:pt x="73484" y="267968"/>
                    <a:pt x="73484" y="264137"/>
                  </a:cubicBezTo>
                  <a:cubicBezTo>
                    <a:pt x="73484" y="260307"/>
                    <a:pt x="76040" y="257753"/>
                    <a:pt x="79874" y="257753"/>
                  </a:cubicBezTo>
                  <a:lnTo>
                    <a:pt x="180836" y="257753"/>
                  </a:lnTo>
                  <a:cubicBezTo>
                    <a:pt x="184669" y="257753"/>
                    <a:pt x="187225" y="260307"/>
                    <a:pt x="187225" y="264137"/>
                  </a:cubicBezTo>
                  <a:cubicBezTo>
                    <a:pt x="187225" y="267968"/>
                    <a:pt x="184031" y="270521"/>
                    <a:pt x="180836" y="270521"/>
                  </a:cubicBezTo>
                  <a:moveTo>
                    <a:pt x="180836" y="479"/>
                  </a:moveTo>
                  <a:cubicBezTo>
                    <a:pt x="80514" y="479"/>
                    <a:pt x="0" y="81555"/>
                    <a:pt x="0" y="181784"/>
                  </a:cubicBezTo>
                  <a:cubicBezTo>
                    <a:pt x="0" y="282013"/>
                    <a:pt x="81153" y="362451"/>
                    <a:pt x="181474" y="362451"/>
                  </a:cubicBezTo>
                  <a:cubicBezTo>
                    <a:pt x="281797" y="362451"/>
                    <a:pt x="362310" y="281374"/>
                    <a:pt x="362310" y="181145"/>
                  </a:cubicBezTo>
                  <a:cubicBezTo>
                    <a:pt x="362310" y="181145"/>
                    <a:pt x="362310" y="181145"/>
                    <a:pt x="362310" y="181145"/>
                  </a:cubicBezTo>
                  <a:cubicBezTo>
                    <a:pt x="361671" y="80917"/>
                    <a:pt x="280518" y="-160"/>
                    <a:pt x="180836" y="479"/>
                  </a:cubicBezTo>
                  <a:cubicBezTo>
                    <a:pt x="180836" y="-160"/>
                    <a:pt x="180836" y="-160"/>
                    <a:pt x="180836" y="479"/>
                  </a:cubicBezTo>
                </a:path>
              </a:pathLst>
            </a:custGeom>
            <a:grpFill/>
            <a:ln w="6390" cap="flat">
              <a:noFill/>
              <a:prstDash val="solid"/>
              <a:miter/>
            </a:ln>
          </p:spPr>
          <p:txBody>
            <a:bodyPr rtlCol="0" anchor="ctr"/>
            <a:lstStyle/>
            <a:p>
              <a:endParaRPr lang="en-US"/>
            </a:p>
          </p:txBody>
        </p:sp>
      </p:grpSp>
      <p:sp>
        <p:nvSpPr>
          <p:cNvPr id="182" name="Rectangle: Rounded Corners 181">
            <a:extLst>
              <a:ext uri="{FF2B5EF4-FFF2-40B4-BE49-F238E27FC236}">
                <a16:creationId xmlns:a16="http://schemas.microsoft.com/office/drawing/2014/main" id="{8DEBE3EF-508E-BE19-4E0D-B364E1EFA8F5}"/>
              </a:ext>
            </a:extLst>
          </p:cNvPr>
          <p:cNvSpPr/>
          <p:nvPr/>
        </p:nvSpPr>
        <p:spPr>
          <a:xfrm>
            <a:off x="269140" y="4950683"/>
            <a:ext cx="2628030" cy="1467749"/>
          </a:xfrm>
          <a:prstGeom prst="roundRect">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4" name="Text 22">
            <a:extLst>
              <a:ext uri="{FF2B5EF4-FFF2-40B4-BE49-F238E27FC236}">
                <a16:creationId xmlns:a16="http://schemas.microsoft.com/office/drawing/2014/main" id="{13D26B61-C130-E836-ED6F-5F21D7980EFA}"/>
              </a:ext>
            </a:extLst>
          </p:cNvPr>
          <p:cNvSpPr/>
          <p:nvPr/>
        </p:nvSpPr>
        <p:spPr>
          <a:xfrm>
            <a:off x="667524" y="5119859"/>
            <a:ext cx="2029090" cy="47577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80" normalizeH="0" baseline="0" noProof="0">
                <a:ln>
                  <a:noFill/>
                </a:ln>
                <a:solidFill>
                  <a:schemeClr val="bg1"/>
                </a:solidFill>
                <a:effectLst/>
                <a:uLnTx/>
                <a:uFillTx/>
                <a:latin typeface="Segoe UI" panose="020B0502040204020203" pitchFamily="34" charset="0"/>
                <a:ea typeface="Arial" pitchFamily="34" charset="-122"/>
                <a:cs typeface="Segoe UI" panose="020B0502040204020203" pitchFamily="34" charset="0"/>
              </a:rPr>
              <a:t>WHERE </a:t>
            </a:r>
            <a:r>
              <a:rPr lang="en-US" sz="1800" b="1" spc="80">
                <a:solidFill>
                  <a:schemeClr val="bg1"/>
                </a:solidFill>
                <a:latin typeface="Segoe UI" panose="020B0502040204020203" pitchFamily="34" charset="0"/>
                <a:ea typeface="Arial" pitchFamily="34" charset="-122"/>
                <a:cs typeface="Segoe UI" panose="020B0502040204020203" pitchFamily="34" charset="0"/>
              </a:rPr>
              <a:t>THEY DIVERGE</a:t>
            </a:r>
            <a:endParaRPr kumimoji="0" lang="en-US" sz="1800" b="1" i="0" u="none" strike="noStrike" kern="0" cap="none" spc="80" normalizeH="0" baseline="0" noProof="0">
              <a:ln>
                <a:noFill/>
              </a:ln>
              <a:solidFill>
                <a:schemeClr val="bg1"/>
              </a:solidFill>
              <a:effectLst/>
              <a:uLnTx/>
              <a:uFillTx/>
              <a:latin typeface="Segoe UI" panose="020B0502040204020203" pitchFamily="34" charset="0"/>
              <a:ea typeface="Arial" pitchFamily="34" charset="-122"/>
              <a:cs typeface="Segoe UI" panose="020B0502040204020203" pitchFamily="34" charset="0"/>
            </a:endParaRPr>
          </a:p>
        </p:txBody>
      </p:sp>
      <p:sp>
        <p:nvSpPr>
          <p:cNvPr id="186" name="TextBox 185">
            <a:extLst>
              <a:ext uri="{FF2B5EF4-FFF2-40B4-BE49-F238E27FC236}">
                <a16:creationId xmlns:a16="http://schemas.microsoft.com/office/drawing/2014/main" id="{32084A87-DE21-9D46-B602-948741D7024E}"/>
              </a:ext>
            </a:extLst>
          </p:cNvPr>
          <p:cNvSpPr txBox="1"/>
          <p:nvPr/>
        </p:nvSpPr>
        <p:spPr>
          <a:xfrm>
            <a:off x="1029016" y="5746522"/>
            <a:ext cx="1744549" cy="492443"/>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Contact center exposure </a:t>
            </a:r>
            <a:endParaRPr kumimoji="0" sz="1600" b="1"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grpSp>
        <p:nvGrpSpPr>
          <p:cNvPr id="191" name="Group 190">
            <a:extLst>
              <a:ext uri="{FF2B5EF4-FFF2-40B4-BE49-F238E27FC236}">
                <a16:creationId xmlns:a16="http://schemas.microsoft.com/office/drawing/2014/main" id="{BA1B6254-46A5-5E98-1169-DFEC0509F644}"/>
              </a:ext>
            </a:extLst>
          </p:cNvPr>
          <p:cNvGrpSpPr/>
          <p:nvPr/>
        </p:nvGrpSpPr>
        <p:grpSpPr>
          <a:xfrm>
            <a:off x="584015" y="5785538"/>
            <a:ext cx="411613" cy="411613"/>
            <a:chOff x="584015" y="5732591"/>
            <a:chExt cx="630000" cy="630000"/>
          </a:xfrm>
        </p:grpSpPr>
        <p:sp>
          <p:nvSpPr>
            <p:cNvPr id="188" name="Graphic 1100">
              <a:extLst>
                <a:ext uri="{FF2B5EF4-FFF2-40B4-BE49-F238E27FC236}">
                  <a16:creationId xmlns:a16="http://schemas.microsoft.com/office/drawing/2014/main" id="{6808CE67-F779-337C-3468-C7C5AE5182F8}"/>
                </a:ext>
              </a:extLst>
            </p:cNvPr>
            <p:cNvSpPr/>
            <p:nvPr/>
          </p:nvSpPr>
          <p:spPr>
            <a:xfrm>
              <a:off x="584015" y="5732591"/>
              <a:ext cx="630000" cy="630000"/>
            </a:xfrm>
            <a:custGeom>
              <a:avLst/>
              <a:gdLst>
                <a:gd name="connsiteX0" fmla="*/ 181474 w 362309"/>
                <a:gd name="connsiteY0" fmla="*/ 0 h 362610"/>
                <a:gd name="connsiteX1" fmla="*/ 0 w 362309"/>
                <a:gd name="connsiteY1" fmla="*/ 181305 h 362610"/>
                <a:gd name="connsiteX2" fmla="*/ 181474 w 362309"/>
                <a:gd name="connsiteY2" fmla="*/ 362610 h 362610"/>
                <a:gd name="connsiteX3" fmla="*/ 362309 w 362309"/>
                <a:gd name="connsiteY3" fmla="*/ 181305 h 362610"/>
                <a:gd name="connsiteX4" fmla="*/ 181474 w 362309"/>
                <a:gd name="connsiteY4" fmla="*/ 0 h 362610"/>
                <a:gd name="connsiteX5" fmla="*/ 181474 w 362309"/>
                <a:gd name="connsiteY5" fmla="*/ 0 h 362610"/>
                <a:gd name="connsiteX6" fmla="*/ 181474 w 362309"/>
                <a:gd name="connsiteY6" fmla="*/ 349204 h 362610"/>
                <a:gd name="connsiteX7" fmla="*/ 13419 w 362309"/>
                <a:gd name="connsiteY7" fmla="*/ 180667 h 362610"/>
                <a:gd name="connsiteX8" fmla="*/ 181474 w 362309"/>
                <a:gd name="connsiteY8" fmla="*/ 12130 h 362610"/>
                <a:gd name="connsiteX9" fmla="*/ 349530 w 362309"/>
                <a:gd name="connsiteY9" fmla="*/ 180667 h 362610"/>
                <a:gd name="connsiteX10" fmla="*/ 349530 w 362309"/>
                <a:gd name="connsiteY10" fmla="*/ 180667 h 362610"/>
                <a:gd name="connsiteX11" fmla="*/ 181474 w 362309"/>
                <a:gd name="connsiteY11" fmla="*/ 349204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09" h="362610">
                  <a:moveTo>
                    <a:pt x="181474" y="0"/>
                  </a:moveTo>
                  <a:cubicBezTo>
                    <a:pt x="81152" y="0"/>
                    <a:pt x="0" y="81077"/>
                    <a:pt x="0" y="181305"/>
                  </a:cubicBezTo>
                  <a:cubicBezTo>
                    <a:pt x="0" y="281534"/>
                    <a:pt x="81152" y="362610"/>
                    <a:pt x="181474" y="362610"/>
                  </a:cubicBezTo>
                  <a:cubicBezTo>
                    <a:pt x="281796" y="362610"/>
                    <a:pt x="362309" y="281534"/>
                    <a:pt x="362309" y="181305"/>
                  </a:cubicBezTo>
                  <a:cubicBezTo>
                    <a:pt x="362309" y="81077"/>
                    <a:pt x="281796" y="0"/>
                    <a:pt x="181474" y="0"/>
                  </a:cubicBezTo>
                  <a:cubicBezTo>
                    <a:pt x="181474" y="0"/>
                    <a:pt x="181474" y="0"/>
                    <a:pt x="181474" y="0"/>
                  </a:cubicBezTo>
                  <a:close/>
                  <a:moveTo>
                    <a:pt x="181474" y="349204"/>
                  </a:moveTo>
                  <a:cubicBezTo>
                    <a:pt x="88181" y="349204"/>
                    <a:pt x="13419" y="273873"/>
                    <a:pt x="13419" y="180667"/>
                  </a:cubicBezTo>
                  <a:cubicBezTo>
                    <a:pt x="13419" y="87461"/>
                    <a:pt x="88820" y="12130"/>
                    <a:pt x="181474" y="12130"/>
                  </a:cubicBezTo>
                  <a:cubicBezTo>
                    <a:pt x="274128" y="12130"/>
                    <a:pt x="349530" y="87461"/>
                    <a:pt x="349530" y="180667"/>
                  </a:cubicBezTo>
                  <a:cubicBezTo>
                    <a:pt x="349530" y="180667"/>
                    <a:pt x="349530" y="180667"/>
                    <a:pt x="349530" y="180667"/>
                  </a:cubicBezTo>
                  <a:cubicBezTo>
                    <a:pt x="349530" y="273873"/>
                    <a:pt x="274128" y="349204"/>
                    <a:pt x="181474" y="349204"/>
                  </a:cubicBezTo>
                  <a:close/>
                </a:path>
              </a:pathLst>
            </a:custGeom>
            <a:solidFill>
              <a:schemeClr val="bg1"/>
            </a:solidFill>
            <a:ln w="6390" cap="flat">
              <a:noFill/>
              <a:prstDash val="solid"/>
              <a:miter/>
            </a:ln>
          </p:spPr>
          <p:txBody>
            <a:bodyPr rtlCol="0" anchor="ctr"/>
            <a:lstStyle/>
            <a:p>
              <a:endParaRPr lang="en-US"/>
            </a:p>
          </p:txBody>
        </p:sp>
        <p:sp>
          <p:nvSpPr>
            <p:cNvPr id="190" name="Graphic 1100">
              <a:extLst>
                <a:ext uri="{FF2B5EF4-FFF2-40B4-BE49-F238E27FC236}">
                  <a16:creationId xmlns:a16="http://schemas.microsoft.com/office/drawing/2014/main" id="{7753A8B7-0007-5CAC-AB11-2F420712E100}"/>
                </a:ext>
              </a:extLst>
            </p:cNvPr>
            <p:cNvSpPr/>
            <p:nvPr/>
          </p:nvSpPr>
          <p:spPr>
            <a:xfrm>
              <a:off x="726237" y="5830197"/>
              <a:ext cx="345556" cy="434787"/>
            </a:xfrm>
            <a:custGeom>
              <a:avLst/>
              <a:gdLst>
                <a:gd name="connsiteX0" fmla="*/ 99683 w 198727"/>
                <a:gd name="connsiteY0" fmla="*/ 0 h 250251"/>
                <a:gd name="connsiteX1" fmla="*/ 0 w 198727"/>
                <a:gd name="connsiteY1" fmla="*/ 99590 h 250251"/>
                <a:gd name="connsiteX2" fmla="*/ 0 w 198727"/>
                <a:gd name="connsiteY2" fmla="*/ 171729 h 250251"/>
                <a:gd name="connsiteX3" fmla="*/ 19170 w 198727"/>
                <a:gd name="connsiteY3" fmla="*/ 190881 h 250251"/>
                <a:gd name="connsiteX4" fmla="*/ 27477 w 198727"/>
                <a:gd name="connsiteY4" fmla="*/ 190881 h 250251"/>
                <a:gd name="connsiteX5" fmla="*/ 46647 w 198727"/>
                <a:gd name="connsiteY5" fmla="*/ 171729 h 250251"/>
                <a:gd name="connsiteX6" fmla="*/ 46647 w 198727"/>
                <a:gd name="connsiteY6" fmla="*/ 112358 h 250251"/>
                <a:gd name="connsiteX7" fmla="*/ 27477 w 198727"/>
                <a:gd name="connsiteY7" fmla="*/ 93206 h 250251"/>
                <a:gd name="connsiteX8" fmla="*/ 19170 w 198727"/>
                <a:gd name="connsiteY8" fmla="*/ 93206 h 250251"/>
                <a:gd name="connsiteX9" fmla="*/ 12780 w 198727"/>
                <a:gd name="connsiteY9" fmla="*/ 94483 h 250251"/>
                <a:gd name="connsiteX10" fmla="*/ 104795 w 198727"/>
                <a:gd name="connsiteY10" fmla="*/ 13406 h 250251"/>
                <a:gd name="connsiteX11" fmla="*/ 185947 w 198727"/>
                <a:gd name="connsiteY11" fmla="*/ 94483 h 250251"/>
                <a:gd name="connsiteX12" fmla="*/ 179557 w 198727"/>
                <a:gd name="connsiteY12" fmla="*/ 93206 h 250251"/>
                <a:gd name="connsiteX13" fmla="*/ 171250 w 198727"/>
                <a:gd name="connsiteY13" fmla="*/ 93206 h 250251"/>
                <a:gd name="connsiteX14" fmla="*/ 152080 w 198727"/>
                <a:gd name="connsiteY14" fmla="*/ 112358 h 250251"/>
                <a:gd name="connsiteX15" fmla="*/ 152080 w 198727"/>
                <a:gd name="connsiteY15" fmla="*/ 171729 h 250251"/>
                <a:gd name="connsiteX16" fmla="*/ 171250 w 198727"/>
                <a:gd name="connsiteY16" fmla="*/ 190881 h 250251"/>
                <a:gd name="connsiteX17" fmla="*/ 179557 w 198727"/>
                <a:gd name="connsiteY17" fmla="*/ 190881 h 250251"/>
                <a:gd name="connsiteX18" fmla="*/ 184669 w 198727"/>
                <a:gd name="connsiteY18" fmla="*/ 190243 h 250251"/>
                <a:gd name="connsiteX19" fmla="*/ 123326 w 198727"/>
                <a:gd name="connsiteY19" fmla="*/ 236207 h 250251"/>
                <a:gd name="connsiteX20" fmla="*/ 99044 w 198727"/>
                <a:gd name="connsiteY20" fmla="*/ 227270 h 250251"/>
                <a:gd name="connsiteX21" fmla="*/ 74123 w 198727"/>
                <a:gd name="connsiteY21" fmla="*/ 238761 h 250251"/>
                <a:gd name="connsiteX22" fmla="*/ 99044 w 198727"/>
                <a:gd name="connsiteY22" fmla="*/ 250252 h 250251"/>
                <a:gd name="connsiteX23" fmla="*/ 102878 w 198727"/>
                <a:gd name="connsiteY23" fmla="*/ 250252 h 250251"/>
                <a:gd name="connsiteX24" fmla="*/ 198727 w 198727"/>
                <a:gd name="connsiteY24" fmla="*/ 176198 h 250251"/>
                <a:gd name="connsiteX25" fmla="*/ 198727 w 198727"/>
                <a:gd name="connsiteY25" fmla="*/ 99590 h 250251"/>
                <a:gd name="connsiteX26" fmla="*/ 99683 w 198727"/>
                <a:gd name="connsiteY26" fmla="*/ 0 h 250251"/>
                <a:gd name="connsiteX27" fmla="*/ 19170 w 198727"/>
                <a:gd name="connsiteY27" fmla="*/ 105336 h 250251"/>
                <a:gd name="connsiteX28" fmla="*/ 27477 w 198727"/>
                <a:gd name="connsiteY28" fmla="*/ 105336 h 250251"/>
                <a:gd name="connsiteX29" fmla="*/ 33867 w 198727"/>
                <a:gd name="connsiteY29" fmla="*/ 111720 h 250251"/>
                <a:gd name="connsiteX30" fmla="*/ 33867 w 198727"/>
                <a:gd name="connsiteY30" fmla="*/ 171091 h 250251"/>
                <a:gd name="connsiteX31" fmla="*/ 27477 w 198727"/>
                <a:gd name="connsiteY31" fmla="*/ 177475 h 250251"/>
                <a:gd name="connsiteX32" fmla="*/ 19170 w 198727"/>
                <a:gd name="connsiteY32" fmla="*/ 177475 h 250251"/>
                <a:gd name="connsiteX33" fmla="*/ 12780 w 198727"/>
                <a:gd name="connsiteY33" fmla="*/ 171091 h 250251"/>
                <a:gd name="connsiteX34" fmla="*/ 12780 w 198727"/>
                <a:gd name="connsiteY34" fmla="*/ 111720 h 250251"/>
                <a:gd name="connsiteX35" fmla="*/ 19170 w 198727"/>
                <a:gd name="connsiteY35" fmla="*/ 105336 h 250251"/>
                <a:gd name="connsiteX36" fmla="*/ 186586 w 198727"/>
                <a:gd name="connsiteY36" fmla="*/ 124488 h 250251"/>
                <a:gd name="connsiteX37" fmla="*/ 186586 w 198727"/>
                <a:gd name="connsiteY37" fmla="*/ 171091 h 250251"/>
                <a:gd name="connsiteX38" fmla="*/ 180196 w 198727"/>
                <a:gd name="connsiteY38" fmla="*/ 177475 h 250251"/>
                <a:gd name="connsiteX39" fmla="*/ 171889 w 198727"/>
                <a:gd name="connsiteY39" fmla="*/ 177475 h 250251"/>
                <a:gd name="connsiteX40" fmla="*/ 165499 w 198727"/>
                <a:gd name="connsiteY40" fmla="*/ 171091 h 250251"/>
                <a:gd name="connsiteX41" fmla="*/ 165499 w 198727"/>
                <a:gd name="connsiteY41" fmla="*/ 111720 h 250251"/>
                <a:gd name="connsiteX42" fmla="*/ 171889 w 198727"/>
                <a:gd name="connsiteY42" fmla="*/ 105336 h 250251"/>
                <a:gd name="connsiteX43" fmla="*/ 180196 w 198727"/>
                <a:gd name="connsiteY43" fmla="*/ 105336 h 250251"/>
                <a:gd name="connsiteX44" fmla="*/ 186586 w 198727"/>
                <a:gd name="connsiteY44" fmla="*/ 111720 h 250251"/>
                <a:gd name="connsiteX45" fmla="*/ 186586 w 198727"/>
                <a:gd name="connsiteY45" fmla="*/ 124488 h 250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98727" h="250251">
                  <a:moveTo>
                    <a:pt x="99683" y="0"/>
                  </a:moveTo>
                  <a:cubicBezTo>
                    <a:pt x="44730" y="0"/>
                    <a:pt x="0" y="44688"/>
                    <a:pt x="0" y="99590"/>
                  </a:cubicBezTo>
                  <a:lnTo>
                    <a:pt x="0" y="171729"/>
                  </a:lnTo>
                  <a:cubicBezTo>
                    <a:pt x="0" y="182582"/>
                    <a:pt x="8307" y="190881"/>
                    <a:pt x="19170" y="190881"/>
                  </a:cubicBezTo>
                  <a:lnTo>
                    <a:pt x="27477" y="190881"/>
                  </a:lnTo>
                  <a:cubicBezTo>
                    <a:pt x="38340" y="190881"/>
                    <a:pt x="46647" y="182582"/>
                    <a:pt x="46647" y="171729"/>
                  </a:cubicBezTo>
                  <a:lnTo>
                    <a:pt x="46647" y="112358"/>
                  </a:lnTo>
                  <a:cubicBezTo>
                    <a:pt x="46647" y="101505"/>
                    <a:pt x="38340" y="93206"/>
                    <a:pt x="27477" y="93206"/>
                  </a:cubicBezTo>
                  <a:lnTo>
                    <a:pt x="19170" y="93206"/>
                  </a:lnTo>
                  <a:cubicBezTo>
                    <a:pt x="17253" y="93206"/>
                    <a:pt x="14697" y="93844"/>
                    <a:pt x="12780" y="94483"/>
                  </a:cubicBezTo>
                  <a:cubicBezTo>
                    <a:pt x="15975" y="46603"/>
                    <a:pt x="56870" y="10214"/>
                    <a:pt x="104795" y="13406"/>
                  </a:cubicBezTo>
                  <a:cubicBezTo>
                    <a:pt x="148886" y="15960"/>
                    <a:pt x="183391" y="51072"/>
                    <a:pt x="185947" y="94483"/>
                  </a:cubicBezTo>
                  <a:cubicBezTo>
                    <a:pt x="184030" y="93844"/>
                    <a:pt x="181474" y="93206"/>
                    <a:pt x="179557" y="93206"/>
                  </a:cubicBezTo>
                  <a:lnTo>
                    <a:pt x="171250" y="93206"/>
                  </a:lnTo>
                  <a:cubicBezTo>
                    <a:pt x="160387" y="93206"/>
                    <a:pt x="152080" y="101505"/>
                    <a:pt x="152080" y="112358"/>
                  </a:cubicBezTo>
                  <a:lnTo>
                    <a:pt x="152080" y="171729"/>
                  </a:lnTo>
                  <a:cubicBezTo>
                    <a:pt x="152080" y="182582"/>
                    <a:pt x="160387" y="190881"/>
                    <a:pt x="171250" y="190881"/>
                  </a:cubicBezTo>
                  <a:lnTo>
                    <a:pt x="179557" y="190881"/>
                  </a:lnTo>
                  <a:cubicBezTo>
                    <a:pt x="181474" y="190881"/>
                    <a:pt x="182752" y="190881"/>
                    <a:pt x="184669" y="190243"/>
                  </a:cubicBezTo>
                  <a:cubicBezTo>
                    <a:pt x="178279" y="220247"/>
                    <a:pt x="152080" y="232377"/>
                    <a:pt x="123326" y="236207"/>
                  </a:cubicBezTo>
                  <a:cubicBezTo>
                    <a:pt x="120770" y="228546"/>
                    <a:pt x="106073" y="227270"/>
                    <a:pt x="99044" y="227270"/>
                  </a:cubicBezTo>
                  <a:cubicBezTo>
                    <a:pt x="92015" y="227270"/>
                    <a:pt x="74123" y="228546"/>
                    <a:pt x="74123" y="238761"/>
                  </a:cubicBezTo>
                  <a:cubicBezTo>
                    <a:pt x="74123" y="248975"/>
                    <a:pt x="91376" y="250252"/>
                    <a:pt x="99044" y="250252"/>
                  </a:cubicBezTo>
                  <a:lnTo>
                    <a:pt x="102878" y="250252"/>
                  </a:lnTo>
                  <a:cubicBezTo>
                    <a:pt x="164860" y="248975"/>
                    <a:pt x="198727" y="222801"/>
                    <a:pt x="198727" y="176198"/>
                  </a:cubicBezTo>
                  <a:lnTo>
                    <a:pt x="198727" y="99590"/>
                  </a:lnTo>
                  <a:cubicBezTo>
                    <a:pt x="198727" y="44688"/>
                    <a:pt x="153997" y="0"/>
                    <a:pt x="99683" y="0"/>
                  </a:cubicBezTo>
                  <a:close/>
                  <a:moveTo>
                    <a:pt x="19170" y="105336"/>
                  </a:moveTo>
                  <a:lnTo>
                    <a:pt x="27477" y="105336"/>
                  </a:lnTo>
                  <a:cubicBezTo>
                    <a:pt x="31311" y="105336"/>
                    <a:pt x="33867" y="107889"/>
                    <a:pt x="33867" y="111720"/>
                  </a:cubicBezTo>
                  <a:lnTo>
                    <a:pt x="33867" y="171091"/>
                  </a:lnTo>
                  <a:cubicBezTo>
                    <a:pt x="33867" y="174921"/>
                    <a:pt x="31311" y="177475"/>
                    <a:pt x="27477" y="177475"/>
                  </a:cubicBezTo>
                  <a:lnTo>
                    <a:pt x="19170" y="177475"/>
                  </a:lnTo>
                  <a:cubicBezTo>
                    <a:pt x="15336" y="177475"/>
                    <a:pt x="12780" y="174921"/>
                    <a:pt x="12780" y="171091"/>
                  </a:cubicBezTo>
                  <a:lnTo>
                    <a:pt x="12780" y="111720"/>
                  </a:lnTo>
                  <a:cubicBezTo>
                    <a:pt x="12780" y="108528"/>
                    <a:pt x="15336" y="105336"/>
                    <a:pt x="19170" y="105336"/>
                  </a:cubicBezTo>
                  <a:close/>
                  <a:moveTo>
                    <a:pt x="186586" y="124488"/>
                  </a:moveTo>
                  <a:lnTo>
                    <a:pt x="186586" y="171091"/>
                  </a:lnTo>
                  <a:cubicBezTo>
                    <a:pt x="186586" y="174921"/>
                    <a:pt x="184030" y="177475"/>
                    <a:pt x="180196" y="177475"/>
                  </a:cubicBezTo>
                  <a:lnTo>
                    <a:pt x="171889" y="177475"/>
                  </a:lnTo>
                  <a:cubicBezTo>
                    <a:pt x="168055" y="177475"/>
                    <a:pt x="165499" y="174921"/>
                    <a:pt x="165499" y="171091"/>
                  </a:cubicBezTo>
                  <a:lnTo>
                    <a:pt x="165499" y="111720"/>
                  </a:lnTo>
                  <a:cubicBezTo>
                    <a:pt x="165499" y="107889"/>
                    <a:pt x="168055" y="105336"/>
                    <a:pt x="171889" y="105336"/>
                  </a:cubicBezTo>
                  <a:lnTo>
                    <a:pt x="180196" y="105336"/>
                  </a:lnTo>
                  <a:cubicBezTo>
                    <a:pt x="184030" y="105336"/>
                    <a:pt x="186586" y="107889"/>
                    <a:pt x="186586" y="111720"/>
                  </a:cubicBezTo>
                  <a:lnTo>
                    <a:pt x="186586" y="124488"/>
                  </a:lnTo>
                  <a:close/>
                </a:path>
              </a:pathLst>
            </a:custGeom>
            <a:solidFill>
              <a:schemeClr val="bg1"/>
            </a:solidFill>
            <a:ln w="6390" cap="flat">
              <a:noFill/>
              <a:prstDash val="solid"/>
              <a:miter/>
            </a:ln>
          </p:spPr>
          <p:txBody>
            <a:bodyPr rtlCol="0" anchor="ctr"/>
            <a:lstStyle/>
            <a:p>
              <a:endParaRPr lang="en-US"/>
            </a:p>
          </p:txBody>
        </p:sp>
      </p:grpSp>
      <p:sp>
        <p:nvSpPr>
          <p:cNvPr id="196" name="Rounded Rectangle 47">
            <a:extLst>
              <a:ext uri="{FF2B5EF4-FFF2-40B4-BE49-F238E27FC236}">
                <a16:creationId xmlns:a16="http://schemas.microsoft.com/office/drawing/2014/main" id="{E8F478DF-BF4E-D540-E699-2D7E89B0AF5A}"/>
              </a:ext>
            </a:extLst>
          </p:cNvPr>
          <p:cNvSpPr/>
          <p:nvPr/>
        </p:nvSpPr>
        <p:spPr>
          <a:xfrm>
            <a:off x="3146628" y="4945678"/>
            <a:ext cx="8713507" cy="1467749"/>
          </a:xfrm>
          <a:prstGeom prst="roundRect">
            <a:avLst>
              <a:gd name="adj" fmla="val 6000"/>
            </a:avLst>
          </a:prstGeom>
          <a:ln w="28575">
            <a:solidFill>
              <a:srgbClr val="4EA72E"/>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v</a:t>
            </a: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201" name="Text 11">
            <a:extLst>
              <a:ext uri="{FF2B5EF4-FFF2-40B4-BE49-F238E27FC236}">
                <a16:creationId xmlns:a16="http://schemas.microsoft.com/office/drawing/2014/main" id="{602CAD77-3278-75AF-5E83-09032C4ED711}"/>
              </a:ext>
            </a:extLst>
          </p:cNvPr>
          <p:cNvSpPr/>
          <p:nvPr/>
        </p:nvSpPr>
        <p:spPr>
          <a:xfrm>
            <a:off x="3581547" y="5289298"/>
            <a:ext cx="2031313" cy="769441"/>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5000" b="1">
                <a:solidFill>
                  <a:srgbClr val="4EA72E"/>
                </a:solidFill>
                <a:latin typeface="Segoe UI" panose="020B0502040204020203" pitchFamily="34" charset="0"/>
                <a:ea typeface="Calibri" pitchFamily="34" charset="-122"/>
                <a:cs typeface="Segoe UI" panose="020B0502040204020203" pitchFamily="34" charset="0"/>
              </a:rPr>
              <a:t>+</a:t>
            </a:r>
            <a:r>
              <a:rPr lang="en-US" sz="5000" b="1">
                <a:solidFill>
                  <a:schemeClr val="accent4"/>
                </a:solidFill>
                <a:latin typeface="Segoe UI" panose="020B0502040204020203" pitchFamily="34" charset="0"/>
                <a:ea typeface="Calibri" pitchFamily="34" charset="-122"/>
                <a:cs typeface="Segoe UI" panose="020B0502040204020203" pitchFamily="34" charset="0"/>
              </a:rPr>
              <a:t>25%</a:t>
            </a:r>
            <a:endParaRPr kumimoji="0" lang="en-US" sz="5000" b="0" i="0" u="none" strike="noStrike" kern="1200" cap="none" spc="0" normalizeH="0" baseline="0" noProof="0">
              <a:ln>
                <a:noFill/>
              </a:ln>
              <a:solidFill>
                <a:schemeClr val="accent4"/>
              </a:solidFill>
              <a:effectLst/>
              <a:uLnTx/>
              <a:uFillTx/>
              <a:latin typeface="Segoe UI" panose="020B0502040204020203" pitchFamily="34" charset="0"/>
              <a:cs typeface="Segoe UI" panose="020B0502040204020203" pitchFamily="34" charset="0"/>
            </a:endParaRPr>
          </a:p>
        </p:txBody>
      </p:sp>
      <p:sp>
        <p:nvSpPr>
          <p:cNvPr id="203" name="Rectangle: Rounded Corners 202">
            <a:extLst>
              <a:ext uri="{FF2B5EF4-FFF2-40B4-BE49-F238E27FC236}">
                <a16:creationId xmlns:a16="http://schemas.microsoft.com/office/drawing/2014/main" id="{8A6C90C8-C275-82A9-03E1-6060FBB39BB7}"/>
              </a:ext>
            </a:extLst>
          </p:cNvPr>
          <p:cNvSpPr/>
          <p:nvPr/>
        </p:nvSpPr>
        <p:spPr>
          <a:xfrm>
            <a:off x="3469286" y="5785538"/>
            <a:ext cx="2967510" cy="280826"/>
          </a:xfrm>
          <a:prstGeom prst="roundRect">
            <a:avLst/>
          </a:prstGeom>
          <a:noFill/>
          <a:ln w="6350">
            <a:noFill/>
          </a:ln>
          <a:effectLst>
            <a:glow rad="12700">
              <a:schemeClr val="accent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wrap="square" tIns="0" bIns="0" rtlCol="0" anchor="ctr" anchorCtr="0"/>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500" b="1" strike="noStrike" kern="0" cap="none" spc="100" normalizeH="0" noProof="0">
              <a:ln>
                <a:noFill/>
              </a:ln>
              <a:solidFill>
                <a:srgbClr val="4EA72E"/>
              </a:solidFill>
              <a:effectLst/>
              <a:uLnTx/>
              <a:uFillTx/>
              <a:latin typeface="Segoe UI" panose="020B0502040204020203" pitchFamily="34" charset="0"/>
              <a:ea typeface="+mn-ea"/>
              <a:cs typeface="Segoe UI" panose="020B0502040204020203" pitchFamily="34" charset="0"/>
              <a:sym typeface="Arial"/>
            </a:endParaRPr>
          </a:p>
        </p:txBody>
      </p:sp>
      <p:cxnSp>
        <p:nvCxnSpPr>
          <p:cNvPr id="204" name="Straight Connector 203">
            <a:extLst>
              <a:ext uri="{FF2B5EF4-FFF2-40B4-BE49-F238E27FC236}">
                <a16:creationId xmlns:a16="http://schemas.microsoft.com/office/drawing/2014/main" id="{6BF22471-6DAA-924D-EDDF-3F01F6672D14}"/>
              </a:ext>
            </a:extLst>
          </p:cNvPr>
          <p:cNvCxnSpPr>
            <a:cxnSpLocks/>
          </p:cNvCxnSpPr>
          <p:nvPr/>
        </p:nvCxnSpPr>
        <p:spPr>
          <a:xfrm>
            <a:off x="5858786" y="5153885"/>
            <a:ext cx="0" cy="1072241"/>
          </a:xfrm>
          <a:prstGeom prst="line">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4FDE52F2-2950-29B7-08A4-D470A885BA2F}"/>
              </a:ext>
            </a:extLst>
          </p:cNvPr>
          <p:cNvCxnSpPr>
            <a:cxnSpLocks/>
          </p:cNvCxnSpPr>
          <p:nvPr/>
        </p:nvCxnSpPr>
        <p:spPr>
          <a:xfrm>
            <a:off x="9750372" y="3141992"/>
            <a:ext cx="0" cy="1343156"/>
          </a:xfrm>
          <a:prstGeom prst="line">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210" name="Title 2">
            <a:extLst>
              <a:ext uri="{FF2B5EF4-FFF2-40B4-BE49-F238E27FC236}">
                <a16:creationId xmlns:a16="http://schemas.microsoft.com/office/drawing/2014/main" id="{EBED0333-1503-9B10-6835-FD54FA91ED44}"/>
              </a:ext>
            </a:extLst>
          </p:cNvPr>
          <p:cNvSpPr txBox="1">
            <a:spLocks/>
          </p:cNvSpPr>
          <p:nvPr/>
        </p:nvSpPr>
        <p:spPr>
          <a:xfrm>
            <a:off x="6104713" y="5187401"/>
            <a:ext cx="5794209" cy="572464"/>
          </a:xfrm>
          <a:prstGeom prst="rect">
            <a:avLst/>
          </a:prstGeom>
        </p:spPr>
        <p:txBody>
          <a:bodyPr vert="horz" wrap="square" lIns="91440" tIns="91440" rIns="91440" bIns="91440" rtlCol="0" anchor="ctr">
            <a:spAutoFit/>
          </a:bodyPr>
          <a:lstStyle>
            <a:lvl1pPr algn="l" defTabSz="914400" rtl="0" eaLnBrk="1" latinLnBrk="0" hangingPunct="1">
              <a:lnSpc>
                <a:spcPct val="90000"/>
              </a:lnSpc>
              <a:spcBef>
                <a:spcPct val="0"/>
              </a:spcBef>
              <a:buNone/>
              <a:defRPr lang="en-CA" sz="3600" b="1" kern="1200" cap="all" baseline="0">
                <a:solidFill>
                  <a:schemeClr val="tx1"/>
                </a:solidFill>
                <a:latin typeface="+mn-lt"/>
                <a:ea typeface="+mj-ea"/>
                <a:cs typeface="+mj-cs"/>
              </a:defRPr>
            </a:lvl1pPr>
          </a:lstStyle>
          <a:p>
            <a:pPr lvl="0">
              <a:buClrTx/>
              <a:defRPr/>
            </a:pPr>
            <a:r>
              <a:rPr lang="en-US" sz="1400" cap="none">
                <a:solidFill>
                  <a:srgbClr val="43B02A"/>
                </a:solidFill>
                <a:latin typeface="Segoe UI" panose="020B0502040204020203" pitchFamily="34" charset="0"/>
                <a:cs typeface="Segoe UI" panose="020B0502040204020203" pitchFamily="34" charset="0"/>
              </a:rPr>
              <a:t>gap between insurance (72%) and banking (47%) respondents selecting the contact center as their most vulnerable channel</a:t>
            </a:r>
          </a:p>
        </p:txBody>
      </p:sp>
      <p:sp>
        <p:nvSpPr>
          <p:cNvPr id="212" name="Rectangle 211">
            <a:extLst>
              <a:ext uri="{FF2B5EF4-FFF2-40B4-BE49-F238E27FC236}">
                <a16:creationId xmlns:a16="http://schemas.microsoft.com/office/drawing/2014/main" id="{738E9963-8707-67AA-AFC7-526219677E37}"/>
              </a:ext>
            </a:extLst>
          </p:cNvPr>
          <p:cNvSpPr/>
          <p:nvPr/>
        </p:nvSpPr>
        <p:spPr>
          <a:xfrm>
            <a:off x="6202972" y="5751006"/>
            <a:ext cx="5509417" cy="4303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lvl="0" algn="just">
              <a:buClrTx/>
              <a:defRPr/>
            </a:pPr>
            <a:r>
              <a:rPr lang="en-US" sz="12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rPr>
              <a:t>Insurance routes authentication, servicing and claims through the contact center whereas banking spreads that risk across digital channels</a:t>
            </a:r>
          </a:p>
        </p:txBody>
      </p:sp>
      <p:sp>
        <p:nvSpPr>
          <p:cNvPr id="16" name="Text 22">
            <a:extLst>
              <a:ext uri="{FF2B5EF4-FFF2-40B4-BE49-F238E27FC236}">
                <a16:creationId xmlns:a16="http://schemas.microsoft.com/office/drawing/2014/main" id="{6652A3BC-EE00-243A-E65B-A44048D76CE6}"/>
              </a:ext>
            </a:extLst>
          </p:cNvPr>
          <p:cNvSpPr/>
          <p:nvPr/>
        </p:nvSpPr>
        <p:spPr>
          <a:xfrm>
            <a:off x="584015" y="2600457"/>
            <a:ext cx="2095177" cy="61203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80" normalizeH="0" baseline="0" noProof="0">
                <a:ln>
                  <a:noFill/>
                </a:ln>
                <a:solidFill>
                  <a:schemeClr val="bg1"/>
                </a:solidFill>
                <a:effectLst/>
                <a:uLnTx/>
                <a:uFillTx/>
                <a:latin typeface="Segoe UI" panose="020B0502040204020203" pitchFamily="34" charset="0"/>
                <a:ea typeface="Arial" pitchFamily="34" charset="-122"/>
                <a:cs typeface="Segoe UI" panose="020B0502040204020203" pitchFamily="34" charset="0"/>
              </a:rPr>
              <a:t>WHERE </a:t>
            </a:r>
            <a:r>
              <a:rPr lang="en-US" sz="1800" b="1" spc="80">
                <a:solidFill>
                  <a:schemeClr val="bg1"/>
                </a:solidFill>
                <a:latin typeface="Segoe UI" panose="020B0502040204020203" pitchFamily="34" charset="0"/>
                <a:ea typeface="Arial" pitchFamily="34" charset="-122"/>
                <a:cs typeface="Segoe UI" panose="020B0502040204020203" pitchFamily="34" charset="0"/>
              </a:rPr>
              <a:t>THEY CONVERGE</a:t>
            </a:r>
            <a:endParaRPr kumimoji="0" lang="en-US" sz="1800" b="1" i="0" u="none" strike="noStrike" kern="0" cap="none" spc="80" normalizeH="0" baseline="0" noProof="0">
              <a:ln>
                <a:noFill/>
              </a:ln>
              <a:solidFill>
                <a:schemeClr val="bg1"/>
              </a:solidFill>
              <a:effectLst/>
              <a:uLnTx/>
              <a:uFillTx/>
              <a:latin typeface="Segoe UI" panose="020B0502040204020203" pitchFamily="34" charset="0"/>
              <a:ea typeface="Arial" pitchFamily="34" charset="-122"/>
              <a:cs typeface="Segoe UI" panose="020B0502040204020203" pitchFamily="34" charset="0"/>
            </a:endParaRPr>
          </a:p>
        </p:txBody>
      </p:sp>
      <p:sp>
        <p:nvSpPr>
          <p:cNvPr id="12" name="Rectangle 11">
            <a:extLst>
              <a:ext uri="{FF2B5EF4-FFF2-40B4-BE49-F238E27FC236}">
                <a16:creationId xmlns:a16="http://schemas.microsoft.com/office/drawing/2014/main" id="{EBC9837D-C3FD-4F9E-66F8-595B7E8F9392}"/>
              </a:ext>
            </a:extLst>
          </p:cNvPr>
          <p:cNvSpPr/>
          <p:nvPr/>
        </p:nvSpPr>
        <p:spPr>
          <a:xfrm>
            <a:off x="208221" y="6522342"/>
            <a:ext cx="3906579" cy="1716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lvl="0" algn="just">
              <a:buClrTx/>
              <a:defRPr/>
            </a:pPr>
            <a:r>
              <a:rPr lang="en-US" sz="800" kern="1200" baseline="300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rPr>
              <a:t>1</a:t>
            </a:r>
            <a:r>
              <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rPr>
              <a:t> </a:t>
            </a:r>
            <a:r>
              <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hlinkClick r:id="rId3"/>
              </a:rPr>
              <a:t>Deepfakes Already Hitting Businesses as Often as Traditional Fraud</a:t>
            </a:r>
            <a:endPar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endParaRPr>
          </a:p>
        </p:txBody>
      </p:sp>
      <p:sp>
        <p:nvSpPr>
          <p:cNvPr id="4" name="Rectangle 3">
            <a:extLst>
              <a:ext uri="{FF2B5EF4-FFF2-40B4-BE49-F238E27FC236}">
                <a16:creationId xmlns:a16="http://schemas.microsoft.com/office/drawing/2014/main" id="{DA55C648-3C23-7141-C5BE-09F28C1DCB58}"/>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lvl="0" algn="just">
              <a:buClrTx/>
              <a:defRPr/>
            </a:pPr>
            <a:r>
              <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rPr>
              <a:t>For detailed data please refer to </a:t>
            </a:r>
            <a:r>
              <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hlinkClick r:id="rId4" action="ppaction://hlinksldjump"/>
              </a:rPr>
              <a:t>Appendix</a:t>
            </a:r>
            <a:r>
              <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hlinkClick r:id="" action="ppaction://noaction"/>
              </a:rPr>
              <a:t> </a:t>
            </a:r>
            <a:endPar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endParaRPr>
          </a:p>
        </p:txBody>
      </p:sp>
    </p:spTree>
    <p:extLst>
      <p:ext uri="{BB962C8B-B14F-4D97-AF65-F5344CB8AC3E}">
        <p14:creationId xmlns:p14="http://schemas.microsoft.com/office/powerpoint/2010/main" val="3703182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BEA0D-344E-5B69-C0F0-BE68BE5ABE85}"/>
            </a:ext>
          </a:extLst>
        </p:cNvPr>
        <p:cNvGrpSpPr/>
        <p:nvPr/>
      </p:nvGrpSpPr>
      <p:grpSpPr>
        <a:xfrm>
          <a:off x="0" y="0"/>
          <a:ext cx="0" cy="0"/>
          <a:chOff x="0" y="0"/>
          <a:chExt cx="0" cy="0"/>
        </a:xfrm>
      </p:grpSpPr>
      <p:sp>
        <p:nvSpPr>
          <p:cNvPr id="153" name="Rectangle 152">
            <a:extLst>
              <a:ext uri="{FF2B5EF4-FFF2-40B4-BE49-F238E27FC236}">
                <a16:creationId xmlns:a16="http://schemas.microsoft.com/office/drawing/2014/main" id="{325FBBF7-60F4-3D5C-EC3D-F825BAAA0088}"/>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DEEPFAKE &amp; EMERGING AI RISK</a:t>
            </a:r>
          </a:p>
        </p:txBody>
      </p:sp>
      <p:sp>
        <p:nvSpPr>
          <p:cNvPr id="11" name="TextBox 10">
            <a:extLst>
              <a:ext uri="{FF2B5EF4-FFF2-40B4-BE49-F238E27FC236}">
                <a16:creationId xmlns:a16="http://schemas.microsoft.com/office/drawing/2014/main" id="{F6A7302D-DED1-3A66-5136-8C0E43EC29E3}"/>
              </a:ext>
            </a:extLst>
          </p:cNvPr>
          <p:cNvSpPr txBox="1"/>
          <p:nvPr/>
        </p:nvSpPr>
        <p:spPr>
          <a:xfrm>
            <a:off x="320040" y="1143000"/>
            <a:ext cx="11521440" cy="64633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Asked which mitigation levers matter most, respondents spread their answers almost evenly: </a:t>
            </a:r>
            <a:r>
              <a:rPr kumimoji="0" sz="14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each of the four levers was selected by 43–53% of respondents</a:t>
            </a:r>
            <a:r>
              <a:rPr kumimoji="0" sz="14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 No single control stands out, which signals that leaders see </a:t>
            </a:r>
            <a:r>
              <a:rPr kumimoji="0" lang="en-US" sz="14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as </a:t>
            </a:r>
            <a:r>
              <a:rPr kumimoji="0" sz="14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deepfake defense </a:t>
            </a:r>
            <a:r>
              <a:rPr lang="en-US" kern="1200" err="1">
                <a:solidFill>
                  <a:srgbClr val="404040"/>
                </a:solidFill>
                <a:latin typeface="Segoe UI" panose="020B0502040204020203" pitchFamily="34" charset="0"/>
                <a:ea typeface="+mn-ea"/>
                <a:cs typeface="Segoe UI" panose="020B0502040204020203" pitchFamily="34" charset="0"/>
              </a:rPr>
              <a:t>i</a:t>
            </a:r>
            <a:r>
              <a:rPr kumimoji="0" lang="en-US" sz="14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s</a:t>
            </a:r>
            <a:r>
              <a:rPr kumimoji="0" sz="14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 a combination of people, process, technology and intelligence.</a:t>
            </a:r>
          </a:p>
        </p:txBody>
      </p:sp>
      <p:sp>
        <p:nvSpPr>
          <p:cNvPr id="15" name="TextBox 14">
            <a:extLst>
              <a:ext uri="{FF2B5EF4-FFF2-40B4-BE49-F238E27FC236}">
                <a16:creationId xmlns:a16="http://schemas.microsoft.com/office/drawing/2014/main" id="{9361E7E7-5647-A1E6-A8D1-FFE0CD92B160}"/>
              </a:ext>
            </a:extLst>
          </p:cNvPr>
          <p:cNvSpPr txBox="1"/>
          <p:nvPr/>
        </p:nvSpPr>
        <p:spPr>
          <a:xfrm>
            <a:off x="320040" y="1948864"/>
            <a:ext cx="8229600" cy="20005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FOUR LEVERS, EQUALLY WEIGHTED</a:t>
            </a:r>
            <a:endParaRPr kumimoji="0" sz="13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endParaRPr>
          </a:p>
        </p:txBody>
      </p:sp>
      <p:grpSp>
        <p:nvGrpSpPr>
          <p:cNvPr id="2" name="Group 1">
            <a:extLst>
              <a:ext uri="{FF2B5EF4-FFF2-40B4-BE49-F238E27FC236}">
                <a16:creationId xmlns:a16="http://schemas.microsoft.com/office/drawing/2014/main" id="{38AC62DA-C722-7317-A72D-70A717EC103D}"/>
              </a:ext>
            </a:extLst>
          </p:cNvPr>
          <p:cNvGrpSpPr/>
          <p:nvPr/>
        </p:nvGrpSpPr>
        <p:grpSpPr>
          <a:xfrm>
            <a:off x="886404" y="2306235"/>
            <a:ext cx="2635806" cy="1933960"/>
            <a:chOff x="512328" y="2307402"/>
            <a:chExt cx="2635806" cy="1933960"/>
          </a:xfrm>
        </p:grpSpPr>
        <p:sp>
          <p:nvSpPr>
            <p:cNvPr id="17" name="Rounded Rectangle 7">
              <a:extLst>
                <a:ext uri="{FF2B5EF4-FFF2-40B4-BE49-F238E27FC236}">
                  <a16:creationId xmlns:a16="http://schemas.microsoft.com/office/drawing/2014/main" id="{F15C5CB5-B3AD-E45B-8143-8C29DFD9DEB5}"/>
                </a:ext>
              </a:extLst>
            </p:cNvPr>
            <p:cNvSpPr/>
            <p:nvPr/>
          </p:nvSpPr>
          <p:spPr>
            <a:xfrm>
              <a:off x="512328" y="2307402"/>
              <a:ext cx="2635806" cy="1933960"/>
            </a:xfrm>
            <a:prstGeom prst="roundRect">
              <a:avLst>
                <a:gd name="adj" fmla="val 6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grpSp>
          <p:nvGrpSpPr>
            <p:cNvPr id="184" name="Group 183">
              <a:extLst>
                <a:ext uri="{FF2B5EF4-FFF2-40B4-BE49-F238E27FC236}">
                  <a16:creationId xmlns:a16="http://schemas.microsoft.com/office/drawing/2014/main" id="{E3A0F095-E6C7-FABF-5F03-697E8C447E9C}"/>
                </a:ext>
              </a:extLst>
            </p:cNvPr>
            <p:cNvGrpSpPr/>
            <p:nvPr/>
          </p:nvGrpSpPr>
          <p:grpSpPr>
            <a:xfrm>
              <a:off x="1447371" y="2471994"/>
              <a:ext cx="720000" cy="720000"/>
              <a:chOff x="1348740" y="2267712"/>
              <a:chExt cx="640080" cy="640080"/>
            </a:xfrm>
          </p:grpSpPr>
          <p:sp>
            <p:nvSpPr>
              <p:cNvPr id="22" name="Oval 21">
                <a:extLst>
                  <a:ext uri="{FF2B5EF4-FFF2-40B4-BE49-F238E27FC236}">
                    <a16:creationId xmlns:a16="http://schemas.microsoft.com/office/drawing/2014/main" id="{00B036A9-5780-6F4F-8D12-77414A97783E}"/>
                  </a:ext>
                </a:extLst>
              </p:cNvPr>
              <p:cNvSpPr/>
              <p:nvPr/>
            </p:nvSpPr>
            <p:spPr>
              <a:xfrm>
                <a:off x="1348740" y="2267712"/>
                <a:ext cx="640080" cy="640080"/>
              </a:xfrm>
              <a:prstGeom prst="ellipse">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pic>
            <p:nvPicPr>
              <p:cNvPr id="25" name="Picture 24" descr="image.png">
                <a:extLst>
                  <a:ext uri="{FF2B5EF4-FFF2-40B4-BE49-F238E27FC236}">
                    <a16:creationId xmlns:a16="http://schemas.microsoft.com/office/drawing/2014/main" id="{2AB99E46-FDFE-CBCB-C4CE-1A15872D652F}"/>
                  </a:ext>
                </a:extLst>
              </p:cNvPr>
              <p:cNvPicPr>
                <a:picLocks noChangeAspect="1"/>
              </p:cNvPicPr>
              <p:nvPr/>
            </p:nvPicPr>
            <p:blipFill>
              <a:blip r:embed="rId3"/>
              <a:stretch>
                <a:fillRect/>
              </a:stretch>
            </p:blipFill>
            <p:spPr>
              <a:xfrm>
                <a:off x="1502359" y="2421331"/>
                <a:ext cx="332841" cy="332841"/>
              </a:xfrm>
              <a:prstGeom prst="rect">
                <a:avLst/>
              </a:prstGeom>
            </p:spPr>
          </p:pic>
        </p:grpSp>
        <p:sp>
          <p:nvSpPr>
            <p:cNvPr id="27" name="TextBox 26">
              <a:extLst>
                <a:ext uri="{FF2B5EF4-FFF2-40B4-BE49-F238E27FC236}">
                  <a16:creationId xmlns:a16="http://schemas.microsoft.com/office/drawing/2014/main" id="{7719512D-C6FE-DC4F-9E8A-1052F433EF76}"/>
                </a:ext>
              </a:extLst>
            </p:cNvPr>
            <p:cNvSpPr txBox="1"/>
            <p:nvPr/>
          </p:nvSpPr>
          <p:spPr>
            <a:xfrm>
              <a:off x="595791" y="3349429"/>
              <a:ext cx="2423160" cy="2308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023D20"/>
                  </a:solidFill>
                  <a:effectLst/>
                  <a:uLnTx/>
                  <a:uFillTx/>
                  <a:latin typeface="Segoe UI" panose="020B0502040204020203" pitchFamily="34" charset="0"/>
                  <a:ea typeface="+mn-ea"/>
                  <a:cs typeface="Segoe UI" panose="020B0502040204020203" pitchFamily="34" charset="0"/>
                  <a:sym typeface="Arial"/>
                </a:rPr>
                <a:t>Third-party intelligence</a:t>
              </a:r>
            </a:p>
          </p:txBody>
        </p:sp>
        <p:sp>
          <p:nvSpPr>
            <p:cNvPr id="29" name="TextBox 28">
              <a:extLst>
                <a:ext uri="{FF2B5EF4-FFF2-40B4-BE49-F238E27FC236}">
                  <a16:creationId xmlns:a16="http://schemas.microsoft.com/office/drawing/2014/main" id="{509CF935-7666-732B-C0D8-64B9BCA5A9F6}"/>
                </a:ext>
              </a:extLst>
            </p:cNvPr>
            <p:cNvSpPr txBox="1"/>
            <p:nvPr/>
          </p:nvSpPr>
          <p:spPr>
            <a:xfrm>
              <a:off x="641511" y="3671219"/>
              <a:ext cx="2331720" cy="507831"/>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External data and consortium signals that reveal threats beyond one institution</a:t>
              </a:r>
            </a:p>
          </p:txBody>
        </p:sp>
      </p:grpSp>
      <p:grpSp>
        <p:nvGrpSpPr>
          <p:cNvPr id="3" name="Group 2">
            <a:extLst>
              <a:ext uri="{FF2B5EF4-FFF2-40B4-BE49-F238E27FC236}">
                <a16:creationId xmlns:a16="http://schemas.microsoft.com/office/drawing/2014/main" id="{319FC290-7183-C7AD-4745-F6DCCA012485}"/>
              </a:ext>
            </a:extLst>
          </p:cNvPr>
          <p:cNvGrpSpPr/>
          <p:nvPr/>
        </p:nvGrpSpPr>
        <p:grpSpPr>
          <a:xfrm>
            <a:off x="3659494" y="2306235"/>
            <a:ext cx="2635806" cy="1933960"/>
            <a:chOff x="3462792" y="2307402"/>
            <a:chExt cx="2635806" cy="1933960"/>
          </a:xfrm>
        </p:grpSpPr>
        <p:sp>
          <p:nvSpPr>
            <p:cNvPr id="31" name="Rounded Rectangle 12">
              <a:extLst>
                <a:ext uri="{FF2B5EF4-FFF2-40B4-BE49-F238E27FC236}">
                  <a16:creationId xmlns:a16="http://schemas.microsoft.com/office/drawing/2014/main" id="{E7C0C06C-18C3-68FB-4A23-481D81856C51}"/>
                </a:ext>
              </a:extLst>
            </p:cNvPr>
            <p:cNvSpPr/>
            <p:nvPr/>
          </p:nvSpPr>
          <p:spPr>
            <a:xfrm>
              <a:off x="3462792" y="2307402"/>
              <a:ext cx="2635806" cy="1933960"/>
            </a:xfrm>
            <a:prstGeom prst="roundRect">
              <a:avLst>
                <a:gd name="adj" fmla="val 6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grpSp>
          <p:nvGrpSpPr>
            <p:cNvPr id="183" name="Group 182">
              <a:extLst>
                <a:ext uri="{FF2B5EF4-FFF2-40B4-BE49-F238E27FC236}">
                  <a16:creationId xmlns:a16="http://schemas.microsoft.com/office/drawing/2014/main" id="{AE26DACD-7243-7C54-6A2A-D5DCAE910BA1}"/>
                </a:ext>
              </a:extLst>
            </p:cNvPr>
            <p:cNvGrpSpPr/>
            <p:nvPr/>
          </p:nvGrpSpPr>
          <p:grpSpPr>
            <a:xfrm>
              <a:off x="4397835" y="2471994"/>
              <a:ext cx="720000" cy="720000"/>
              <a:chOff x="4299204" y="2267712"/>
              <a:chExt cx="640080" cy="640080"/>
            </a:xfrm>
          </p:grpSpPr>
          <p:sp>
            <p:nvSpPr>
              <p:cNvPr id="33" name="Oval 32">
                <a:extLst>
                  <a:ext uri="{FF2B5EF4-FFF2-40B4-BE49-F238E27FC236}">
                    <a16:creationId xmlns:a16="http://schemas.microsoft.com/office/drawing/2014/main" id="{92DDD023-B840-C94B-15DD-7FECB4EB5F33}"/>
                  </a:ext>
                </a:extLst>
              </p:cNvPr>
              <p:cNvSpPr/>
              <p:nvPr/>
            </p:nvSpPr>
            <p:spPr>
              <a:xfrm>
                <a:off x="4299204" y="2267712"/>
                <a:ext cx="640080" cy="640080"/>
              </a:xfrm>
              <a:prstGeom prst="ellipse">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pic>
            <p:nvPicPr>
              <p:cNvPr id="36" name="Picture 35" descr="image.png">
                <a:extLst>
                  <a:ext uri="{FF2B5EF4-FFF2-40B4-BE49-F238E27FC236}">
                    <a16:creationId xmlns:a16="http://schemas.microsoft.com/office/drawing/2014/main" id="{C170A569-E8E4-2B1C-AAAF-BEB4FF3669F6}"/>
                  </a:ext>
                </a:extLst>
              </p:cNvPr>
              <p:cNvPicPr>
                <a:picLocks noChangeAspect="1"/>
              </p:cNvPicPr>
              <p:nvPr/>
            </p:nvPicPr>
            <p:blipFill>
              <a:blip r:embed="rId4"/>
              <a:stretch>
                <a:fillRect/>
              </a:stretch>
            </p:blipFill>
            <p:spPr>
              <a:xfrm>
                <a:off x="4452823" y="2421331"/>
                <a:ext cx="332841" cy="332841"/>
              </a:xfrm>
              <a:prstGeom prst="rect">
                <a:avLst/>
              </a:prstGeom>
            </p:spPr>
          </p:pic>
        </p:grpSp>
        <p:sp>
          <p:nvSpPr>
            <p:cNvPr id="42" name="TextBox 41">
              <a:extLst>
                <a:ext uri="{FF2B5EF4-FFF2-40B4-BE49-F238E27FC236}">
                  <a16:creationId xmlns:a16="http://schemas.microsoft.com/office/drawing/2014/main" id="{CCFF3FC2-B5EA-35E7-B530-E4F0B6B6BBC9}"/>
                </a:ext>
              </a:extLst>
            </p:cNvPr>
            <p:cNvSpPr txBox="1"/>
            <p:nvPr/>
          </p:nvSpPr>
          <p:spPr>
            <a:xfrm>
              <a:off x="3546255" y="3349429"/>
              <a:ext cx="2423160" cy="2308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023D20"/>
                  </a:solidFill>
                  <a:effectLst/>
                  <a:uLnTx/>
                  <a:uFillTx/>
                  <a:latin typeface="Segoe UI" panose="020B0502040204020203" pitchFamily="34" charset="0"/>
                  <a:ea typeface="+mn-ea"/>
                  <a:cs typeface="Segoe UI" panose="020B0502040204020203" pitchFamily="34" charset="0"/>
                  <a:sym typeface="Arial"/>
                </a:rPr>
                <a:t>Prevention controls</a:t>
              </a:r>
            </a:p>
          </p:txBody>
        </p:sp>
        <p:sp>
          <p:nvSpPr>
            <p:cNvPr id="44" name="TextBox 43">
              <a:extLst>
                <a:ext uri="{FF2B5EF4-FFF2-40B4-BE49-F238E27FC236}">
                  <a16:creationId xmlns:a16="http://schemas.microsoft.com/office/drawing/2014/main" id="{BEAB6868-605F-B475-741A-3FB0E5097DAF}"/>
                </a:ext>
              </a:extLst>
            </p:cNvPr>
            <p:cNvSpPr txBox="1"/>
            <p:nvPr/>
          </p:nvSpPr>
          <p:spPr>
            <a:xfrm>
              <a:off x="3591975" y="3671219"/>
              <a:ext cx="2331720" cy="338554"/>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Stopping synthetic identities and impersonation at the point of entry</a:t>
              </a:r>
            </a:p>
          </p:txBody>
        </p:sp>
      </p:grpSp>
      <p:grpSp>
        <p:nvGrpSpPr>
          <p:cNvPr id="5" name="Group 4">
            <a:extLst>
              <a:ext uri="{FF2B5EF4-FFF2-40B4-BE49-F238E27FC236}">
                <a16:creationId xmlns:a16="http://schemas.microsoft.com/office/drawing/2014/main" id="{619C62FD-4856-BD6E-0B7B-7FAC17597CA3}"/>
              </a:ext>
            </a:extLst>
          </p:cNvPr>
          <p:cNvGrpSpPr/>
          <p:nvPr/>
        </p:nvGrpSpPr>
        <p:grpSpPr>
          <a:xfrm>
            <a:off x="6432584" y="2306235"/>
            <a:ext cx="2635806" cy="1933960"/>
            <a:chOff x="6413256" y="2307402"/>
            <a:chExt cx="2635806" cy="1933960"/>
          </a:xfrm>
        </p:grpSpPr>
        <p:sp>
          <p:nvSpPr>
            <p:cNvPr id="46" name="Rounded Rectangle 17">
              <a:extLst>
                <a:ext uri="{FF2B5EF4-FFF2-40B4-BE49-F238E27FC236}">
                  <a16:creationId xmlns:a16="http://schemas.microsoft.com/office/drawing/2014/main" id="{B3DE934B-9EAE-1FCD-1838-47DFFD7B1789}"/>
                </a:ext>
              </a:extLst>
            </p:cNvPr>
            <p:cNvSpPr/>
            <p:nvPr/>
          </p:nvSpPr>
          <p:spPr>
            <a:xfrm>
              <a:off x="6413256" y="2307402"/>
              <a:ext cx="2635806" cy="1933960"/>
            </a:xfrm>
            <a:prstGeom prst="roundRect">
              <a:avLst>
                <a:gd name="adj" fmla="val 6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grpSp>
          <p:nvGrpSpPr>
            <p:cNvPr id="182" name="Group 181">
              <a:extLst>
                <a:ext uri="{FF2B5EF4-FFF2-40B4-BE49-F238E27FC236}">
                  <a16:creationId xmlns:a16="http://schemas.microsoft.com/office/drawing/2014/main" id="{4947D1B3-E602-51FB-9168-40EED0BF205F}"/>
                </a:ext>
              </a:extLst>
            </p:cNvPr>
            <p:cNvGrpSpPr/>
            <p:nvPr/>
          </p:nvGrpSpPr>
          <p:grpSpPr>
            <a:xfrm>
              <a:off x="7348299" y="2471994"/>
              <a:ext cx="720000" cy="720000"/>
              <a:chOff x="7249668" y="2267712"/>
              <a:chExt cx="640080" cy="640080"/>
            </a:xfrm>
          </p:grpSpPr>
          <p:sp>
            <p:nvSpPr>
              <p:cNvPr id="48" name="Oval 47">
                <a:extLst>
                  <a:ext uri="{FF2B5EF4-FFF2-40B4-BE49-F238E27FC236}">
                    <a16:creationId xmlns:a16="http://schemas.microsoft.com/office/drawing/2014/main" id="{7A5AAC7D-799F-5399-4068-E56ABD5AC5EB}"/>
                  </a:ext>
                </a:extLst>
              </p:cNvPr>
              <p:cNvSpPr/>
              <p:nvPr/>
            </p:nvSpPr>
            <p:spPr>
              <a:xfrm>
                <a:off x="7249668" y="2267712"/>
                <a:ext cx="640080" cy="640080"/>
              </a:xfrm>
              <a:prstGeom prst="ellipse">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pic>
            <p:nvPicPr>
              <p:cNvPr id="50" name="Picture 49" descr="ic_mon_w.png">
                <a:extLst>
                  <a:ext uri="{FF2B5EF4-FFF2-40B4-BE49-F238E27FC236}">
                    <a16:creationId xmlns:a16="http://schemas.microsoft.com/office/drawing/2014/main" id="{9B275625-E2F1-2828-315D-CA751ABC9758}"/>
                  </a:ext>
                </a:extLst>
              </p:cNvPr>
              <p:cNvPicPr>
                <a:picLocks noChangeAspect="1"/>
              </p:cNvPicPr>
              <p:nvPr/>
            </p:nvPicPr>
            <p:blipFill>
              <a:blip r:embed="rId5"/>
              <a:stretch>
                <a:fillRect/>
              </a:stretch>
            </p:blipFill>
            <p:spPr>
              <a:xfrm>
                <a:off x="7403287" y="2421331"/>
                <a:ext cx="332841" cy="332841"/>
              </a:xfrm>
              <a:prstGeom prst="rect">
                <a:avLst/>
              </a:prstGeom>
            </p:spPr>
          </p:pic>
        </p:grpSp>
        <p:sp>
          <p:nvSpPr>
            <p:cNvPr id="53" name="TextBox 52">
              <a:extLst>
                <a:ext uri="{FF2B5EF4-FFF2-40B4-BE49-F238E27FC236}">
                  <a16:creationId xmlns:a16="http://schemas.microsoft.com/office/drawing/2014/main" id="{5C5A3E75-A1FC-299B-A16A-2025D806CBF3}"/>
                </a:ext>
              </a:extLst>
            </p:cNvPr>
            <p:cNvSpPr txBox="1"/>
            <p:nvPr/>
          </p:nvSpPr>
          <p:spPr>
            <a:xfrm>
              <a:off x="6496719" y="3349429"/>
              <a:ext cx="2423160" cy="2308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023D20"/>
                  </a:solidFill>
                  <a:effectLst/>
                  <a:uLnTx/>
                  <a:uFillTx/>
                  <a:latin typeface="Segoe UI" panose="020B0502040204020203" pitchFamily="34" charset="0"/>
                  <a:ea typeface="+mn-ea"/>
                  <a:cs typeface="Segoe UI" panose="020B0502040204020203" pitchFamily="34" charset="0"/>
                  <a:sym typeface="Arial"/>
                </a:rPr>
                <a:t>Monitoring capabilities</a:t>
              </a:r>
            </a:p>
          </p:txBody>
        </p:sp>
        <p:sp>
          <p:nvSpPr>
            <p:cNvPr id="55" name="TextBox 54">
              <a:extLst>
                <a:ext uri="{FF2B5EF4-FFF2-40B4-BE49-F238E27FC236}">
                  <a16:creationId xmlns:a16="http://schemas.microsoft.com/office/drawing/2014/main" id="{3A1B5CEC-D815-4D63-2CBB-F0D8296991F8}"/>
                </a:ext>
              </a:extLst>
            </p:cNvPr>
            <p:cNvSpPr txBox="1"/>
            <p:nvPr/>
          </p:nvSpPr>
          <p:spPr>
            <a:xfrm>
              <a:off x="6542439" y="3671219"/>
              <a:ext cx="2331720" cy="338554"/>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Detecting anomalous behaviour and transactions in real time</a:t>
              </a:r>
            </a:p>
          </p:txBody>
        </p:sp>
      </p:grpSp>
      <p:grpSp>
        <p:nvGrpSpPr>
          <p:cNvPr id="6" name="Group 5">
            <a:extLst>
              <a:ext uri="{FF2B5EF4-FFF2-40B4-BE49-F238E27FC236}">
                <a16:creationId xmlns:a16="http://schemas.microsoft.com/office/drawing/2014/main" id="{6C109589-6109-A601-B1C3-9077E6B225C9}"/>
              </a:ext>
            </a:extLst>
          </p:cNvPr>
          <p:cNvGrpSpPr/>
          <p:nvPr/>
        </p:nvGrpSpPr>
        <p:grpSpPr>
          <a:xfrm>
            <a:off x="9205674" y="2306235"/>
            <a:ext cx="2635806" cy="1933960"/>
            <a:chOff x="9205674" y="2307402"/>
            <a:chExt cx="2635806" cy="1933960"/>
          </a:xfrm>
        </p:grpSpPr>
        <p:sp>
          <p:nvSpPr>
            <p:cNvPr id="57" name="Rounded Rectangle 22">
              <a:extLst>
                <a:ext uri="{FF2B5EF4-FFF2-40B4-BE49-F238E27FC236}">
                  <a16:creationId xmlns:a16="http://schemas.microsoft.com/office/drawing/2014/main" id="{49C35B96-16C4-5EC6-8958-AF4D6624247C}"/>
                </a:ext>
              </a:extLst>
            </p:cNvPr>
            <p:cNvSpPr/>
            <p:nvPr/>
          </p:nvSpPr>
          <p:spPr>
            <a:xfrm>
              <a:off x="9205674" y="2307402"/>
              <a:ext cx="2635806" cy="1933960"/>
            </a:xfrm>
            <a:prstGeom prst="roundRect">
              <a:avLst>
                <a:gd name="adj" fmla="val 6000"/>
              </a:avLst>
            </a:prstGeom>
            <a:solidFill>
              <a:srgbClr val="FFFFFF"/>
            </a:solidFill>
            <a:ln w="25400">
              <a:solidFill>
                <a:schemeClr val="accent1">
                  <a:lumMod val="20000"/>
                  <a:lumOff val="8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grpSp>
          <p:nvGrpSpPr>
            <p:cNvPr id="181" name="Group 180">
              <a:extLst>
                <a:ext uri="{FF2B5EF4-FFF2-40B4-BE49-F238E27FC236}">
                  <a16:creationId xmlns:a16="http://schemas.microsoft.com/office/drawing/2014/main" id="{8A84B2DD-66E7-A9EA-B363-C8F7421BE427}"/>
                </a:ext>
              </a:extLst>
            </p:cNvPr>
            <p:cNvGrpSpPr/>
            <p:nvPr/>
          </p:nvGrpSpPr>
          <p:grpSpPr>
            <a:xfrm>
              <a:off x="10140717" y="2471994"/>
              <a:ext cx="720000" cy="720000"/>
              <a:chOff x="10200132" y="2267712"/>
              <a:chExt cx="640080" cy="640080"/>
            </a:xfrm>
          </p:grpSpPr>
          <p:sp>
            <p:nvSpPr>
              <p:cNvPr id="60" name="Oval 59">
                <a:extLst>
                  <a:ext uri="{FF2B5EF4-FFF2-40B4-BE49-F238E27FC236}">
                    <a16:creationId xmlns:a16="http://schemas.microsoft.com/office/drawing/2014/main" id="{2611F38E-A88F-354E-CB0F-3911950EA43C}"/>
                  </a:ext>
                </a:extLst>
              </p:cNvPr>
              <p:cNvSpPr/>
              <p:nvPr/>
            </p:nvSpPr>
            <p:spPr>
              <a:xfrm>
                <a:off x="10200132" y="2267712"/>
                <a:ext cx="640080" cy="640080"/>
              </a:xfrm>
              <a:prstGeom prst="ellipse">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pic>
            <p:nvPicPr>
              <p:cNvPr id="62" name="Picture 61" descr="ic_train_w.png">
                <a:extLst>
                  <a:ext uri="{FF2B5EF4-FFF2-40B4-BE49-F238E27FC236}">
                    <a16:creationId xmlns:a16="http://schemas.microsoft.com/office/drawing/2014/main" id="{DB9190AC-7902-B8F0-6B8F-658A0558EA99}"/>
                  </a:ext>
                </a:extLst>
              </p:cNvPr>
              <p:cNvPicPr>
                <a:picLocks noChangeAspect="1"/>
              </p:cNvPicPr>
              <p:nvPr/>
            </p:nvPicPr>
            <p:blipFill>
              <a:blip r:embed="rId6"/>
              <a:stretch>
                <a:fillRect/>
              </a:stretch>
            </p:blipFill>
            <p:spPr>
              <a:xfrm>
                <a:off x="10353751" y="2421331"/>
                <a:ext cx="332841" cy="332841"/>
              </a:xfrm>
              <a:prstGeom prst="rect">
                <a:avLst/>
              </a:prstGeom>
            </p:spPr>
          </p:pic>
        </p:grpSp>
        <p:sp>
          <p:nvSpPr>
            <p:cNvPr id="128" name="TextBox 127">
              <a:extLst>
                <a:ext uri="{FF2B5EF4-FFF2-40B4-BE49-F238E27FC236}">
                  <a16:creationId xmlns:a16="http://schemas.microsoft.com/office/drawing/2014/main" id="{F6E5EB8B-5813-9390-589B-7C0B423CB216}"/>
                </a:ext>
              </a:extLst>
            </p:cNvPr>
            <p:cNvSpPr txBox="1"/>
            <p:nvPr/>
          </p:nvSpPr>
          <p:spPr>
            <a:xfrm>
              <a:off x="9289137" y="3349429"/>
              <a:ext cx="2423160" cy="2308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023D20"/>
                  </a:solidFill>
                  <a:effectLst/>
                  <a:uLnTx/>
                  <a:uFillTx/>
                  <a:latin typeface="Segoe UI" panose="020B0502040204020203" pitchFamily="34" charset="0"/>
                  <a:ea typeface="+mn-ea"/>
                  <a:cs typeface="Segoe UI" panose="020B0502040204020203" pitchFamily="34" charset="0"/>
                  <a:sym typeface="Arial"/>
                </a:rPr>
                <a:t>Staff awareness &amp; training</a:t>
              </a:r>
            </a:p>
          </p:txBody>
        </p:sp>
        <p:sp>
          <p:nvSpPr>
            <p:cNvPr id="130" name="TextBox 129">
              <a:extLst>
                <a:ext uri="{FF2B5EF4-FFF2-40B4-BE49-F238E27FC236}">
                  <a16:creationId xmlns:a16="http://schemas.microsoft.com/office/drawing/2014/main" id="{2136D919-6962-D076-C2E1-044E1F409643}"/>
                </a:ext>
              </a:extLst>
            </p:cNvPr>
            <p:cNvSpPr txBox="1"/>
            <p:nvPr/>
          </p:nvSpPr>
          <p:spPr>
            <a:xfrm>
              <a:off x="9334857" y="3671219"/>
              <a:ext cx="2331720" cy="338554"/>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Equipping frontline teams to recognize and challenge deepfakes</a:t>
              </a:r>
            </a:p>
          </p:txBody>
        </p:sp>
      </p:grpSp>
      <p:grpSp>
        <p:nvGrpSpPr>
          <p:cNvPr id="180" name="Group 179">
            <a:extLst>
              <a:ext uri="{FF2B5EF4-FFF2-40B4-BE49-F238E27FC236}">
                <a16:creationId xmlns:a16="http://schemas.microsoft.com/office/drawing/2014/main" id="{16B711F3-F1F4-C254-E70B-945870A67B31}"/>
              </a:ext>
            </a:extLst>
          </p:cNvPr>
          <p:cNvGrpSpPr/>
          <p:nvPr/>
        </p:nvGrpSpPr>
        <p:grpSpPr>
          <a:xfrm>
            <a:off x="6313527" y="4565970"/>
            <a:ext cx="5669280" cy="1783080"/>
            <a:chOff x="6332982" y="6007608"/>
            <a:chExt cx="5669280" cy="1783080"/>
          </a:xfrm>
        </p:grpSpPr>
        <p:sp>
          <p:nvSpPr>
            <p:cNvPr id="156" name="Rounded Rectangle 29">
              <a:extLst>
                <a:ext uri="{FF2B5EF4-FFF2-40B4-BE49-F238E27FC236}">
                  <a16:creationId xmlns:a16="http://schemas.microsoft.com/office/drawing/2014/main" id="{2C1A5676-904B-5E5A-2CEA-1A8FE984FCED}"/>
                </a:ext>
              </a:extLst>
            </p:cNvPr>
            <p:cNvSpPr/>
            <p:nvPr/>
          </p:nvSpPr>
          <p:spPr>
            <a:xfrm>
              <a:off x="6332982" y="6007608"/>
              <a:ext cx="5669280" cy="1783080"/>
            </a:xfrm>
            <a:prstGeom prst="roundRect">
              <a:avLst>
                <a:gd name="adj" fmla="val 5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159" name="Rounded Rectangle 30">
              <a:extLst>
                <a:ext uri="{FF2B5EF4-FFF2-40B4-BE49-F238E27FC236}">
                  <a16:creationId xmlns:a16="http://schemas.microsoft.com/office/drawing/2014/main" id="{BD76AD1E-736F-C37F-617F-A9139302EC2F}"/>
                </a:ext>
              </a:extLst>
            </p:cNvPr>
            <p:cNvSpPr/>
            <p:nvPr/>
          </p:nvSpPr>
          <p:spPr>
            <a:xfrm>
              <a:off x="6332982" y="6062472"/>
              <a:ext cx="73152" cy="1673352"/>
            </a:xfrm>
            <a:prstGeom prst="roundRect">
              <a:avLst>
                <a:gd name="adj" fmla="val 5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161" name="TextBox 160">
              <a:extLst>
                <a:ext uri="{FF2B5EF4-FFF2-40B4-BE49-F238E27FC236}">
                  <a16:creationId xmlns:a16="http://schemas.microsoft.com/office/drawing/2014/main" id="{B967F89B-8232-BFFE-D871-E73EC17CF29B}"/>
                </a:ext>
              </a:extLst>
            </p:cNvPr>
            <p:cNvSpPr txBox="1"/>
            <p:nvPr/>
          </p:nvSpPr>
          <p:spPr>
            <a:xfrm>
              <a:off x="6561582" y="6099048"/>
              <a:ext cx="5303520" cy="161583"/>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23D20"/>
                  </a:solidFill>
                  <a:effectLst/>
                  <a:uLnTx/>
                  <a:uFillTx/>
                  <a:latin typeface="Segoe UI" panose="020B0502040204020203" pitchFamily="34" charset="0"/>
                  <a:ea typeface="+mn-ea"/>
                  <a:cs typeface="Segoe UI" panose="020B0502040204020203" pitchFamily="34" charset="0"/>
                  <a:sym typeface="Arial"/>
                </a:rPr>
                <a:t>THE OUTLIER: INSURERS LEAN ON THEIR </a:t>
              </a:r>
              <a:r>
                <a:rPr kumimoji="0" lang="en-US" sz="1050" b="1" i="0" u="none" strike="noStrike" kern="1200" cap="none" spc="0" normalizeH="0" baseline="0" noProof="0">
                  <a:ln>
                    <a:noFill/>
                  </a:ln>
                  <a:solidFill>
                    <a:srgbClr val="023D20"/>
                  </a:solidFill>
                  <a:effectLst/>
                  <a:uLnTx/>
                  <a:uFillTx/>
                  <a:latin typeface="Segoe UI" panose="020B0502040204020203" pitchFamily="34" charset="0"/>
                  <a:ea typeface="+mn-ea"/>
                  <a:cs typeface="Segoe UI" panose="020B0502040204020203" pitchFamily="34" charset="0"/>
                  <a:sym typeface="Arial"/>
                </a:rPr>
                <a:t>STAFF</a:t>
              </a:r>
              <a:endParaRPr kumimoji="0" sz="1050" b="1" i="0" u="none" strike="noStrike" kern="1200" cap="none" spc="0" normalizeH="0" baseline="0" noProof="0">
                <a:ln>
                  <a:noFill/>
                </a:ln>
                <a:solidFill>
                  <a:srgbClr val="023D20"/>
                </a:solidFill>
                <a:effectLst/>
                <a:uLnTx/>
                <a:uFillTx/>
                <a:latin typeface="Segoe UI" panose="020B0502040204020203" pitchFamily="34" charset="0"/>
                <a:ea typeface="+mn-ea"/>
                <a:cs typeface="Segoe UI" panose="020B0502040204020203" pitchFamily="34" charset="0"/>
                <a:sym typeface="Arial"/>
              </a:endParaRPr>
            </a:p>
          </p:txBody>
        </p:sp>
        <p:sp>
          <p:nvSpPr>
            <p:cNvPr id="163" name="TextBox 162">
              <a:extLst>
                <a:ext uri="{FF2B5EF4-FFF2-40B4-BE49-F238E27FC236}">
                  <a16:creationId xmlns:a16="http://schemas.microsoft.com/office/drawing/2014/main" id="{E3C2B010-3725-66B9-FDEC-3E5ED6D059E6}"/>
                </a:ext>
              </a:extLst>
            </p:cNvPr>
            <p:cNvSpPr txBox="1"/>
            <p:nvPr/>
          </p:nvSpPr>
          <p:spPr>
            <a:xfrm>
              <a:off x="6561582" y="6465475"/>
              <a:ext cx="1280160" cy="492443"/>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64%</a:t>
              </a:r>
            </a:p>
          </p:txBody>
        </p:sp>
        <p:sp>
          <p:nvSpPr>
            <p:cNvPr id="165" name="TextBox 164">
              <a:extLst>
                <a:ext uri="{FF2B5EF4-FFF2-40B4-BE49-F238E27FC236}">
                  <a16:creationId xmlns:a16="http://schemas.microsoft.com/office/drawing/2014/main" id="{E61E969C-2973-A66F-AEA6-E0F6C95490F8}"/>
                </a:ext>
              </a:extLst>
            </p:cNvPr>
            <p:cNvSpPr txBox="1"/>
            <p:nvPr/>
          </p:nvSpPr>
          <p:spPr>
            <a:xfrm>
              <a:off x="7543995" y="6554462"/>
              <a:ext cx="4321105" cy="36933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of insurance respondents chose </a:t>
              </a:r>
              <a:r>
                <a:rPr kumimoji="0" sz="12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staff awareness &amp; training</a:t>
              </a:r>
              <a:r>
                <a:rPr kumimoji="0" sz="1200" b="0"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 </a:t>
              </a:r>
              <a:r>
                <a:rPr kumimoji="0" sz="12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well above the 43–53% range seen for every other lever.</a:t>
              </a:r>
            </a:p>
          </p:txBody>
        </p:sp>
        <p:sp>
          <p:nvSpPr>
            <p:cNvPr id="167" name="TextBox 166">
              <a:extLst>
                <a:ext uri="{FF2B5EF4-FFF2-40B4-BE49-F238E27FC236}">
                  <a16:creationId xmlns:a16="http://schemas.microsoft.com/office/drawing/2014/main" id="{240D1820-60E6-4CED-B8E4-40B5549928F6}"/>
                </a:ext>
              </a:extLst>
            </p:cNvPr>
            <p:cNvSpPr txBox="1"/>
            <p:nvPr/>
          </p:nvSpPr>
          <p:spPr>
            <a:xfrm>
              <a:off x="6561582" y="7086600"/>
              <a:ext cx="5303520" cy="50783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Why: </a:t>
              </a:r>
              <a:r>
                <a:rPr kumimoji="0" lang="en-US" sz="11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With the contact centre as Insurers most exposed channel (72%), insurers rely heavily on frontline agents to authenticate callers and handle claims. Against voice-based deepfakes, staff awareness becomes a critical control.</a:t>
              </a:r>
              <a:endParaRPr kumimoji="0" sz="11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endParaRPr>
            </a:p>
          </p:txBody>
        </p:sp>
      </p:grpSp>
      <p:sp>
        <p:nvSpPr>
          <p:cNvPr id="169" name="Rounded Rectangle 35">
            <a:extLst>
              <a:ext uri="{FF2B5EF4-FFF2-40B4-BE49-F238E27FC236}">
                <a16:creationId xmlns:a16="http://schemas.microsoft.com/office/drawing/2014/main" id="{043182BD-55AB-9B9C-428D-AA016501F34C}"/>
              </a:ext>
            </a:extLst>
          </p:cNvPr>
          <p:cNvSpPr/>
          <p:nvPr/>
        </p:nvSpPr>
        <p:spPr>
          <a:xfrm>
            <a:off x="313494" y="4556273"/>
            <a:ext cx="5669280" cy="1783080"/>
          </a:xfrm>
          <a:prstGeom prst="roundRect">
            <a:avLst>
              <a:gd name="adj" fmla="val 5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171" name="TextBox 170">
            <a:extLst>
              <a:ext uri="{FF2B5EF4-FFF2-40B4-BE49-F238E27FC236}">
                <a16:creationId xmlns:a16="http://schemas.microsoft.com/office/drawing/2014/main" id="{764F63EC-F572-0577-5186-790D428DDFE0}"/>
              </a:ext>
            </a:extLst>
          </p:cNvPr>
          <p:cNvSpPr txBox="1"/>
          <p:nvPr/>
        </p:nvSpPr>
        <p:spPr>
          <a:xfrm>
            <a:off x="471654" y="4767138"/>
            <a:ext cx="5303520" cy="1008546"/>
          </a:xfrm>
          <a:prstGeom prst="rect">
            <a:avLst/>
          </a:prstGeom>
          <a:noFill/>
        </p:spPr>
        <p:txBody>
          <a:bodyPr wrap="square" lIns="0" tIns="0" rIns="0" bIns="0" anchor="t">
            <a:spAutoFit/>
          </a:bodyPr>
          <a:lstStyle/>
          <a:p>
            <a:pPr marL="0" marR="0" lvl="0" indent="0" algn="l" defTabSz="914400" rtl="0" eaLnBrk="1" fontAlgn="auto" latinLnBrk="0" hangingPunct="1">
              <a:lnSpc>
                <a:spcPct val="111000"/>
              </a:lnSpc>
              <a:spcBef>
                <a:spcPts val="0"/>
              </a:spcBef>
              <a:spcAft>
                <a:spcPts val="0"/>
              </a:spcAft>
              <a:buClrTx/>
              <a:buSzTx/>
              <a:buFontTx/>
              <a:buNone/>
              <a:tabLst/>
              <a:defRPr/>
            </a:pPr>
            <a:r>
              <a:rPr kumimoji="0" sz="1200" b="0" i="1" u="none" strike="noStrike" kern="1200" cap="none" spc="10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“The biggest impact on risk management will be a shift toward continuous identity verification, real-time behavioural analytics, stronger cross-industry intelligence sharing, and AI-assisted investigations </a:t>
            </a:r>
            <a:r>
              <a:rPr kumimoji="0" sz="1200" b="1" i="1" u="none" strike="noStrike" kern="1200" cap="none" spc="10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rather than relying primarily on point-in-time controls.</a:t>
            </a:r>
            <a:r>
              <a:rPr kumimoji="0" sz="1200" b="0" i="1" u="none" strike="noStrike" kern="1200" cap="none" spc="10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a:t>
            </a:r>
          </a:p>
        </p:txBody>
      </p:sp>
      <p:sp>
        <p:nvSpPr>
          <p:cNvPr id="173" name="TextBox 172">
            <a:extLst>
              <a:ext uri="{FF2B5EF4-FFF2-40B4-BE49-F238E27FC236}">
                <a16:creationId xmlns:a16="http://schemas.microsoft.com/office/drawing/2014/main" id="{6892E723-F84C-CDA7-6F7C-205B474678DB}"/>
              </a:ext>
            </a:extLst>
          </p:cNvPr>
          <p:cNvSpPr txBox="1"/>
          <p:nvPr/>
        </p:nvSpPr>
        <p:spPr>
          <a:xfrm>
            <a:off x="471654" y="5940489"/>
            <a:ext cx="5303520"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86BC25"/>
                </a:solidFill>
                <a:effectLst/>
                <a:uLnTx/>
                <a:uFillTx/>
                <a:latin typeface="Segoe UI" panose="020B0502040204020203" pitchFamily="34" charset="0"/>
                <a:ea typeface="+mn-ea"/>
                <a:cs typeface="Segoe UI" panose="020B0502040204020203" pitchFamily="34" charset="0"/>
                <a:sym typeface="Arial"/>
              </a:rPr>
              <a:t>– Fraud Strategy Executive, Top 100 Global Financial Institution</a:t>
            </a:r>
          </a:p>
        </p:txBody>
      </p:sp>
      <p:sp>
        <p:nvSpPr>
          <p:cNvPr id="187" name="Flowchart: Manual Operation 186">
            <a:extLst>
              <a:ext uri="{FF2B5EF4-FFF2-40B4-BE49-F238E27FC236}">
                <a16:creationId xmlns:a16="http://schemas.microsoft.com/office/drawing/2014/main" id="{BB03C69C-77D8-6FBC-BAA0-762F100B6AB9}"/>
              </a:ext>
            </a:extLst>
          </p:cNvPr>
          <p:cNvSpPr/>
          <p:nvPr/>
        </p:nvSpPr>
        <p:spPr>
          <a:xfrm rot="10800000">
            <a:off x="9334857" y="4234019"/>
            <a:ext cx="2331720" cy="386813"/>
          </a:xfrm>
          <a:prstGeom prst="flowChartManualOperation">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a:ln>
                <a:noFill/>
              </a:ln>
              <a:solidFill>
                <a:srgbClr val="FFFFFF"/>
              </a:solidFill>
              <a:effectLst/>
              <a:uLnTx/>
              <a:uFillTx/>
              <a:latin typeface="Arial"/>
              <a:ea typeface="+mn-ea"/>
              <a:cs typeface="+mn-cs"/>
              <a:sym typeface="Arial"/>
            </a:endParaRPr>
          </a:p>
        </p:txBody>
      </p:sp>
      <p:grpSp>
        <p:nvGrpSpPr>
          <p:cNvPr id="188" name="Group 187">
            <a:extLst>
              <a:ext uri="{FF2B5EF4-FFF2-40B4-BE49-F238E27FC236}">
                <a16:creationId xmlns:a16="http://schemas.microsoft.com/office/drawing/2014/main" id="{23BFC8F5-FB26-6D32-FC37-96779309F9DA}"/>
              </a:ext>
            </a:extLst>
          </p:cNvPr>
          <p:cNvGrpSpPr/>
          <p:nvPr/>
        </p:nvGrpSpPr>
        <p:grpSpPr>
          <a:xfrm>
            <a:off x="9816822" y="4107266"/>
            <a:ext cx="1367790" cy="274320"/>
            <a:chOff x="10634472" y="1965960"/>
            <a:chExt cx="1143000" cy="274320"/>
          </a:xfrm>
        </p:grpSpPr>
        <p:sp>
          <p:nvSpPr>
            <p:cNvPr id="135" name="Rounded Rectangle 27">
              <a:extLst>
                <a:ext uri="{FF2B5EF4-FFF2-40B4-BE49-F238E27FC236}">
                  <a16:creationId xmlns:a16="http://schemas.microsoft.com/office/drawing/2014/main" id="{624BBE76-F585-F7DA-3332-5491AB6748F6}"/>
                </a:ext>
              </a:extLst>
            </p:cNvPr>
            <p:cNvSpPr/>
            <p:nvPr/>
          </p:nvSpPr>
          <p:spPr>
            <a:xfrm>
              <a:off x="10634472" y="1965960"/>
              <a:ext cx="1143000" cy="274320"/>
            </a:xfrm>
            <a:prstGeom prst="roundRect">
              <a:avLst>
                <a:gd name="adj" fmla="val 5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150" name="TextBox 149">
              <a:extLst>
                <a:ext uri="{FF2B5EF4-FFF2-40B4-BE49-F238E27FC236}">
                  <a16:creationId xmlns:a16="http://schemas.microsoft.com/office/drawing/2014/main" id="{A199DDA7-1C28-D28C-8812-8E595D60E37D}"/>
                </a:ext>
              </a:extLst>
            </p:cNvPr>
            <p:cNvSpPr txBox="1"/>
            <p:nvPr/>
          </p:nvSpPr>
          <p:spPr>
            <a:xfrm>
              <a:off x="10634472" y="2037717"/>
              <a:ext cx="1143000" cy="130805"/>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INSURANCE</a:t>
              </a:r>
              <a:r>
                <a:rPr kumimoji="0" lang="en-US" sz="85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 PRIORITY</a:t>
              </a:r>
              <a:endParaRPr kumimoji="0" sz="85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grpSp>
      <p:sp>
        <p:nvSpPr>
          <p:cNvPr id="189" name="Rounded Rectangle 188"/>
          <p:cNvSpPr/>
          <p:nvPr/>
        </p:nvSpPr>
        <p:spPr>
          <a:xfrm rot="16200000">
            <a:off x="-632238" y="3136055"/>
            <a:ext cx="2331720" cy="274320"/>
          </a:xfrm>
          <a:prstGeom prst="roundRect">
            <a:avLst>
              <a:gd name="adj" fmla="val 5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700" b="1" spc="100">
                <a:solidFill>
                  <a:schemeClr val="tx1">
                    <a:lumMod val="75000"/>
                    <a:lumOff val="25000"/>
                  </a:schemeClr>
                </a:solidFill>
                <a:latin typeface="Segoe UI"/>
              </a:rPr>
              <a:t>BANKING </a:t>
            </a:r>
            <a:r>
              <a:rPr lang="en-US" sz="1700" b="1" spc="100">
                <a:solidFill>
                  <a:schemeClr val="tx1">
                    <a:lumMod val="75000"/>
                    <a:lumOff val="25000"/>
                  </a:schemeClr>
                </a:solidFill>
                <a:latin typeface="Segoe UI"/>
              </a:rPr>
              <a:t>&amp;</a:t>
            </a:r>
            <a:r>
              <a:rPr sz="1700" b="1" spc="100">
                <a:solidFill>
                  <a:schemeClr val="tx1">
                    <a:lumMod val="75000"/>
                    <a:lumOff val="25000"/>
                  </a:schemeClr>
                </a:solidFill>
                <a:latin typeface="Segoe UI"/>
              </a:rPr>
              <a:t> INSURANCE</a:t>
            </a:r>
          </a:p>
        </p:txBody>
      </p:sp>
      <p:sp>
        <p:nvSpPr>
          <p:cNvPr id="9" name="Text 22">
            <a:extLst>
              <a:ext uri="{FF2B5EF4-FFF2-40B4-BE49-F238E27FC236}">
                <a16:creationId xmlns:a16="http://schemas.microsoft.com/office/drawing/2014/main" id="{6015CD2B-0CAE-7C9D-910A-7E7E345E37A5}"/>
              </a:ext>
            </a:extLst>
          </p:cNvPr>
          <p:cNvSpPr/>
          <p:nvPr/>
        </p:nvSpPr>
        <p:spPr>
          <a:xfrm>
            <a:off x="872297" y="1459680"/>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0" cap="none" spc="80" normalizeH="0" baseline="0" noProof="0">
              <a:ln>
                <a:noFill/>
              </a:ln>
              <a:solidFill>
                <a:srgbClr val="4EA72E"/>
              </a:solidFill>
              <a:effectLst/>
              <a:uLnTx/>
              <a:uFillTx/>
              <a:latin typeface="Segoe UI" panose="020B0502040204020203" pitchFamily="34" charset="0"/>
              <a:ea typeface="Arial" pitchFamily="34" charset="-122"/>
              <a:cs typeface="Segoe UI" panose="020B0502040204020203" pitchFamily="34" charset="0"/>
            </a:endParaRPr>
          </a:p>
        </p:txBody>
      </p:sp>
      <p:grpSp>
        <p:nvGrpSpPr>
          <p:cNvPr id="12" name="Group 11">
            <a:extLst>
              <a:ext uri="{FF2B5EF4-FFF2-40B4-BE49-F238E27FC236}">
                <a16:creationId xmlns:a16="http://schemas.microsoft.com/office/drawing/2014/main" id="{28A2D595-A902-E533-9800-28E99070E534}"/>
              </a:ext>
            </a:extLst>
          </p:cNvPr>
          <p:cNvGrpSpPr/>
          <p:nvPr/>
        </p:nvGrpSpPr>
        <p:grpSpPr>
          <a:xfrm>
            <a:off x="249638" y="464705"/>
            <a:ext cx="11521440" cy="585793"/>
            <a:chOff x="249638" y="464705"/>
            <a:chExt cx="11521440" cy="585793"/>
          </a:xfrm>
        </p:grpSpPr>
        <p:sp>
          <p:nvSpPr>
            <p:cNvPr id="14" name="Text 22">
              <a:extLst>
                <a:ext uri="{FF2B5EF4-FFF2-40B4-BE49-F238E27FC236}">
                  <a16:creationId xmlns:a16="http://schemas.microsoft.com/office/drawing/2014/main" id="{7F9B22E1-FD06-9582-524A-35F84636E3C9}"/>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80" normalizeH="0" baseline="0" noProof="0">
                  <a:ln>
                    <a:noFill/>
                  </a:ln>
                  <a:solidFill>
                    <a:srgbClr val="4EA72E"/>
                  </a:solidFill>
                  <a:effectLst/>
                  <a:uLnTx/>
                  <a:uFillTx/>
                  <a:latin typeface="Segoe UI" panose="020B0502040204020203" pitchFamily="34" charset="0"/>
                  <a:ea typeface="Arial" pitchFamily="34" charset="-122"/>
                  <a:cs typeface="Segoe UI" panose="020B0502040204020203" pitchFamily="34" charset="0"/>
                </a:rPr>
                <a:t>HOW LEADERS ARE RESPONDING</a:t>
              </a:r>
            </a:p>
          </p:txBody>
        </p:sp>
        <p:sp>
          <p:nvSpPr>
            <p:cNvPr id="16" name="TextBox 15">
              <a:extLst>
                <a:ext uri="{FF2B5EF4-FFF2-40B4-BE49-F238E27FC236}">
                  <a16:creationId xmlns:a16="http://schemas.microsoft.com/office/drawing/2014/main" id="{B312B650-B3C1-64E5-0ED9-E9C7B0C52C03}"/>
                </a:ext>
              </a:extLst>
            </p:cNvPr>
            <p:cNvSpPr txBox="1"/>
            <p:nvPr/>
          </p:nvSpPr>
          <p:spPr>
            <a:xfrm>
              <a:off x="249638" y="711944"/>
              <a:ext cx="11521440" cy="338554"/>
            </a:xfrm>
            <a:prstGeom prst="rect">
              <a:avLst/>
            </a:prstGeom>
            <a:noFill/>
          </p:spPr>
          <p:txBody>
            <a:bodyPr wrap="square" lIns="0" tIns="0" rIns="0" bIns="0" anchor="t">
              <a:spAutoFit/>
            </a:bodyPr>
            <a:lstStyle/>
            <a:p>
              <a:pPr lvl="0">
                <a:buClrTx/>
                <a:defRPr/>
              </a:pPr>
              <a:r>
                <a:rPr lang="en-US" sz="2200" b="1" kern="1200">
                  <a:solidFill>
                    <a:srgbClr val="111111"/>
                  </a:solidFill>
                  <a:latin typeface="Segoe UI" panose="020B0502040204020203" pitchFamily="34" charset="0"/>
                  <a:cs typeface="Segoe UI" panose="020B0502040204020203" pitchFamily="34" charset="0"/>
                </a:rPr>
                <a:t>Deepfake defense demands a coordinated response, not a single control</a:t>
              </a:r>
            </a:p>
          </p:txBody>
        </p:sp>
      </p:grpSp>
      <p:sp>
        <p:nvSpPr>
          <p:cNvPr id="19" name="Rectangle 18">
            <a:extLst>
              <a:ext uri="{FF2B5EF4-FFF2-40B4-BE49-F238E27FC236}">
                <a16:creationId xmlns:a16="http://schemas.microsoft.com/office/drawing/2014/main" id="{FE272EC5-4709-E6E1-7B42-A0A603CFAB22}"/>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lvl="0" algn="just">
              <a:buClrTx/>
              <a:defRPr/>
            </a:pPr>
            <a:r>
              <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rPr>
              <a:t>For detailed data please refer to </a:t>
            </a:r>
            <a:r>
              <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hlinkClick r:id="rId7" action="ppaction://hlinksldjump"/>
              </a:rPr>
              <a:t>Appendix</a:t>
            </a:r>
            <a:r>
              <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hlinkClick r:id="" action="ppaction://noaction"/>
              </a:rPr>
              <a:t> </a:t>
            </a:r>
            <a:endPar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endParaRPr>
          </a:p>
        </p:txBody>
      </p:sp>
    </p:spTree>
    <p:extLst>
      <p:ext uri="{BB962C8B-B14F-4D97-AF65-F5344CB8AC3E}">
        <p14:creationId xmlns:p14="http://schemas.microsoft.com/office/powerpoint/2010/main" val="3791221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blip>
          <a:srcRect/>
          <a:stretch>
            <a:fillRect t="-9000" b="-9000"/>
          </a:stretch>
        </a:blipFill>
        <a:effectLst/>
      </p:bgPr>
    </p:bg>
    <p:spTree>
      <p:nvGrpSpPr>
        <p:cNvPr id="1" name="">
          <a:extLst>
            <a:ext uri="{FF2B5EF4-FFF2-40B4-BE49-F238E27FC236}">
              <a16:creationId xmlns:a16="http://schemas.microsoft.com/office/drawing/2014/main" id="{4CBCB297-6310-0C8E-446A-0476DFB4D98F}"/>
            </a:ext>
          </a:extLst>
        </p:cNvPr>
        <p:cNvGrpSpPr/>
        <p:nvPr/>
      </p:nvGrpSpPr>
      <p:grpSpPr>
        <a:xfrm>
          <a:off x="0" y="0"/>
          <a:ext cx="0" cy="0"/>
          <a:chOff x="0" y="0"/>
          <a:chExt cx="0" cy="0"/>
        </a:xfrm>
      </p:grpSpPr>
      <p:sp>
        <p:nvSpPr>
          <p:cNvPr id="10" name="Text Placeholder 3">
            <a:extLst>
              <a:ext uri="{FF2B5EF4-FFF2-40B4-BE49-F238E27FC236}">
                <a16:creationId xmlns:a16="http://schemas.microsoft.com/office/drawing/2014/main" id="{62F829C1-476D-F41E-F617-C89EA8B3D01E}"/>
              </a:ext>
            </a:extLst>
          </p:cNvPr>
          <p:cNvSpPr txBox="1">
            <a:spLocks/>
          </p:cNvSpPr>
          <p:nvPr/>
        </p:nvSpPr>
        <p:spPr>
          <a:xfrm>
            <a:off x="0" y="0"/>
            <a:ext cx="12192000" cy="6858000"/>
          </a:xfrm>
          <a:prstGeom prst="rect">
            <a:avLst/>
          </a:prstGeom>
          <a:solidFill>
            <a:schemeClr val="tx1">
              <a:lumMod val="75000"/>
              <a:lumOff val="25000"/>
              <a:alpha val="70000"/>
            </a:schemeClr>
          </a:solidFill>
          <a:ln>
            <a:noFill/>
          </a:ln>
        </p:spPr>
        <p:txBody>
          <a:bodyPr spcFirstLastPara="1" wrap="square" lIns="365760" tIns="182880" rIns="0" bIns="0" anchor="ctr"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Open Sans"/>
                <a:ea typeface="Open Sans"/>
                <a:cs typeface="Open Sans"/>
                <a:sym typeface="Open Sans"/>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Open Sans"/>
                <a:ea typeface="Open Sans"/>
                <a:cs typeface="Open Sans"/>
                <a:sym typeface="Open Sans"/>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rPr>
              <a:t>Information Sharing</a:t>
            </a: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lang="en-US">
              <a:solidFill>
                <a:srgbClr val="FFFFFF"/>
              </a:solidFill>
              <a:effectLst>
                <a:glow rad="101600">
                  <a:srgbClr val="000000">
                    <a:alpha val="22000"/>
                  </a:srgbClr>
                </a:glow>
              </a:effectLst>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p:txBody>
      </p:sp>
      <p:sp>
        <p:nvSpPr>
          <p:cNvPr id="3" name="TextBox 2">
            <a:extLst>
              <a:ext uri="{FF2B5EF4-FFF2-40B4-BE49-F238E27FC236}">
                <a16:creationId xmlns:a16="http://schemas.microsoft.com/office/drawing/2014/main" id="{71342D61-4C5B-8027-8318-0912616D9D2F}"/>
              </a:ext>
            </a:extLst>
          </p:cNvPr>
          <p:cNvSpPr txBox="1"/>
          <p:nvPr/>
        </p:nvSpPr>
        <p:spPr>
          <a:xfrm>
            <a:off x="4992000" y="5435771"/>
            <a:ext cx="7200000" cy="784830"/>
          </a:xfrm>
          <a:prstGeom prst="rect">
            <a:avLst/>
          </a:prstGeom>
          <a:noFill/>
        </p:spPr>
        <p:txBody>
          <a:bodyPr wrap="square" lIns="0" rIns="360000">
            <a:spAutoFit/>
          </a:bodyPr>
          <a:lstStyle/>
          <a:p>
            <a:pPr algn="r">
              <a:defRPr/>
            </a:pPr>
            <a:r>
              <a:rPr lang="en-US" sz="1500" i="1">
                <a:solidFill>
                  <a:srgbClr val="FFFFFF"/>
                </a:solidFill>
                <a:latin typeface="Segoe UI" panose="020B0502040204020203" pitchFamily="34" charset="0"/>
                <a:ea typeface="Calibri" pitchFamily="34" charset="-122"/>
                <a:cs typeface="Segoe UI" panose="020B0502040204020203" pitchFamily="34" charset="0"/>
                <a:sym typeface="Open Sans"/>
              </a:rPr>
              <a:t>“I really feel that fraud intelligence sharing can make a difference, but there are still practical barriers to doing it well” – </a:t>
            </a:r>
            <a:r>
              <a:rPr lang="en-US" sz="1500" b="1" i="1">
                <a:solidFill>
                  <a:srgbClr val="FFFFFF"/>
                </a:solidFill>
                <a:latin typeface="Segoe UI" panose="020B0502040204020203" pitchFamily="34" charset="0"/>
                <a:ea typeface="Calibri" pitchFamily="34" charset="-122"/>
                <a:cs typeface="Segoe UI" panose="020B0502040204020203" pitchFamily="34" charset="0"/>
                <a:sym typeface="Open Sans"/>
              </a:rPr>
              <a:t>SVP of Fraud Risk &amp; Governance at Top 50 Global Insurance Firm</a:t>
            </a:r>
            <a:endParaRPr lang="en-US" sz="1500">
              <a:latin typeface="Segoe UI" panose="020B0502040204020203" pitchFamily="34" charset="0"/>
              <a:ea typeface="Open Sans"/>
              <a:cs typeface="Segoe UI" panose="020B0502040204020203" pitchFamily="34" charset="0"/>
              <a:sym typeface="Open Sans"/>
            </a:endParaRPr>
          </a:p>
        </p:txBody>
      </p:sp>
      <p:sp>
        <p:nvSpPr>
          <p:cNvPr id="5" name="TextBox 4">
            <a:extLst>
              <a:ext uri="{FF2B5EF4-FFF2-40B4-BE49-F238E27FC236}">
                <a16:creationId xmlns:a16="http://schemas.microsoft.com/office/drawing/2014/main" id="{2D2C0C74-4621-4D08-C175-61726950BE6B}"/>
              </a:ext>
            </a:extLst>
          </p:cNvPr>
          <p:cNvSpPr txBox="1"/>
          <p:nvPr/>
        </p:nvSpPr>
        <p:spPr>
          <a:xfrm>
            <a:off x="0" y="4308303"/>
            <a:ext cx="7200000" cy="784830"/>
          </a:xfrm>
          <a:prstGeom prst="rect">
            <a:avLst/>
          </a:prstGeom>
          <a:noFill/>
        </p:spPr>
        <p:txBody>
          <a:bodyPr wrap="square" lIns="360000">
            <a:spAutoFit/>
          </a:bodyPr>
          <a:lstStyle/>
          <a:p>
            <a:r>
              <a:rPr lang="en-US" sz="1500" i="1">
                <a:solidFill>
                  <a:srgbClr val="FFFFFF"/>
                </a:solidFill>
                <a:latin typeface="Segoe UI" panose="020B0502040204020203" pitchFamily="34" charset="0"/>
                <a:ea typeface="Calibri" pitchFamily="34" charset="-122"/>
                <a:cs typeface="Segoe UI" panose="020B0502040204020203" pitchFamily="34" charset="0"/>
                <a:sym typeface="Open Sans"/>
              </a:rPr>
              <a:t>“The development of shared data will create a greater ability to see fraud ahead of attacks” – </a:t>
            </a:r>
            <a:r>
              <a:rPr lang="en-US" sz="1500" b="1" i="1">
                <a:solidFill>
                  <a:srgbClr val="FFFFFF"/>
                </a:solidFill>
                <a:latin typeface="Segoe UI" panose="020B0502040204020203" pitchFamily="34" charset="0"/>
                <a:ea typeface="Calibri" pitchFamily="34" charset="-122"/>
                <a:cs typeface="Segoe UI" panose="020B0502040204020203" pitchFamily="34" charset="0"/>
                <a:sym typeface="Open Sans"/>
              </a:rPr>
              <a:t>VP of Fraud Risk &amp; Governance at Top 100 Global Financial Institution</a:t>
            </a:r>
            <a:endParaRPr lang="en-CA" sz="1500" b="1">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0205230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D30BA-DD99-FFE6-B9B8-0F0E89C801D1}"/>
            </a:ext>
          </a:extLst>
        </p:cNvPr>
        <p:cNvGrpSpPr/>
        <p:nvPr/>
      </p:nvGrpSpPr>
      <p:grpSpPr>
        <a:xfrm>
          <a:off x="0" y="0"/>
          <a:ext cx="0" cy="0"/>
          <a:chOff x="0" y="0"/>
          <a:chExt cx="0" cy="0"/>
        </a:xfrm>
      </p:grpSpPr>
      <p:sp>
        <p:nvSpPr>
          <p:cNvPr id="142" name="Trapezoid 141">
            <a:extLst>
              <a:ext uri="{FF2B5EF4-FFF2-40B4-BE49-F238E27FC236}">
                <a16:creationId xmlns:a16="http://schemas.microsoft.com/office/drawing/2014/main" id="{C8A8008D-6626-C6FF-ECC7-9E1EF23E6CB5}"/>
              </a:ext>
            </a:extLst>
          </p:cNvPr>
          <p:cNvSpPr/>
          <p:nvPr/>
        </p:nvSpPr>
        <p:spPr>
          <a:xfrm>
            <a:off x="8929161" y="4069864"/>
            <a:ext cx="2267621" cy="529337"/>
          </a:xfrm>
          <a:prstGeom prst="trapezoid">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3" name="Rectangle 152">
            <a:extLst>
              <a:ext uri="{FF2B5EF4-FFF2-40B4-BE49-F238E27FC236}">
                <a16:creationId xmlns:a16="http://schemas.microsoft.com/office/drawing/2014/main" id="{EBF0C9E9-EB7F-7B48-E985-C3845746CEFD}"/>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spcBef>
                <a:spcPts val="600"/>
              </a:spcBef>
              <a:buClrTx/>
              <a:buSzPct val="100000"/>
              <a:defRPr/>
            </a:pPr>
            <a:r>
              <a:rPr lang="en-US" sz="1200" b="1" kern="1200">
                <a:solidFill>
                  <a:schemeClr val="bg1"/>
                </a:solidFill>
                <a:latin typeface="Segoe UI" panose="020B0502040204020203" pitchFamily="34" charset="0"/>
                <a:ea typeface="Open Sans" panose="020B0606030504020204" pitchFamily="34" charset="0"/>
                <a:cs typeface="Segoe UI" panose="020B0502040204020203" pitchFamily="34" charset="0"/>
              </a:rPr>
              <a:t>INFORMATION SHARING</a:t>
            </a:r>
          </a:p>
        </p:txBody>
      </p:sp>
      <p:sp>
        <p:nvSpPr>
          <p:cNvPr id="3" name="Rounded Rectangle 17">
            <a:extLst>
              <a:ext uri="{FF2B5EF4-FFF2-40B4-BE49-F238E27FC236}">
                <a16:creationId xmlns:a16="http://schemas.microsoft.com/office/drawing/2014/main" id="{AE0EB5E4-D0D5-3D44-5766-815869382169}"/>
              </a:ext>
            </a:extLst>
          </p:cNvPr>
          <p:cNvSpPr/>
          <p:nvPr/>
        </p:nvSpPr>
        <p:spPr>
          <a:xfrm>
            <a:off x="4288536" y="2189503"/>
            <a:ext cx="3611880" cy="2127000"/>
          </a:xfrm>
          <a:prstGeom prst="roundRect">
            <a:avLst>
              <a:gd name="adj" fmla="val 5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4" name="Rectangle 3">
            <a:extLst>
              <a:ext uri="{FF2B5EF4-FFF2-40B4-BE49-F238E27FC236}">
                <a16:creationId xmlns:a16="http://schemas.microsoft.com/office/drawing/2014/main" id="{8DAEBBF9-B3C8-6500-340E-85AF1AB9A527}"/>
              </a:ext>
            </a:extLst>
          </p:cNvPr>
          <p:cNvSpPr/>
          <p:nvPr/>
        </p:nvSpPr>
        <p:spPr>
          <a:xfrm>
            <a:off x="4288536" y="2544565"/>
            <a:ext cx="3611880" cy="155448"/>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5" name="Rounded Rectangle 18">
            <a:extLst>
              <a:ext uri="{FF2B5EF4-FFF2-40B4-BE49-F238E27FC236}">
                <a16:creationId xmlns:a16="http://schemas.microsoft.com/office/drawing/2014/main" id="{8DF9E8A4-2A1D-FA2F-D512-1D102614618C}"/>
              </a:ext>
            </a:extLst>
          </p:cNvPr>
          <p:cNvSpPr/>
          <p:nvPr/>
        </p:nvSpPr>
        <p:spPr>
          <a:xfrm>
            <a:off x="4288536" y="2164136"/>
            <a:ext cx="3611880" cy="467786"/>
          </a:xfrm>
          <a:prstGeom prst="roundRect">
            <a:avLst>
              <a:gd name="adj" fmla="val 2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lIns="36000" r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sym typeface="Arial"/>
              </a:rPr>
              <a:t># 2  ·  LEGAL, PRIVACY &amp; REGULATORY CONSTRAINTS</a:t>
            </a:r>
          </a:p>
        </p:txBody>
      </p:sp>
      <p:sp>
        <p:nvSpPr>
          <p:cNvPr id="10" name="TextBox 9">
            <a:extLst>
              <a:ext uri="{FF2B5EF4-FFF2-40B4-BE49-F238E27FC236}">
                <a16:creationId xmlns:a16="http://schemas.microsoft.com/office/drawing/2014/main" id="{A5754FF8-A236-73DD-5395-2188D31F8549}"/>
              </a:ext>
            </a:extLst>
          </p:cNvPr>
          <p:cNvSpPr txBox="1"/>
          <p:nvPr/>
        </p:nvSpPr>
        <p:spPr>
          <a:xfrm>
            <a:off x="356235" y="1814346"/>
            <a:ext cx="8229600" cy="200055"/>
          </a:xfrm>
          <a:prstGeom prst="rect">
            <a:avLst/>
          </a:prstGeom>
          <a:noFill/>
        </p:spPr>
        <p:txBody>
          <a:bodyPr wrap="square" lIns="0" tIns="0" rIns="0" bIns="0" anchor="t">
            <a:spAutoFit/>
          </a:bodyPr>
          <a:lstStyle/>
          <a:p>
            <a:pPr lvl="0">
              <a:buClrTx/>
              <a:defRPr/>
            </a:pPr>
            <a:r>
              <a:rPr kumimoji="0" sz="1300" b="1" i="0" u="none" strike="noStrike" kern="1200" cap="none" spc="0" normalizeH="0" baseline="0" noProof="0">
                <a:ln>
                  <a:noFill/>
                </a:ln>
                <a:solidFill>
                  <a:schemeClr val="accent2"/>
                </a:solidFill>
                <a:effectLst/>
                <a:uLnTx/>
                <a:uFillTx/>
                <a:latin typeface="Segoe UI" panose="020B0502040204020203" pitchFamily="34" charset="0"/>
                <a:ea typeface="+mn-ea"/>
                <a:cs typeface="Segoe UI" panose="020B0502040204020203" pitchFamily="34" charset="0"/>
              </a:rPr>
              <a:t>THE TOP THREE BARRIERS FORM A DEPENDENCY CHAIN </a:t>
            </a:r>
            <a:r>
              <a:rPr lang="en-US" sz="1300" kern="1200">
                <a:solidFill>
                  <a:schemeClr val="bg1">
                    <a:lumMod val="50000"/>
                  </a:schemeClr>
                </a:solidFill>
                <a:latin typeface="Segoe UI" panose="020B0502040204020203" pitchFamily="34" charset="0"/>
                <a:cs typeface="Segoe UI" panose="020B0502040204020203" pitchFamily="34" charset="0"/>
              </a:rPr>
              <a:t>(</a:t>
            </a:r>
            <a:r>
              <a:rPr kumimoji="0" sz="1300" b="0" i="0" u="none" strike="noStrike" kern="1200" cap="none" spc="0" normalizeH="0" baseline="0" noProof="0">
                <a:ln>
                  <a:noFill/>
                </a:ln>
                <a:solidFill>
                  <a:schemeClr val="bg1">
                    <a:lumMod val="50000"/>
                  </a:schemeClr>
                </a:solidFill>
                <a:effectLst/>
                <a:uLnTx/>
                <a:uFillTx/>
                <a:latin typeface="Segoe UI" panose="020B0502040204020203" pitchFamily="34" charset="0"/>
                <a:ea typeface="+mn-ea"/>
                <a:cs typeface="Segoe UI" panose="020B0502040204020203" pitchFamily="34" charset="0"/>
              </a:rPr>
              <a:t>% of respondents citing each barrier</a:t>
            </a:r>
            <a:r>
              <a:rPr kumimoji="0" lang="en-US" sz="1300" b="0" i="0" u="none" strike="noStrike" kern="1200" cap="none" spc="0" normalizeH="0" baseline="0" noProof="0">
                <a:ln>
                  <a:noFill/>
                </a:ln>
                <a:solidFill>
                  <a:schemeClr val="bg1">
                    <a:lumMod val="50000"/>
                  </a:schemeClr>
                </a:solidFill>
                <a:effectLst/>
                <a:uLnTx/>
                <a:uFillTx/>
                <a:latin typeface="Segoe UI" panose="020B0502040204020203" pitchFamily="34" charset="0"/>
                <a:ea typeface="+mn-ea"/>
                <a:cs typeface="Segoe UI" panose="020B0502040204020203" pitchFamily="34" charset="0"/>
              </a:rPr>
              <a:t>)</a:t>
            </a:r>
            <a:r>
              <a:rPr kumimoji="0" sz="1300" b="0" i="0" u="none" strike="noStrike" kern="1200" cap="none" spc="0" normalizeH="0" baseline="0" noProof="0">
                <a:ln>
                  <a:noFill/>
                </a:ln>
                <a:solidFill>
                  <a:schemeClr val="bg1">
                    <a:lumMod val="50000"/>
                  </a:schemeClr>
                </a:solidFill>
                <a:effectLst/>
                <a:uLnTx/>
                <a:uFillTx/>
                <a:latin typeface="Segoe UI" panose="020B0502040204020203" pitchFamily="34" charset="0"/>
                <a:ea typeface="+mn-ea"/>
                <a:cs typeface="Segoe UI" panose="020B0502040204020203" pitchFamily="34" charset="0"/>
              </a:rPr>
              <a:t> </a:t>
            </a:r>
            <a:endParaRPr kumimoji="0" lang="en-CA" sz="1300" b="0" i="0" u="none" strike="noStrike" kern="1200" cap="none" spc="0" normalizeH="0" baseline="0" noProof="0">
              <a:ln>
                <a:noFill/>
              </a:ln>
              <a:solidFill>
                <a:schemeClr val="bg1">
                  <a:lumMod val="50000"/>
                </a:schemeClr>
              </a:solidFill>
              <a:effectLst/>
              <a:uLnTx/>
              <a:uFillTx/>
              <a:latin typeface="Segoe UI" panose="020B0502040204020203" pitchFamily="34" charset="0"/>
              <a:ea typeface="+mn-ea"/>
              <a:cs typeface="Segoe UI" panose="020B0502040204020203" pitchFamily="34" charset="0"/>
            </a:endParaRPr>
          </a:p>
        </p:txBody>
      </p:sp>
      <p:sp>
        <p:nvSpPr>
          <p:cNvPr id="13" name="Rounded Rectangle 7">
            <a:extLst>
              <a:ext uri="{FF2B5EF4-FFF2-40B4-BE49-F238E27FC236}">
                <a16:creationId xmlns:a16="http://schemas.microsoft.com/office/drawing/2014/main" id="{9C0FE4C5-9B5C-F456-CA32-190B261307F3}"/>
              </a:ext>
            </a:extLst>
          </p:cNvPr>
          <p:cNvSpPr/>
          <p:nvPr/>
        </p:nvSpPr>
        <p:spPr>
          <a:xfrm>
            <a:off x="320040" y="2189503"/>
            <a:ext cx="3611880" cy="2127000"/>
          </a:xfrm>
          <a:prstGeom prst="roundRect">
            <a:avLst>
              <a:gd name="adj" fmla="val 5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5" name="Rectangle 14">
            <a:extLst>
              <a:ext uri="{FF2B5EF4-FFF2-40B4-BE49-F238E27FC236}">
                <a16:creationId xmlns:a16="http://schemas.microsoft.com/office/drawing/2014/main" id="{9DD3DA33-884B-2733-109C-FA02320FD5D0}"/>
              </a:ext>
            </a:extLst>
          </p:cNvPr>
          <p:cNvSpPr/>
          <p:nvPr/>
        </p:nvSpPr>
        <p:spPr>
          <a:xfrm>
            <a:off x="320040" y="2544565"/>
            <a:ext cx="3611880" cy="155448"/>
          </a:xfrm>
          <a:prstGeom prst="rect">
            <a:avLst/>
          </a:prstGeom>
          <a:solidFill>
            <a:srgbClr val="023D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grpSp>
        <p:nvGrpSpPr>
          <p:cNvPr id="147" name="Group 146">
            <a:extLst>
              <a:ext uri="{FF2B5EF4-FFF2-40B4-BE49-F238E27FC236}">
                <a16:creationId xmlns:a16="http://schemas.microsoft.com/office/drawing/2014/main" id="{AFFFB9D7-6D29-0180-2F6C-21C33986FBF1}"/>
              </a:ext>
            </a:extLst>
          </p:cNvPr>
          <p:cNvGrpSpPr/>
          <p:nvPr/>
        </p:nvGrpSpPr>
        <p:grpSpPr>
          <a:xfrm>
            <a:off x="954380" y="2802104"/>
            <a:ext cx="683808" cy="683808"/>
            <a:chOff x="954380" y="2802104"/>
            <a:chExt cx="683808" cy="683808"/>
          </a:xfrm>
        </p:grpSpPr>
        <p:sp>
          <p:nvSpPr>
            <p:cNvPr id="16" name="Rounded Rectangle 11">
              <a:extLst>
                <a:ext uri="{FF2B5EF4-FFF2-40B4-BE49-F238E27FC236}">
                  <a16:creationId xmlns:a16="http://schemas.microsoft.com/office/drawing/2014/main" id="{1335091F-D9D7-5214-9881-CD21A22F8668}"/>
                </a:ext>
              </a:extLst>
            </p:cNvPr>
            <p:cNvSpPr/>
            <p:nvPr/>
          </p:nvSpPr>
          <p:spPr>
            <a:xfrm>
              <a:off x="954380" y="2802104"/>
              <a:ext cx="683808" cy="683808"/>
            </a:xfrm>
            <a:prstGeom prst="roundRect">
              <a:avLst>
                <a:gd name="adj" fmla="val 50000"/>
              </a:avLst>
            </a:prstGeom>
            <a:solidFill>
              <a:srgbClr val="023D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pic>
          <p:nvPicPr>
            <p:cNvPr id="17" name="Picture 16" descr="ic_data_w.png">
              <a:extLst>
                <a:ext uri="{FF2B5EF4-FFF2-40B4-BE49-F238E27FC236}">
                  <a16:creationId xmlns:a16="http://schemas.microsoft.com/office/drawing/2014/main" id="{C652E400-F84A-07E7-BFE3-70DB98EE6CE6}"/>
                </a:ext>
              </a:extLst>
            </p:cNvPr>
            <p:cNvPicPr>
              <a:picLocks noChangeAspect="1"/>
            </p:cNvPicPr>
            <p:nvPr/>
          </p:nvPicPr>
          <p:blipFill>
            <a:blip r:embed="rId3"/>
            <a:stretch>
              <a:fillRect/>
            </a:stretch>
          </p:blipFill>
          <p:spPr>
            <a:xfrm>
              <a:off x="1104818" y="2952541"/>
              <a:ext cx="382932" cy="382932"/>
            </a:xfrm>
            <a:prstGeom prst="rect">
              <a:avLst/>
            </a:prstGeom>
          </p:spPr>
        </p:pic>
      </p:grpSp>
      <p:sp>
        <p:nvSpPr>
          <p:cNvPr id="19" name="TextBox 18">
            <a:extLst>
              <a:ext uri="{FF2B5EF4-FFF2-40B4-BE49-F238E27FC236}">
                <a16:creationId xmlns:a16="http://schemas.microsoft.com/office/drawing/2014/main" id="{3D6702E4-1B4B-5DA7-BB0F-1D8C5091A821}"/>
              </a:ext>
            </a:extLst>
          </p:cNvPr>
          <p:cNvSpPr txBox="1"/>
          <p:nvPr/>
        </p:nvSpPr>
        <p:spPr>
          <a:xfrm>
            <a:off x="1843230" y="2786729"/>
            <a:ext cx="1654375" cy="69249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4500" b="1" i="0" u="none" strike="noStrike" kern="1200" cap="none" spc="0" normalizeH="0" baseline="0" noProof="0">
                <a:ln>
                  <a:noFill/>
                </a:ln>
                <a:solidFill>
                  <a:srgbClr val="023D20"/>
                </a:solidFill>
                <a:effectLst/>
                <a:uLnTx/>
                <a:uFillTx/>
                <a:latin typeface="Segoe UI" panose="020B0502040204020203" pitchFamily="34" charset="0"/>
                <a:ea typeface="+mn-ea"/>
                <a:cs typeface="Segoe UI" panose="020B0502040204020203" pitchFamily="34" charset="0"/>
              </a:rPr>
              <a:t>77%</a:t>
            </a:r>
          </a:p>
        </p:txBody>
      </p:sp>
      <p:sp>
        <p:nvSpPr>
          <p:cNvPr id="20" name="TextBox 19">
            <a:extLst>
              <a:ext uri="{FF2B5EF4-FFF2-40B4-BE49-F238E27FC236}">
                <a16:creationId xmlns:a16="http://schemas.microsoft.com/office/drawing/2014/main" id="{6A151342-2C08-D12E-7244-E4B9E6491C16}"/>
              </a:ext>
            </a:extLst>
          </p:cNvPr>
          <p:cNvSpPr txBox="1"/>
          <p:nvPr/>
        </p:nvSpPr>
        <p:spPr>
          <a:xfrm>
            <a:off x="502920" y="3538673"/>
            <a:ext cx="3246120" cy="6771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Shared intelligence is only as valuable as the data behind it. Without common definitions and consistent data quality, organizations lack a reliable basis for exchange.</a:t>
            </a:r>
            <a:endParaRPr kumimoji="0" sz="11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endParaRPr>
          </a:p>
        </p:txBody>
      </p:sp>
      <p:grpSp>
        <p:nvGrpSpPr>
          <p:cNvPr id="146" name="Group 145">
            <a:extLst>
              <a:ext uri="{FF2B5EF4-FFF2-40B4-BE49-F238E27FC236}">
                <a16:creationId xmlns:a16="http://schemas.microsoft.com/office/drawing/2014/main" id="{2F635BDF-24B6-608E-FEAB-55965E5B8BE3}"/>
              </a:ext>
            </a:extLst>
          </p:cNvPr>
          <p:cNvGrpSpPr/>
          <p:nvPr/>
        </p:nvGrpSpPr>
        <p:grpSpPr>
          <a:xfrm>
            <a:off x="4922876" y="2802104"/>
            <a:ext cx="683808" cy="683808"/>
            <a:chOff x="4922876" y="2802104"/>
            <a:chExt cx="683808" cy="683808"/>
          </a:xfrm>
        </p:grpSpPr>
        <p:sp>
          <p:nvSpPr>
            <p:cNvPr id="24" name="Rounded Rectangle 21">
              <a:extLst>
                <a:ext uri="{FF2B5EF4-FFF2-40B4-BE49-F238E27FC236}">
                  <a16:creationId xmlns:a16="http://schemas.microsoft.com/office/drawing/2014/main" id="{DB815B44-9149-3F07-632A-813BA45C37D7}"/>
                </a:ext>
              </a:extLst>
            </p:cNvPr>
            <p:cNvSpPr/>
            <p:nvPr/>
          </p:nvSpPr>
          <p:spPr>
            <a:xfrm>
              <a:off x="4922876" y="2802104"/>
              <a:ext cx="683808" cy="683808"/>
            </a:xfrm>
            <a:prstGeom prst="roundRect">
              <a:avLst>
                <a:gd name="adj" fmla="val 5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pic>
          <p:nvPicPr>
            <p:cNvPr id="25" name="Picture 24" descr="image.png">
              <a:extLst>
                <a:ext uri="{FF2B5EF4-FFF2-40B4-BE49-F238E27FC236}">
                  <a16:creationId xmlns:a16="http://schemas.microsoft.com/office/drawing/2014/main" id="{790CEB74-1AEF-610E-DBA8-0E38477075E5}"/>
                </a:ext>
              </a:extLst>
            </p:cNvPr>
            <p:cNvPicPr>
              <a:picLocks noChangeAspect="1"/>
            </p:cNvPicPr>
            <p:nvPr/>
          </p:nvPicPr>
          <p:blipFill>
            <a:blip r:embed="rId4"/>
            <a:stretch>
              <a:fillRect/>
            </a:stretch>
          </p:blipFill>
          <p:spPr>
            <a:xfrm>
              <a:off x="5073314" y="2952541"/>
              <a:ext cx="382932" cy="382932"/>
            </a:xfrm>
            <a:prstGeom prst="rect">
              <a:avLst/>
            </a:prstGeom>
          </p:spPr>
        </p:pic>
      </p:grpSp>
      <p:sp>
        <p:nvSpPr>
          <p:cNvPr id="38" name="TextBox 37">
            <a:extLst>
              <a:ext uri="{FF2B5EF4-FFF2-40B4-BE49-F238E27FC236}">
                <a16:creationId xmlns:a16="http://schemas.microsoft.com/office/drawing/2014/main" id="{DED80922-B766-4364-7FEE-57A9AA7D83AD}"/>
              </a:ext>
            </a:extLst>
          </p:cNvPr>
          <p:cNvSpPr txBox="1"/>
          <p:nvPr/>
        </p:nvSpPr>
        <p:spPr>
          <a:xfrm>
            <a:off x="5811726" y="2786729"/>
            <a:ext cx="1654375" cy="69249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45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rPr>
              <a:t>73%</a:t>
            </a:r>
          </a:p>
        </p:txBody>
      </p:sp>
      <p:sp>
        <p:nvSpPr>
          <p:cNvPr id="40" name="TextBox 39">
            <a:extLst>
              <a:ext uri="{FF2B5EF4-FFF2-40B4-BE49-F238E27FC236}">
                <a16:creationId xmlns:a16="http://schemas.microsoft.com/office/drawing/2014/main" id="{A25D3FE0-D1A1-4DB2-7B65-A6974C762BDF}"/>
              </a:ext>
            </a:extLst>
          </p:cNvPr>
          <p:cNvSpPr txBox="1"/>
          <p:nvPr/>
        </p:nvSpPr>
        <p:spPr>
          <a:xfrm>
            <a:off x="4471416" y="3623312"/>
            <a:ext cx="3246120" cy="50783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Even with usable data, organizations need certainty about what they are allowed to share, with whom, and under what safeguards.</a:t>
            </a:r>
          </a:p>
        </p:txBody>
      </p:sp>
      <p:sp>
        <p:nvSpPr>
          <p:cNvPr id="47" name="Chevron 26">
            <a:extLst>
              <a:ext uri="{FF2B5EF4-FFF2-40B4-BE49-F238E27FC236}">
                <a16:creationId xmlns:a16="http://schemas.microsoft.com/office/drawing/2014/main" id="{09C5309E-529E-88AB-7D62-F7D844012F6C}"/>
              </a:ext>
            </a:extLst>
          </p:cNvPr>
          <p:cNvSpPr/>
          <p:nvPr/>
        </p:nvSpPr>
        <p:spPr>
          <a:xfrm>
            <a:off x="7973568" y="3051835"/>
            <a:ext cx="219456" cy="402336"/>
          </a:xfrm>
          <a:prstGeom prst="chevron">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48" name="Rounded Rectangle 27">
            <a:extLst>
              <a:ext uri="{FF2B5EF4-FFF2-40B4-BE49-F238E27FC236}">
                <a16:creationId xmlns:a16="http://schemas.microsoft.com/office/drawing/2014/main" id="{685A014F-30D1-99E8-42C3-A033BBE27F76}"/>
              </a:ext>
            </a:extLst>
          </p:cNvPr>
          <p:cNvSpPr/>
          <p:nvPr/>
        </p:nvSpPr>
        <p:spPr>
          <a:xfrm>
            <a:off x="8257031" y="2189503"/>
            <a:ext cx="3611880" cy="2127000"/>
          </a:xfrm>
          <a:prstGeom prst="roundRect">
            <a:avLst>
              <a:gd name="adj" fmla="val 5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49" name="Rectangle 48">
            <a:extLst>
              <a:ext uri="{FF2B5EF4-FFF2-40B4-BE49-F238E27FC236}">
                <a16:creationId xmlns:a16="http://schemas.microsoft.com/office/drawing/2014/main" id="{A8F7ABBD-6E4B-956B-0683-3AE5C8CEF9D6}"/>
              </a:ext>
            </a:extLst>
          </p:cNvPr>
          <p:cNvSpPr/>
          <p:nvPr/>
        </p:nvSpPr>
        <p:spPr>
          <a:xfrm>
            <a:off x="8257031" y="2544565"/>
            <a:ext cx="3611880" cy="155448"/>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grpSp>
        <p:nvGrpSpPr>
          <p:cNvPr id="145" name="Group 144">
            <a:extLst>
              <a:ext uri="{FF2B5EF4-FFF2-40B4-BE49-F238E27FC236}">
                <a16:creationId xmlns:a16="http://schemas.microsoft.com/office/drawing/2014/main" id="{50A6A593-B42D-279F-C248-0291E5C0622E}"/>
              </a:ext>
            </a:extLst>
          </p:cNvPr>
          <p:cNvGrpSpPr/>
          <p:nvPr/>
        </p:nvGrpSpPr>
        <p:grpSpPr>
          <a:xfrm>
            <a:off x="8891371" y="2802104"/>
            <a:ext cx="683808" cy="683808"/>
            <a:chOff x="8891371" y="2802104"/>
            <a:chExt cx="683808" cy="683808"/>
          </a:xfrm>
        </p:grpSpPr>
        <p:sp>
          <p:nvSpPr>
            <p:cNvPr id="50" name="Rounded Rectangle 31">
              <a:extLst>
                <a:ext uri="{FF2B5EF4-FFF2-40B4-BE49-F238E27FC236}">
                  <a16:creationId xmlns:a16="http://schemas.microsoft.com/office/drawing/2014/main" id="{A69AEB51-C380-382D-4827-90E9D90C31F1}"/>
                </a:ext>
              </a:extLst>
            </p:cNvPr>
            <p:cNvSpPr/>
            <p:nvPr/>
          </p:nvSpPr>
          <p:spPr>
            <a:xfrm>
              <a:off x="8891371" y="2802104"/>
              <a:ext cx="683808" cy="683808"/>
            </a:xfrm>
            <a:prstGeom prst="roundRect">
              <a:avLst>
                <a:gd name="adj" fmla="val 50000"/>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pic>
          <p:nvPicPr>
            <p:cNvPr id="51" name="Picture 50" descr="ic_people_w.png">
              <a:extLst>
                <a:ext uri="{FF2B5EF4-FFF2-40B4-BE49-F238E27FC236}">
                  <a16:creationId xmlns:a16="http://schemas.microsoft.com/office/drawing/2014/main" id="{D9BDFFC8-E03B-3D7B-45F1-FE7418FB990B}"/>
                </a:ext>
              </a:extLst>
            </p:cNvPr>
            <p:cNvPicPr>
              <a:picLocks noChangeAspect="1"/>
            </p:cNvPicPr>
            <p:nvPr/>
          </p:nvPicPr>
          <p:blipFill>
            <a:blip r:embed="rId5"/>
            <a:stretch>
              <a:fillRect/>
            </a:stretch>
          </p:blipFill>
          <p:spPr>
            <a:xfrm>
              <a:off x="9041810" y="2952541"/>
              <a:ext cx="382932" cy="382932"/>
            </a:xfrm>
            <a:prstGeom prst="rect">
              <a:avLst/>
            </a:prstGeom>
          </p:spPr>
        </p:pic>
      </p:grpSp>
      <p:sp>
        <p:nvSpPr>
          <p:cNvPr id="52" name="TextBox 51">
            <a:extLst>
              <a:ext uri="{FF2B5EF4-FFF2-40B4-BE49-F238E27FC236}">
                <a16:creationId xmlns:a16="http://schemas.microsoft.com/office/drawing/2014/main" id="{67272B9E-D3F8-9979-FBE2-4044B6F539C8}"/>
              </a:ext>
            </a:extLst>
          </p:cNvPr>
          <p:cNvSpPr txBox="1"/>
          <p:nvPr/>
        </p:nvSpPr>
        <p:spPr>
          <a:xfrm>
            <a:off x="9780222" y="2786729"/>
            <a:ext cx="1654375" cy="69249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4500" b="1" i="0" u="none" strike="noStrike" kern="1200" cap="none" spc="0" normalizeH="0" baseline="0" noProof="0">
                <a:ln>
                  <a:noFill/>
                </a:ln>
                <a:solidFill>
                  <a:srgbClr val="4EA72E"/>
                </a:solidFill>
                <a:effectLst/>
                <a:uLnTx/>
                <a:uFillTx/>
                <a:latin typeface="Segoe UI" panose="020B0502040204020203" pitchFamily="34" charset="0"/>
                <a:ea typeface="+mn-ea"/>
                <a:cs typeface="Segoe UI" panose="020B0502040204020203" pitchFamily="34" charset="0"/>
              </a:rPr>
              <a:t>60%</a:t>
            </a:r>
          </a:p>
        </p:txBody>
      </p:sp>
      <p:sp>
        <p:nvSpPr>
          <p:cNvPr id="53" name="TextBox 52">
            <a:extLst>
              <a:ext uri="{FF2B5EF4-FFF2-40B4-BE49-F238E27FC236}">
                <a16:creationId xmlns:a16="http://schemas.microsoft.com/office/drawing/2014/main" id="{D3757E09-7842-B0FB-2C43-21C7C7A2C97E}"/>
              </a:ext>
            </a:extLst>
          </p:cNvPr>
          <p:cNvSpPr txBox="1"/>
          <p:nvPr/>
        </p:nvSpPr>
        <p:spPr>
          <a:xfrm>
            <a:off x="8439911" y="3538673"/>
            <a:ext cx="3246120" cy="6771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Once trusted data and clear guardrails are in place, organizations can have the confidence to participate, turning isolated efforts into industry-wide collaboration</a:t>
            </a:r>
          </a:p>
        </p:txBody>
      </p:sp>
      <p:sp>
        <p:nvSpPr>
          <p:cNvPr id="55" name="Rounded Rectangle 37">
            <a:extLst>
              <a:ext uri="{FF2B5EF4-FFF2-40B4-BE49-F238E27FC236}">
                <a16:creationId xmlns:a16="http://schemas.microsoft.com/office/drawing/2014/main" id="{8073924C-776B-F7D1-E627-756690375CAD}"/>
              </a:ext>
            </a:extLst>
          </p:cNvPr>
          <p:cNvSpPr/>
          <p:nvPr/>
        </p:nvSpPr>
        <p:spPr>
          <a:xfrm>
            <a:off x="320040" y="4518832"/>
            <a:ext cx="11548872" cy="1297621"/>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pic>
        <p:nvPicPr>
          <p:cNvPr id="56" name="Picture 55" descr="au.png">
            <a:extLst>
              <a:ext uri="{FF2B5EF4-FFF2-40B4-BE49-F238E27FC236}">
                <a16:creationId xmlns:a16="http://schemas.microsoft.com/office/drawing/2014/main" id="{2D5F3CC1-6B13-FF1F-8AEA-84405ACE3557}"/>
              </a:ext>
            </a:extLst>
          </p:cNvPr>
          <p:cNvPicPr>
            <a:picLocks noChangeAspect="1"/>
          </p:cNvPicPr>
          <p:nvPr/>
        </p:nvPicPr>
        <p:blipFill>
          <a:blip r:embed="rId6"/>
          <a:stretch>
            <a:fillRect/>
          </a:stretch>
        </p:blipFill>
        <p:spPr>
          <a:xfrm>
            <a:off x="548640" y="4632281"/>
            <a:ext cx="384048" cy="256032"/>
          </a:xfrm>
          <a:prstGeom prst="roundRect">
            <a:avLst/>
          </a:prstGeom>
        </p:spPr>
      </p:pic>
      <p:sp>
        <p:nvSpPr>
          <p:cNvPr id="57" name="TextBox 56">
            <a:extLst>
              <a:ext uri="{FF2B5EF4-FFF2-40B4-BE49-F238E27FC236}">
                <a16:creationId xmlns:a16="http://schemas.microsoft.com/office/drawing/2014/main" id="{601BE121-A72A-E6EE-EC03-9D35337D8C34}"/>
              </a:ext>
            </a:extLst>
          </p:cNvPr>
          <p:cNvSpPr txBox="1"/>
          <p:nvPr/>
        </p:nvSpPr>
        <p:spPr>
          <a:xfrm>
            <a:off x="1024128" y="4641981"/>
            <a:ext cx="10515600" cy="200055"/>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chemeClr val="accent2">
                    <a:lumMod val="50000"/>
                  </a:schemeClr>
                </a:solidFill>
                <a:effectLst/>
                <a:uLnTx/>
                <a:uFillTx/>
                <a:latin typeface="Segoe UI" panose="020B0502040204020203" pitchFamily="34" charset="0"/>
                <a:ea typeface="+mn-ea"/>
                <a:cs typeface="Segoe UI" panose="020B0502040204020203" pitchFamily="34" charset="0"/>
              </a:rPr>
              <a:t>AUSTRALIA: WITH PARTICIPATION IN PLACE, THE BARRIER TURNS INTERNAL</a:t>
            </a:r>
          </a:p>
        </p:txBody>
      </p:sp>
      <p:sp>
        <p:nvSpPr>
          <p:cNvPr id="58" name="TextBox 57">
            <a:extLst>
              <a:ext uri="{FF2B5EF4-FFF2-40B4-BE49-F238E27FC236}">
                <a16:creationId xmlns:a16="http://schemas.microsoft.com/office/drawing/2014/main" id="{67765B39-1F91-A8AD-A282-039537DE42FA}"/>
              </a:ext>
            </a:extLst>
          </p:cNvPr>
          <p:cNvSpPr txBox="1"/>
          <p:nvPr/>
        </p:nvSpPr>
        <p:spPr>
          <a:xfrm>
            <a:off x="1024128" y="4934457"/>
            <a:ext cx="5170910" cy="755720"/>
          </a:xfrm>
          <a:prstGeom prst="rect">
            <a:avLst/>
          </a:prstGeom>
          <a:noFill/>
        </p:spPr>
        <p:txBody>
          <a:bodyPr wrap="square" lIns="0" tIns="0" rIns="0" bIns="0" anchor="t">
            <a:spAutoFit/>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sz="11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Supported by established initiatives </a:t>
            </a:r>
            <a:r>
              <a:rPr kumimoji="0" lang="en-US" sz="11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such as AFCX, Australian banking respondents </a:t>
            </a:r>
            <a:r>
              <a:rPr kumimoji="0" lang="en-US" sz="11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were less concerned with external participation and more focused on scale, with 57% citing insufficient </a:t>
            </a:r>
            <a:r>
              <a:rPr kumimoji="0" lang="en-US" sz="11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budget or resource investment </a:t>
            </a:r>
            <a:r>
              <a:rPr kumimoji="0" lang="en-US" sz="11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as the third most significant barrier.</a:t>
            </a:r>
          </a:p>
        </p:txBody>
      </p:sp>
      <p:sp>
        <p:nvSpPr>
          <p:cNvPr id="62" name="Rounded Rectangle 28">
            <a:extLst>
              <a:ext uri="{FF2B5EF4-FFF2-40B4-BE49-F238E27FC236}">
                <a16:creationId xmlns:a16="http://schemas.microsoft.com/office/drawing/2014/main" id="{DA0C1BC0-E21D-40F6-F072-5C20E48E001B}"/>
              </a:ext>
            </a:extLst>
          </p:cNvPr>
          <p:cNvSpPr/>
          <p:nvPr/>
        </p:nvSpPr>
        <p:spPr>
          <a:xfrm>
            <a:off x="8257031" y="2164136"/>
            <a:ext cx="3611880" cy="467786"/>
          </a:xfrm>
          <a:prstGeom prst="roundRect">
            <a:avLst>
              <a:gd name="adj" fmla="val 20000"/>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lIns="36000" r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sym typeface="Arial"/>
              </a:rPr>
              <a:t># 3  ·  LACK OF EXTERNAL INDUSTRY PARTICIPATION</a:t>
            </a:r>
          </a:p>
        </p:txBody>
      </p:sp>
      <p:sp>
        <p:nvSpPr>
          <p:cNvPr id="63" name="Rounded Rectangle 8">
            <a:extLst>
              <a:ext uri="{FF2B5EF4-FFF2-40B4-BE49-F238E27FC236}">
                <a16:creationId xmlns:a16="http://schemas.microsoft.com/office/drawing/2014/main" id="{5AB76CCE-9656-EF19-365A-EC9A2DE4AB50}"/>
              </a:ext>
            </a:extLst>
          </p:cNvPr>
          <p:cNvSpPr/>
          <p:nvPr/>
        </p:nvSpPr>
        <p:spPr>
          <a:xfrm>
            <a:off x="320040" y="2164136"/>
            <a:ext cx="3611880" cy="467786"/>
          </a:xfrm>
          <a:prstGeom prst="roundRect">
            <a:avLst>
              <a:gd name="adj" fmla="val 20000"/>
            </a:avLst>
          </a:prstGeom>
          <a:solidFill>
            <a:srgbClr val="023D20"/>
          </a:solidFill>
          <a:ln>
            <a:noFill/>
          </a:ln>
          <a:effectLst/>
        </p:spPr>
        <p:style>
          <a:lnRef idx="1">
            <a:schemeClr val="accent1"/>
          </a:lnRef>
          <a:fillRef idx="3">
            <a:schemeClr val="accent1"/>
          </a:fillRef>
          <a:effectRef idx="2">
            <a:schemeClr val="accent1"/>
          </a:effectRef>
          <a:fontRef idx="minor">
            <a:schemeClr val="lt1"/>
          </a:fontRef>
        </p:style>
        <p:txBody>
          <a:bodyPr lIns="36000" r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sym typeface="Arial"/>
              </a:rPr>
              <a:t># 1  ·  DATA STANDARDIZATION &amp; POOR QUALITY</a:t>
            </a:r>
          </a:p>
        </p:txBody>
      </p:sp>
      <p:grpSp>
        <p:nvGrpSpPr>
          <p:cNvPr id="128" name="Group 127">
            <a:extLst>
              <a:ext uri="{FF2B5EF4-FFF2-40B4-BE49-F238E27FC236}">
                <a16:creationId xmlns:a16="http://schemas.microsoft.com/office/drawing/2014/main" id="{818781EB-D84B-B097-2F8E-67450C198113}"/>
              </a:ext>
            </a:extLst>
          </p:cNvPr>
          <p:cNvGrpSpPr/>
          <p:nvPr/>
        </p:nvGrpSpPr>
        <p:grpSpPr>
          <a:xfrm>
            <a:off x="6612255" y="4762533"/>
            <a:ext cx="5109440" cy="913254"/>
            <a:chOff x="6612255" y="4721796"/>
            <a:chExt cx="5109440" cy="913254"/>
          </a:xfrm>
        </p:grpSpPr>
        <p:grpSp>
          <p:nvGrpSpPr>
            <p:cNvPr id="129" name="Group 128">
              <a:extLst>
                <a:ext uri="{FF2B5EF4-FFF2-40B4-BE49-F238E27FC236}">
                  <a16:creationId xmlns:a16="http://schemas.microsoft.com/office/drawing/2014/main" id="{3D61D0D7-8858-FDD2-EED0-7ACCF20960F5}"/>
                </a:ext>
              </a:extLst>
            </p:cNvPr>
            <p:cNvGrpSpPr/>
            <p:nvPr/>
          </p:nvGrpSpPr>
          <p:grpSpPr>
            <a:xfrm>
              <a:off x="6612255" y="4721796"/>
              <a:ext cx="2238605" cy="913254"/>
              <a:chOff x="6612255" y="4721796"/>
              <a:chExt cx="2238605" cy="913254"/>
            </a:xfrm>
          </p:grpSpPr>
          <p:grpSp>
            <p:nvGrpSpPr>
              <p:cNvPr id="137" name="Group 136">
                <a:extLst>
                  <a:ext uri="{FF2B5EF4-FFF2-40B4-BE49-F238E27FC236}">
                    <a16:creationId xmlns:a16="http://schemas.microsoft.com/office/drawing/2014/main" id="{4D147D8D-9838-D141-0E4C-91A3010D85E1}"/>
                  </a:ext>
                </a:extLst>
              </p:cNvPr>
              <p:cNvGrpSpPr/>
              <p:nvPr/>
            </p:nvGrpSpPr>
            <p:grpSpPr>
              <a:xfrm>
                <a:off x="6612255" y="4863423"/>
                <a:ext cx="630000" cy="630000"/>
                <a:chOff x="6355080" y="5065776"/>
                <a:chExt cx="457200" cy="457200"/>
              </a:xfrm>
            </p:grpSpPr>
            <p:sp>
              <p:nvSpPr>
                <p:cNvPr id="140" name="Rounded Rectangle 41">
                  <a:extLst>
                    <a:ext uri="{FF2B5EF4-FFF2-40B4-BE49-F238E27FC236}">
                      <a16:creationId xmlns:a16="http://schemas.microsoft.com/office/drawing/2014/main" id="{C7CF1F58-5DD0-3A0A-FC2E-9086CCEDDA39}"/>
                    </a:ext>
                  </a:extLst>
                </p:cNvPr>
                <p:cNvSpPr/>
                <p:nvPr/>
              </p:nvSpPr>
              <p:spPr>
                <a:xfrm>
                  <a:off x="6355080" y="5065776"/>
                  <a:ext cx="457200" cy="457200"/>
                </a:xfrm>
                <a:prstGeom prst="roundRect">
                  <a:avLst>
                    <a:gd name="adj" fmla="val 50000"/>
                  </a:avLst>
                </a:prstGeom>
                <a:solidFill>
                  <a:srgbClr val="7578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pic>
              <p:nvPicPr>
                <p:cNvPr id="141" name="Picture 140" descr="ic_users_w.png">
                  <a:extLst>
                    <a:ext uri="{FF2B5EF4-FFF2-40B4-BE49-F238E27FC236}">
                      <a16:creationId xmlns:a16="http://schemas.microsoft.com/office/drawing/2014/main" id="{8D4F5604-8250-197C-8D70-D2C2BA588339}"/>
                    </a:ext>
                  </a:extLst>
                </p:cNvPr>
                <p:cNvPicPr>
                  <a:picLocks noChangeAspect="1"/>
                </p:cNvPicPr>
                <p:nvPr/>
              </p:nvPicPr>
              <p:blipFill>
                <a:blip r:embed="rId7"/>
                <a:stretch>
                  <a:fillRect/>
                </a:stretch>
              </p:blipFill>
              <p:spPr>
                <a:xfrm>
                  <a:off x="6455664" y="5166360"/>
                  <a:ext cx="256032" cy="256032"/>
                </a:xfrm>
                <a:prstGeom prst="rect">
                  <a:avLst/>
                </a:prstGeom>
              </p:spPr>
            </p:pic>
          </p:grpSp>
          <p:sp>
            <p:nvSpPr>
              <p:cNvPr id="138" name="TextBox 137">
                <a:extLst>
                  <a:ext uri="{FF2B5EF4-FFF2-40B4-BE49-F238E27FC236}">
                    <a16:creationId xmlns:a16="http://schemas.microsoft.com/office/drawing/2014/main" id="{0FDF04D5-D3BA-F8C6-ABCD-42385FCED2F8}"/>
                  </a:ext>
                </a:extLst>
              </p:cNvPr>
              <p:cNvSpPr txBox="1"/>
              <p:nvPr/>
            </p:nvSpPr>
            <p:spPr>
              <a:xfrm>
                <a:off x="7351395" y="4721796"/>
                <a:ext cx="900281" cy="53860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500" b="1"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rPr>
                  <a:t>43%</a:t>
                </a:r>
              </a:p>
            </p:txBody>
          </p:sp>
          <p:sp>
            <p:nvSpPr>
              <p:cNvPr id="139" name="TextBox 138">
                <a:extLst>
                  <a:ext uri="{FF2B5EF4-FFF2-40B4-BE49-F238E27FC236}">
                    <a16:creationId xmlns:a16="http://schemas.microsoft.com/office/drawing/2014/main" id="{1CC1BAD3-680D-58CC-B308-320EB1631115}"/>
                  </a:ext>
                </a:extLst>
              </p:cNvPr>
              <p:cNvSpPr txBox="1"/>
              <p:nvPr/>
            </p:nvSpPr>
            <p:spPr>
              <a:xfrm>
                <a:off x="7351396" y="5234940"/>
                <a:ext cx="1499464" cy="40011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rPr>
                  <a:t>Lack of external participation</a:t>
                </a:r>
              </a:p>
            </p:txBody>
          </p:sp>
        </p:grpSp>
        <p:grpSp>
          <p:nvGrpSpPr>
            <p:cNvPr id="130" name="Group 129">
              <a:extLst>
                <a:ext uri="{FF2B5EF4-FFF2-40B4-BE49-F238E27FC236}">
                  <a16:creationId xmlns:a16="http://schemas.microsoft.com/office/drawing/2014/main" id="{30D3A9A4-8258-798B-F4E9-B106D8A3C794}"/>
                </a:ext>
              </a:extLst>
            </p:cNvPr>
            <p:cNvGrpSpPr/>
            <p:nvPr/>
          </p:nvGrpSpPr>
          <p:grpSpPr>
            <a:xfrm>
              <a:off x="9483090" y="4721796"/>
              <a:ext cx="2238605" cy="913254"/>
              <a:chOff x="9483090" y="4721796"/>
              <a:chExt cx="2238605" cy="913254"/>
            </a:xfrm>
          </p:grpSpPr>
          <p:grpSp>
            <p:nvGrpSpPr>
              <p:cNvPr id="132" name="Group 131">
                <a:extLst>
                  <a:ext uri="{FF2B5EF4-FFF2-40B4-BE49-F238E27FC236}">
                    <a16:creationId xmlns:a16="http://schemas.microsoft.com/office/drawing/2014/main" id="{304525A8-A3BF-BFE8-661B-81265445A344}"/>
                  </a:ext>
                </a:extLst>
              </p:cNvPr>
              <p:cNvGrpSpPr/>
              <p:nvPr/>
            </p:nvGrpSpPr>
            <p:grpSpPr>
              <a:xfrm>
                <a:off x="9483090" y="4863423"/>
                <a:ext cx="630000" cy="630000"/>
                <a:chOff x="9235440" y="5065776"/>
                <a:chExt cx="457200" cy="457200"/>
              </a:xfrm>
            </p:grpSpPr>
            <p:sp>
              <p:nvSpPr>
                <p:cNvPr id="135" name="Rounded Rectangle 46">
                  <a:extLst>
                    <a:ext uri="{FF2B5EF4-FFF2-40B4-BE49-F238E27FC236}">
                      <a16:creationId xmlns:a16="http://schemas.microsoft.com/office/drawing/2014/main" id="{9D00A379-C5B8-1454-407D-936ADF656D7F}"/>
                    </a:ext>
                  </a:extLst>
                </p:cNvPr>
                <p:cNvSpPr/>
                <p:nvPr/>
              </p:nvSpPr>
              <p:spPr>
                <a:xfrm>
                  <a:off x="9235440" y="5065776"/>
                  <a:ext cx="457200" cy="457200"/>
                </a:xfrm>
                <a:prstGeom prst="roundRect">
                  <a:avLst>
                    <a:gd name="adj" fmla="val 5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pic>
              <p:nvPicPr>
                <p:cNvPr id="136" name="Picture 135" descr="ic_coins_w.png">
                  <a:extLst>
                    <a:ext uri="{FF2B5EF4-FFF2-40B4-BE49-F238E27FC236}">
                      <a16:creationId xmlns:a16="http://schemas.microsoft.com/office/drawing/2014/main" id="{18B7D034-8461-220B-31C3-1FE073C870A3}"/>
                    </a:ext>
                  </a:extLst>
                </p:cNvPr>
                <p:cNvPicPr>
                  <a:picLocks noChangeAspect="1"/>
                </p:cNvPicPr>
                <p:nvPr/>
              </p:nvPicPr>
              <p:blipFill>
                <a:blip r:embed="rId8"/>
                <a:stretch>
                  <a:fillRect/>
                </a:stretch>
              </p:blipFill>
              <p:spPr>
                <a:xfrm>
                  <a:off x="9336024" y="5166360"/>
                  <a:ext cx="256032" cy="256032"/>
                </a:xfrm>
                <a:prstGeom prst="rect">
                  <a:avLst/>
                </a:prstGeom>
              </p:spPr>
            </p:pic>
          </p:grpSp>
          <p:sp>
            <p:nvSpPr>
              <p:cNvPr id="133" name="TextBox 132">
                <a:extLst>
                  <a:ext uri="{FF2B5EF4-FFF2-40B4-BE49-F238E27FC236}">
                    <a16:creationId xmlns:a16="http://schemas.microsoft.com/office/drawing/2014/main" id="{53FD61E4-9076-3B25-4CD9-A8CD03C99122}"/>
                  </a:ext>
                </a:extLst>
              </p:cNvPr>
              <p:cNvSpPr txBox="1"/>
              <p:nvPr/>
            </p:nvSpPr>
            <p:spPr>
              <a:xfrm>
                <a:off x="10222230" y="4721796"/>
                <a:ext cx="900281" cy="53860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5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rPr>
                  <a:t>57%</a:t>
                </a:r>
              </a:p>
            </p:txBody>
          </p:sp>
          <p:sp>
            <p:nvSpPr>
              <p:cNvPr id="134" name="TextBox 133">
                <a:extLst>
                  <a:ext uri="{FF2B5EF4-FFF2-40B4-BE49-F238E27FC236}">
                    <a16:creationId xmlns:a16="http://schemas.microsoft.com/office/drawing/2014/main" id="{709375E3-AE12-4979-1DA3-F16EF5DE584C}"/>
                  </a:ext>
                </a:extLst>
              </p:cNvPr>
              <p:cNvSpPr txBox="1"/>
              <p:nvPr/>
            </p:nvSpPr>
            <p:spPr>
              <a:xfrm>
                <a:off x="10222231" y="5234940"/>
                <a:ext cx="1499464" cy="40011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rPr>
                  <a:t>Insufficient budget / resources</a:t>
                </a:r>
              </a:p>
            </p:txBody>
          </p:sp>
        </p:grpSp>
        <p:sp>
          <p:nvSpPr>
            <p:cNvPr id="131" name="Shape 21">
              <a:extLst>
                <a:ext uri="{FF2B5EF4-FFF2-40B4-BE49-F238E27FC236}">
                  <a16:creationId xmlns:a16="http://schemas.microsoft.com/office/drawing/2014/main" id="{E9E35D9A-0085-6F93-9EDD-0D46B077E44B}"/>
                </a:ext>
              </a:extLst>
            </p:cNvPr>
            <p:cNvSpPr/>
            <p:nvPr/>
          </p:nvSpPr>
          <p:spPr>
            <a:xfrm>
              <a:off x="8870373" y="4965296"/>
              <a:ext cx="296602" cy="426254"/>
            </a:xfrm>
            <a:prstGeom prst="chevron">
              <a:avLst/>
            </a:prstGeom>
            <a:solidFill>
              <a:srgbClr val="046A38"/>
            </a:solidFill>
            <a:ln w="12700">
              <a:no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sysClr val="windowText" lastClr="000000"/>
                </a:solidFill>
                <a:effectLst/>
                <a:uLnTx/>
                <a:uFillTx/>
                <a:latin typeface="Segoe UI" panose="020B0502040204020203" pitchFamily="34" charset="0"/>
                <a:cs typeface="Segoe UI" panose="020B0502040204020203" pitchFamily="34" charset="0"/>
              </a:endParaRPr>
            </a:p>
          </p:txBody>
        </p:sp>
      </p:grpSp>
      <p:sp>
        <p:nvSpPr>
          <p:cNvPr id="144" name="Rectangle 143">
            <a:extLst>
              <a:ext uri="{FF2B5EF4-FFF2-40B4-BE49-F238E27FC236}">
                <a16:creationId xmlns:a16="http://schemas.microsoft.com/office/drawing/2014/main" id="{1F62CF01-E422-E1D3-F3D3-905AD2C578F9}"/>
              </a:ext>
            </a:extLst>
          </p:cNvPr>
          <p:cNvSpPr/>
          <p:nvPr/>
        </p:nvSpPr>
        <p:spPr>
          <a:xfrm>
            <a:off x="320040" y="6033051"/>
            <a:ext cx="11548872" cy="457200"/>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lIns="36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86BC25"/>
                </a:solidFill>
                <a:effectLst/>
                <a:uLnTx/>
                <a:uFillTx/>
                <a:latin typeface="Segoe UI" panose="020B0502040204020203" pitchFamily="34" charset="0"/>
                <a:cs typeface="Segoe UI" panose="020B0502040204020203" pitchFamily="34" charset="0"/>
                <a:sym typeface="Arial"/>
              </a:rPr>
              <a:t>WHAT IT MEANS  </a:t>
            </a:r>
            <a:r>
              <a:rPr kumimoji="0" lang="en-US" sz="1300" i="0" u="none" strike="noStrike" kern="1200" cap="none" spc="0" normalizeH="0" baseline="0" noProof="0">
                <a:ln>
                  <a:noFill/>
                </a:ln>
                <a:solidFill>
                  <a:schemeClr val="bg1"/>
                </a:solidFill>
                <a:effectLst/>
                <a:uLnTx/>
                <a:uFillTx/>
                <a:latin typeface="Segoe UI" panose="020B0502040204020203" pitchFamily="34" charset="0"/>
                <a:cs typeface="Segoe UI" panose="020B0502040204020203" pitchFamily="34" charset="0"/>
                <a:sym typeface="Arial"/>
              </a:rPr>
              <a:t>Scaling information sharing starts with trusted data and clear legal guardrails, unlocking industry-wide participation.</a:t>
            </a:r>
          </a:p>
        </p:txBody>
      </p:sp>
      <p:sp>
        <p:nvSpPr>
          <p:cNvPr id="9" name="Plus 153">
            <a:extLst>
              <a:ext uri="{FF2B5EF4-FFF2-40B4-BE49-F238E27FC236}">
                <a16:creationId xmlns:a16="http://schemas.microsoft.com/office/drawing/2014/main" id="{9394D0B8-BA49-1592-17A0-4EFEFB307BE4}"/>
              </a:ext>
            </a:extLst>
          </p:cNvPr>
          <p:cNvSpPr/>
          <p:nvPr/>
        </p:nvSpPr>
        <p:spPr>
          <a:xfrm>
            <a:off x="3922776" y="3060979"/>
            <a:ext cx="384048" cy="384048"/>
          </a:xfrm>
          <a:prstGeom prst="mathPlus">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 name="Group 10">
            <a:extLst>
              <a:ext uri="{FF2B5EF4-FFF2-40B4-BE49-F238E27FC236}">
                <a16:creationId xmlns:a16="http://schemas.microsoft.com/office/drawing/2014/main" id="{115C250D-E89E-E8AE-F723-1275AAFAF2A3}"/>
              </a:ext>
            </a:extLst>
          </p:cNvPr>
          <p:cNvGrpSpPr/>
          <p:nvPr/>
        </p:nvGrpSpPr>
        <p:grpSpPr>
          <a:xfrm>
            <a:off x="249638" y="464705"/>
            <a:ext cx="11521440" cy="585793"/>
            <a:chOff x="249638" y="464705"/>
            <a:chExt cx="11521440" cy="585793"/>
          </a:xfrm>
        </p:grpSpPr>
        <p:sp>
          <p:nvSpPr>
            <p:cNvPr id="12" name="Text 22">
              <a:extLst>
                <a:ext uri="{FF2B5EF4-FFF2-40B4-BE49-F238E27FC236}">
                  <a16:creationId xmlns:a16="http://schemas.microsoft.com/office/drawing/2014/main" id="{1EBBAADF-A791-62FE-9B96-7123B8BF7C3D}"/>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80" normalizeH="0" baseline="0" noProof="0" dirty="0">
                  <a:ln>
                    <a:noFill/>
                  </a:ln>
                  <a:solidFill>
                    <a:srgbClr val="4EA72E"/>
                  </a:solidFill>
                  <a:effectLst/>
                  <a:uLnTx/>
                  <a:uFillTx/>
                  <a:latin typeface="Segoe UI" panose="020B0502040204020203" pitchFamily="34" charset="0"/>
                  <a:ea typeface="Arial" pitchFamily="34" charset="-122"/>
                  <a:cs typeface="Segoe UI" panose="020B0502040204020203" pitchFamily="34" charset="0"/>
                </a:rPr>
                <a:t>ALIGNMENT ON THE PROBLEM</a:t>
              </a:r>
            </a:p>
          </p:txBody>
        </p:sp>
        <p:sp>
          <p:nvSpPr>
            <p:cNvPr id="14" name="TextBox 13">
              <a:extLst>
                <a:ext uri="{FF2B5EF4-FFF2-40B4-BE49-F238E27FC236}">
                  <a16:creationId xmlns:a16="http://schemas.microsoft.com/office/drawing/2014/main" id="{2EED224C-78B2-38CA-127C-07BD9081FF71}"/>
                </a:ext>
              </a:extLst>
            </p:cNvPr>
            <p:cNvSpPr txBox="1"/>
            <p:nvPr/>
          </p:nvSpPr>
          <p:spPr>
            <a:xfrm>
              <a:off x="249638" y="711944"/>
              <a:ext cx="11521440" cy="338554"/>
            </a:xfrm>
            <a:prstGeom prst="rect">
              <a:avLst/>
            </a:prstGeom>
            <a:noFill/>
          </p:spPr>
          <p:txBody>
            <a:bodyPr wrap="square" lIns="0" tIns="0" rIns="0" bIns="0" anchor="t">
              <a:spAutoFit/>
            </a:bodyPr>
            <a:lstStyle/>
            <a:p>
              <a:pPr lvl="0">
                <a:buClrTx/>
                <a:defRPr/>
              </a:pPr>
              <a:r>
                <a:rPr lang="en-US" sz="2200" b="1" kern="1200">
                  <a:solidFill>
                    <a:srgbClr val="111111"/>
                  </a:solidFill>
                  <a:latin typeface="Segoe UI" panose="020B0502040204020203" pitchFamily="34" charset="0"/>
                  <a:cs typeface="Segoe UI" panose="020B0502040204020203" pitchFamily="34" charset="0"/>
                </a:rPr>
                <a:t>The top barriers to information sharing are structural and external</a:t>
              </a:r>
            </a:p>
          </p:txBody>
        </p:sp>
      </p:grpSp>
      <p:sp>
        <p:nvSpPr>
          <p:cNvPr id="26" name="TextBox 25">
            <a:extLst>
              <a:ext uri="{FF2B5EF4-FFF2-40B4-BE49-F238E27FC236}">
                <a16:creationId xmlns:a16="http://schemas.microsoft.com/office/drawing/2014/main" id="{299783E2-408A-3611-1CCF-8418025AA067}"/>
              </a:ext>
            </a:extLst>
          </p:cNvPr>
          <p:cNvSpPr txBox="1"/>
          <p:nvPr/>
        </p:nvSpPr>
        <p:spPr>
          <a:xfrm>
            <a:off x="320040" y="1143000"/>
            <a:ext cx="11521440" cy="430887"/>
          </a:xfrm>
          <a:prstGeom prst="rect">
            <a:avLst/>
          </a:prstGeom>
          <a:noFill/>
        </p:spPr>
        <p:txBody>
          <a:bodyPr wrap="square" lIns="0" tIns="0" rIns="0" bIns="0" anchor="t">
            <a:spAutoFit/>
          </a:bodyPr>
          <a:lstStyle/>
          <a:p>
            <a:pPr lvl="0">
              <a:buClrTx/>
              <a:defRPr/>
            </a:pPr>
            <a:r>
              <a:rPr lang="en-US" kern="1200" dirty="0">
                <a:solidFill>
                  <a:srgbClr val="404040"/>
                </a:solidFill>
                <a:latin typeface="Segoe UI" panose="020B0502040204020203" pitchFamily="34" charset="0"/>
                <a:cs typeface="Segoe UI" panose="020B0502040204020203" pitchFamily="34" charset="0"/>
              </a:rPr>
              <a:t>Respondents overwhelmingly point to </a:t>
            </a:r>
            <a:r>
              <a:rPr lang="en-US" b="1" kern="1200" dirty="0">
                <a:solidFill>
                  <a:srgbClr val="404040"/>
                </a:solidFill>
                <a:latin typeface="Segoe UI" panose="020B0502040204020203" pitchFamily="34" charset="0"/>
                <a:cs typeface="Segoe UI" panose="020B0502040204020203" pitchFamily="34" charset="0"/>
              </a:rPr>
              <a:t>ecosystem barriers rather than internal resistance</a:t>
            </a:r>
            <a:r>
              <a:rPr lang="en-US" kern="1200" dirty="0">
                <a:solidFill>
                  <a:srgbClr val="404040"/>
                </a:solidFill>
                <a:latin typeface="Segoe UI" panose="020B0502040204020203" pitchFamily="34" charset="0"/>
                <a:cs typeface="Segoe UI" panose="020B0502040204020203" pitchFamily="34" charset="0"/>
              </a:rPr>
              <a:t>. Data quality, legal constraints and participation gaps are the primary obstacles to scaling information sharing.</a:t>
            </a:r>
          </a:p>
        </p:txBody>
      </p:sp>
      <p:sp>
        <p:nvSpPr>
          <p:cNvPr id="6" name="Rectangle 5">
            <a:extLst>
              <a:ext uri="{FF2B5EF4-FFF2-40B4-BE49-F238E27FC236}">
                <a16:creationId xmlns:a16="http://schemas.microsoft.com/office/drawing/2014/main" id="{31CD8574-40F9-921F-8B34-955D9E3DA0C5}"/>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lvl="0" algn="just">
              <a:buClrTx/>
              <a:defRPr/>
            </a:pPr>
            <a:r>
              <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rPr>
              <a:t>For detailed data please refer to </a:t>
            </a:r>
            <a:r>
              <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hlinkClick r:id="rId9" action="ppaction://hlinksldjump"/>
              </a:rPr>
              <a:t>Appendix</a:t>
            </a:r>
            <a:r>
              <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hlinkClick r:id="" action="ppaction://noaction"/>
              </a:rPr>
              <a:t> </a:t>
            </a:r>
            <a:endPar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endParaRPr>
          </a:p>
        </p:txBody>
      </p:sp>
    </p:spTree>
    <p:extLst>
      <p:ext uri="{BB962C8B-B14F-4D97-AF65-F5344CB8AC3E}">
        <p14:creationId xmlns:p14="http://schemas.microsoft.com/office/powerpoint/2010/main" val="2753623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4D6657-F529-81CC-BAD4-BDBAC82B9DE0}"/>
            </a:ext>
          </a:extLst>
        </p:cNvPr>
        <p:cNvGrpSpPr/>
        <p:nvPr/>
      </p:nvGrpSpPr>
      <p:grpSpPr>
        <a:xfrm>
          <a:off x="0" y="0"/>
          <a:ext cx="0" cy="0"/>
          <a:chOff x="0" y="0"/>
          <a:chExt cx="0" cy="0"/>
        </a:xfrm>
      </p:grpSpPr>
      <p:sp>
        <p:nvSpPr>
          <p:cNvPr id="58" name="Shape 3">
            <a:extLst>
              <a:ext uri="{FF2B5EF4-FFF2-40B4-BE49-F238E27FC236}">
                <a16:creationId xmlns:a16="http://schemas.microsoft.com/office/drawing/2014/main" id="{D1932E1D-2BA4-C4BC-6EE0-CF9D49DD1DC9}"/>
              </a:ext>
            </a:extLst>
          </p:cNvPr>
          <p:cNvSpPr/>
          <p:nvPr/>
        </p:nvSpPr>
        <p:spPr>
          <a:xfrm>
            <a:off x="-904" y="346551"/>
            <a:ext cx="12189183" cy="6511449"/>
          </a:xfrm>
          <a:prstGeom prst="rect">
            <a:avLst/>
          </a:prstGeom>
          <a:solidFill>
            <a:schemeClr val="accent2"/>
          </a:solidFill>
          <a:ln w="10160">
            <a:solidFill>
              <a:schemeClr val="accent2"/>
            </a:solidFill>
            <a:prstDash val="solid"/>
          </a:ln>
          <a:effectLst>
            <a:outerShdw blurRad="15240" dist="6350" dir="2700000" algn="bl" rotWithShape="0">
              <a:srgbClr val="000000">
                <a:alpha val="12000"/>
              </a:srgbClr>
            </a:outerShdw>
          </a:effectLst>
        </p:spPr>
        <p:txBody>
          <a:bodyPr/>
          <a:lstStyle/>
          <a:p>
            <a:endParaRPr lang="en-CA">
              <a:latin typeface="Segoe UI" panose="020B0502040204020203" pitchFamily="34" charset="0"/>
              <a:cs typeface="Segoe UI" panose="020B0502040204020203" pitchFamily="34" charset="0"/>
            </a:endParaRPr>
          </a:p>
        </p:txBody>
      </p:sp>
      <p:sp>
        <p:nvSpPr>
          <p:cNvPr id="153" name="Rectangle 152">
            <a:extLst>
              <a:ext uri="{FF2B5EF4-FFF2-40B4-BE49-F238E27FC236}">
                <a16:creationId xmlns:a16="http://schemas.microsoft.com/office/drawing/2014/main" id="{E3064FC7-5780-574B-B773-6D07C437BBF5}"/>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spcBef>
                <a:spcPts val="600"/>
              </a:spcBef>
              <a:buClrTx/>
              <a:buSzPct val="100000"/>
              <a:defRPr/>
            </a:pPr>
            <a:r>
              <a:rPr lang="en-US" sz="1200" b="1" kern="1200">
                <a:solidFill>
                  <a:schemeClr val="bg1"/>
                </a:solidFill>
                <a:latin typeface="Segoe UI" panose="020B0502040204020203" pitchFamily="34" charset="0"/>
                <a:ea typeface="Open Sans" panose="020B0606030504020204" pitchFamily="34" charset="0"/>
                <a:cs typeface="Segoe UI" panose="020B0502040204020203" pitchFamily="34" charset="0"/>
              </a:rPr>
              <a:t>INFORMATION SHARING</a:t>
            </a:r>
          </a:p>
        </p:txBody>
      </p:sp>
      <p:sp>
        <p:nvSpPr>
          <p:cNvPr id="11" name="Arc 10">
            <a:extLst>
              <a:ext uri="{FF2B5EF4-FFF2-40B4-BE49-F238E27FC236}">
                <a16:creationId xmlns:a16="http://schemas.microsoft.com/office/drawing/2014/main" id="{F8CBA258-FE82-7DB5-6974-F8B9CCB20851}"/>
              </a:ext>
            </a:extLst>
          </p:cNvPr>
          <p:cNvSpPr/>
          <p:nvPr>
            <p:custDataLst>
              <p:tags r:id="rId1"/>
            </p:custDataLst>
          </p:nvPr>
        </p:nvSpPr>
        <p:spPr>
          <a:xfrm>
            <a:off x="7313388" y="2110961"/>
            <a:ext cx="3293024" cy="3296485"/>
          </a:xfrm>
          <a:prstGeom prst="arc">
            <a:avLst>
              <a:gd name="adj1" fmla="val 16473733"/>
              <a:gd name="adj2" fmla="val 15947684"/>
            </a:avLst>
          </a:prstGeom>
          <a:noFill/>
          <a:ln w="12700" cap="flat" cmpd="sng" algn="ctr">
            <a:solidFill>
              <a:srgbClr val="B4B4B4"/>
            </a:solidFill>
            <a:prstDash val="sysDash"/>
            <a:miter lim="800000"/>
            <a:headEnd type="arrow"/>
            <a:tailEnd type="arrow"/>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a:ln>
                <a:noFill/>
              </a:ln>
              <a:solidFill>
                <a:srgbClr val="5C5C5C"/>
              </a:solidFill>
              <a:effectLst/>
              <a:uLnTx/>
              <a:uFillTx/>
              <a:latin typeface="Segoe UI" panose="020B0502040204020203" pitchFamily="34" charset="0"/>
              <a:ea typeface="+mn-ea"/>
              <a:cs typeface="Segoe UI" panose="020B0502040204020203" pitchFamily="34" charset="0"/>
            </a:endParaRPr>
          </a:p>
        </p:txBody>
      </p:sp>
      <p:sp>
        <p:nvSpPr>
          <p:cNvPr id="17" name="TextBox 16">
            <a:extLst>
              <a:ext uri="{FF2B5EF4-FFF2-40B4-BE49-F238E27FC236}">
                <a16:creationId xmlns:a16="http://schemas.microsoft.com/office/drawing/2014/main" id="{72C8299C-9AD0-68D7-CC6F-4F427775386F}"/>
              </a:ext>
            </a:extLst>
          </p:cNvPr>
          <p:cNvSpPr txBox="1"/>
          <p:nvPr/>
        </p:nvSpPr>
        <p:spPr>
          <a:xfrm>
            <a:off x="6205048" y="4656759"/>
            <a:ext cx="1925040" cy="507831"/>
          </a:xfrm>
          <a:prstGeom prst="rect">
            <a:avLst/>
          </a:prstGeom>
          <a:solidFill>
            <a:schemeClr val="accent2"/>
          </a:solidFill>
        </p:spPr>
        <p:txBody>
          <a:bodyPr wrap="square">
            <a:spAutoFit/>
          </a:bodyPr>
          <a:lstStyle/>
          <a:p>
            <a:pPr algn="r"/>
            <a:r>
              <a:rPr lang="en-US" sz="900" b="0" i="1">
                <a:solidFill>
                  <a:schemeClr val="bg1"/>
                </a:solidFill>
                <a:effectLst/>
                <a:latin typeface="Segoe UI" panose="020B0502040204020203" pitchFamily="34" charset="0"/>
                <a:cs typeface="Segoe UI" panose="020B0502040204020203" pitchFamily="34" charset="0"/>
              </a:rPr>
              <a:t>Can share intelligence on </a:t>
            </a:r>
            <a:r>
              <a:rPr lang="en-US" sz="900" i="1">
                <a:solidFill>
                  <a:schemeClr val="bg1"/>
                </a:solidFill>
                <a:latin typeface="Segoe UI" panose="020B0502040204020203" pitchFamily="34" charset="0"/>
                <a:cs typeface="Segoe UI" panose="020B0502040204020203" pitchFamily="34" charset="0"/>
              </a:rPr>
              <a:t>known bad actors </a:t>
            </a:r>
            <a:r>
              <a:rPr lang="en-US" sz="900" b="0" i="1">
                <a:solidFill>
                  <a:schemeClr val="bg1"/>
                </a:solidFill>
                <a:effectLst/>
                <a:latin typeface="Segoe UI" panose="020B0502040204020203" pitchFamily="34" charset="0"/>
                <a:cs typeface="Segoe UI" panose="020B0502040204020203" pitchFamily="34" charset="0"/>
              </a:rPr>
              <a:t>to identify and apprehend fraudsters.</a:t>
            </a:r>
          </a:p>
        </p:txBody>
      </p:sp>
      <p:sp>
        <p:nvSpPr>
          <p:cNvPr id="18" name="TextBox 17">
            <a:extLst>
              <a:ext uri="{FF2B5EF4-FFF2-40B4-BE49-F238E27FC236}">
                <a16:creationId xmlns:a16="http://schemas.microsoft.com/office/drawing/2014/main" id="{0A4EC688-843D-82D6-8414-549356919849}"/>
              </a:ext>
            </a:extLst>
          </p:cNvPr>
          <p:cNvSpPr txBox="1"/>
          <p:nvPr/>
        </p:nvSpPr>
        <p:spPr>
          <a:xfrm>
            <a:off x="6126434" y="2683601"/>
            <a:ext cx="1925040" cy="507831"/>
          </a:xfrm>
          <a:prstGeom prst="rect">
            <a:avLst/>
          </a:prstGeom>
          <a:solidFill>
            <a:schemeClr val="accent2"/>
          </a:solidFill>
        </p:spPr>
        <p:txBody>
          <a:bodyPr wrap="square">
            <a:spAutoFit/>
          </a:bodyPr>
          <a:lstStyle/>
          <a:p>
            <a:pPr algn="r"/>
            <a:r>
              <a:rPr lang="en-US" sz="900" b="0" i="1">
                <a:solidFill>
                  <a:schemeClr val="bg1"/>
                </a:solidFill>
                <a:effectLst/>
                <a:latin typeface="Segoe UI" panose="020B0502040204020203" pitchFamily="34" charset="0"/>
                <a:cs typeface="Segoe UI" panose="020B0502040204020203" pitchFamily="34" charset="0"/>
              </a:rPr>
              <a:t>Can share real-time transaction data &amp; fraud alerts to help identify potentially fraudulent transactions.</a:t>
            </a:r>
          </a:p>
        </p:txBody>
      </p:sp>
      <p:sp>
        <p:nvSpPr>
          <p:cNvPr id="12" name="Arc 11">
            <a:extLst>
              <a:ext uri="{FF2B5EF4-FFF2-40B4-BE49-F238E27FC236}">
                <a16:creationId xmlns:a16="http://schemas.microsoft.com/office/drawing/2014/main" id="{011014BD-518F-C0E2-5A17-72F92974DEBB}"/>
              </a:ext>
            </a:extLst>
          </p:cNvPr>
          <p:cNvSpPr/>
          <p:nvPr>
            <p:custDataLst>
              <p:tags r:id="rId2"/>
            </p:custDataLst>
          </p:nvPr>
        </p:nvSpPr>
        <p:spPr>
          <a:xfrm>
            <a:off x="7595931" y="2395851"/>
            <a:ext cx="2727937" cy="2730804"/>
          </a:xfrm>
          <a:prstGeom prst="arc">
            <a:avLst>
              <a:gd name="adj1" fmla="val 18638933"/>
              <a:gd name="adj2" fmla="val 18630248"/>
            </a:avLst>
          </a:prstGeom>
          <a:noFill/>
          <a:ln w="12700" cap="flat" cmpd="sng" algn="ctr">
            <a:solidFill>
              <a:schemeClr val="accent2">
                <a:lumMod val="50000"/>
              </a:schemeClr>
            </a:solidFill>
            <a:prstDash val="sysDash"/>
            <a:miter lim="800000"/>
            <a:headEnd type="none"/>
            <a:tailEnd type="none"/>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a:ln>
                <a:noFill/>
              </a:ln>
              <a:solidFill>
                <a:srgbClr val="5C5C5C"/>
              </a:solidFill>
              <a:effectLst/>
              <a:uLnTx/>
              <a:uFillTx/>
              <a:latin typeface="Segoe UI" panose="020B0502040204020203" pitchFamily="34" charset="0"/>
              <a:ea typeface="+mn-ea"/>
              <a:cs typeface="Segoe UI" panose="020B0502040204020203" pitchFamily="34" charset="0"/>
            </a:endParaRPr>
          </a:p>
        </p:txBody>
      </p:sp>
      <p:sp>
        <p:nvSpPr>
          <p:cNvPr id="24" name="Rectangle: Rounded Corners 23">
            <a:extLst>
              <a:ext uri="{FF2B5EF4-FFF2-40B4-BE49-F238E27FC236}">
                <a16:creationId xmlns:a16="http://schemas.microsoft.com/office/drawing/2014/main" id="{FE538A2B-B535-8C7C-F39A-014C9656D20B}"/>
              </a:ext>
            </a:extLst>
          </p:cNvPr>
          <p:cNvSpPr/>
          <p:nvPr/>
        </p:nvSpPr>
        <p:spPr bwMode="gray">
          <a:xfrm>
            <a:off x="9765752" y="2221580"/>
            <a:ext cx="1456904" cy="306717"/>
          </a:xfrm>
          <a:prstGeom prst="roundRect">
            <a:avLst>
              <a:gd name="adj" fmla="val 50000"/>
            </a:avLst>
          </a:prstGeom>
          <a:solidFill>
            <a:schemeClr val="accent2">
              <a:lumMod val="50000"/>
            </a:schemeClr>
          </a:solidFill>
          <a:ln w="19050" algn="ctr">
            <a:noFill/>
            <a:miter lim="800000"/>
            <a:headEnd/>
            <a:tailEnd/>
          </a:ln>
        </p:spPr>
        <p:txBody>
          <a:bodyPr wrap="square" lIns="0" tIns="0" rIns="0" bIns="0" rtlCol="0" anchor="ctr"/>
          <a:lstStyle/>
          <a:p>
            <a:pPr algn="ctr"/>
            <a:r>
              <a:rPr lang="en-US" sz="1100" b="1">
                <a:solidFill>
                  <a:schemeClr val="bg1"/>
                </a:solidFill>
                <a:latin typeface="Segoe UI" panose="020B0502040204020203" pitchFamily="34" charset="0"/>
                <a:cs typeface="Segoe UI" panose="020B0502040204020203" pitchFamily="34" charset="0"/>
              </a:rPr>
              <a:t>Telecom</a:t>
            </a:r>
          </a:p>
        </p:txBody>
      </p:sp>
      <p:sp>
        <p:nvSpPr>
          <p:cNvPr id="25" name="Rectangle: Rounded Corners 24">
            <a:extLst>
              <a:ext uri="{FF2B5EF4-FFF2-40B4-BE49-F238E27FC236}">
                <a16:creationId xmlns:a16="http://schemas.microsoft.com/office/drawing/2014/main" id="{68D3E7F4-D186-1877-655C-65CFA6467DDA}"/>
              </a:ext>
            </a:extLst>
          </p:cNvPr>
          <p:cNvSpPr/>
          <p:nvPr/>
        </p:nvSpPr>
        <p:spPr bwMode="gray">
          <a:xfrm>
            <a:off x="7058897" y="2327875"/>
            <a:ext cx="1456904" cy="306717"/>
          </a:xfrm>
          <a:prstGeom prst="roundRect">
            <a:avLst>
              <a:gd name="adj" fmla="val 50000"/>
            </a:avLst>
          </a:prstGeom>
          <a:solidFill>
            <a:schemeClr val="accent2">
              <a:lumMod val="50000"/>
            </a:schemeClr>
          </a:solidFill>
          <a:ln w="19050" algn="ctr">
            <a:noFill/>
            <a:miter lim="800000"/>
            <a:headEnd/>
            <a:tailEnd/>
          </a:ln>
        </p:spPr>
        <p:txBody>
          <a:bodyPr wrap="square" lIns="0" tIns="0" rIns="0" bIns="0" rtlCol="0" anchor="ctr"/>
          <a:lstStyle/>
          <a:p>
            <a:pPr algn="ctr"/>
            <a:r>
              <a:rPr lang="en-US" sz="1100" b="1" dirty="0">
                <a:solidFill>
                  <a:schemeClr val="bg1"/>
                </a:solidFill>
                <a:latin typeface="Segoe UI" panose="020B0502040204020203" pitchFamily="34" charset="0"/>
                <a:cs typeface="Segoe UI" panose="020B0502040204020203" pitchFamily="34" charset="0"/>
              </a:rPr>
              <a:t>Financial Institution</a:t>
            </a:r>
          </a:p>
        </p:txBody>
      </p:sp>
      <p:sp>
        <p:nvSpPr>
          <p:cNvPr id="22" name="Rectangle: Rounded Corners 21">
            <a:extLst>
              <a:ext uri="{FF2B5EF4-FFF2-40B4-BE49-F238E27FC236}">
                <a16:creationId xmlns:a16="http://schemas.microsoft.com/office/drawing/2014/main" id="{1337CDE0-D60C-AB86-D4B8-2649CBABC853}"/>
              </a:ext>
            </a:extLst>
          </p:cNvPr>
          <p:cNvSpPr/>
          <p:nvPr/>
        </p:nvSpPr>
        <p:spPr bwMode="gray">
          <a:xfrm>
            <a:off x="6459164" y="4340002"/>
            <a:ext cx="1456904" cy="306717"/>
          </a:xfrm>
          <a:prstGeom prst="roundRect">
            <a:avLst>
              <a:gd name="adj" fmla="val 50000"/>
            </a:avLst>
          </a:prstGeom>
          <a:solidFill>
            <a:schemeClr val="accent2">
              <a:lumMod val="50000"/>
            </a:schemeClr>
          </a:solidFill>
          <a:ln w="19050" algn="ctr">
            <a:noFill/>
            <a:miter lim="800000"/>
            <a:headEnd/>
            <a:tailEnd/>
          </a:ln>
        </p:spPr>
        <p:txBody>
          <a:bodyPr wrap="square" lIns="0" tIns="0" rIns="0" bIns="0" rtlCol="0" anchor="ctr"/>
          <a:lstStyle/>
          <a:p>
            <a:pPr algn="ctr"/>
            <a:r>
              <a:rPr lang="en-US" sz="1100" b="1">
                <a:solidFill>
                  <a:schemeClr val="bg1"/>
                </a:solidFill>
                <a:latin typeface="Segoe UI" panose="020B0502040204020203" pitchFamily="34" charset="0"/>
                <a:cs typeface="Segoe UI" panose="020B0502040204020203" pitchFamily="34" charset="0"/>
              </a:rPr>
              <a:t>Public Sector</a:t>
            </a:r>
          </a:p>
        </p:txBody>
      </p:sp>
      <p:sp>
        <p:nvSpPr>
          <p:cNvPr id="23" name="Rectangle: Rounded Corners 22">
            <a:extLst>
              <a:ext uri="{FF2B5EF4-FFF2-40B4-BE49-F238E27FC236}">
                <a16:creationId xmlns:a16="http://schemas.microsoft.com/office/drawing/2014/main" id="{11F1CE87-8475-8B6B-1862-6E944D978634}"/>
              </a:ext>
            </a:extLst>
          </p:cNvPr>
          <p:cNvSpPr/>
          <p:nvPr/>
        </p:nvSpPr>
        <p:spPr bwMode="gray">
          <a:xfrm>
            <a:off x="8522761" y="5085134"/>
            <a:ext cx="1456904" cy="306718"/>
          </a:xfrm>
          <a:prstGeom prst="roundRect">
            <a:avLst>
              <a:gd name="adj" fmla="val 50000"/>
            </a:avLst>
          </a:prstGeom>
          <a:solidFill>
            <a:schemeClr val="accent2">
              <a:lumMod val="50000"/>
            </a:schemeClr>
          </a:solidFill>
          <a:ln w="19050" algn="ctr">
            <a:noFill/>
            <a:miter lim="800000"/>
            <a:headEnd/>
            <a:tailEnd/>
          </a:ln>
        </p:spPr>
        <p:txBody>
          <a:bodyPr wrap="square" lIns="0" tIns="0" rIns="0" bIns="0" rtlCol="0" anchor="ctr"/>
          <a:lstStyle/>
          <a:p>
            <a:pPr algn="ctr"/>
            <a:r>
              <a:rPr lang="en-US" sz="1100" b="1">
                <a:solidFill>
                  <a:schemeClr val="bg1"/>
                </a:solidFill>
                <a:latin typeface="Segoe UI" panose="020B0502040204020203" pitchFamily="34" charset="0"/>
                <a:cs typeface="Segoe UI" panose="020B0502040204020203" pitchFamily="34" charset="0"/>
              </a:rPr>
              <a:t>Digital Platform</a:t>
            </a:r>
          </a:p>
        </p:txBody>
      </p:sp>
      <p:sp>
        <p:nvSpPr>
          <p:cNvPr id="15" name="TextBox 14">
            <a:extLst>
              <a:ext uri="{FF2B5EF4-FFF2-40B4-BE49-F238E27FC236}">
                <a16:creationId xmlns:a16="http://schemas.microsoft.com/office/drawing/2014/main" id="{59F0601B-C4E4-F532-5026-43AE54FA9A92}"/>
              </a:ext>
            </a:extLst>
          </p:cNvPr>
          <p:cNvSpPr txBox="1"/>
          <p:nvPr/>
        </p:nvSpPr>
        <p:spPr>
          <a:xfrm>
            <a:off x="9935836" y="2577306"/>
            <a:ext cx="1925040" cy="646331"/>
          </a:xfrm>
          <a:prstGeom prst="rect">
            <a:avLst/>
          </a:prstGeom>
          <a:solidFill>
            <a:schemeClr val="accent2"/>
          </a:solidFill>
        </p:spPr>
        <p:txBody>
          <a:bodyPr wrap="square">
            <a:spAutoFit/>
          </a:bodyPr>
          <a:lstStyle/>
          <a:p>
            <a:r>
              <a:rPr lang="en-US" sz="900" i="1">
                <a:solidFill>
                  <a:schemeClr val="bg1"/>
                </a:solidFill>
                <a:effectLst/>
                <a:latin typeface="Segoe UI" panose="020B0502040204020203" pitchFamily="34" charset="0"/>
                <a:cs typeface="Segoe UI" panose="020B0502040204020203" pitchFamily="34" charset="0"/>
              </a:rPr>
              <a:t>Can provide the origin of a call and information on the device, to identify if the call was made from a legitimate source.</a:t>
            </a:r>
          </a:p>
        </p:txBody>
      </p:sp>
      <p:sp>
        <p:nvSpPr>
          <p:cNvPr id="16" name="TextBox 15">
            <a:extLst>
              <a:ext uri="{FF2B5EF4-FFF2-40B4-BE49-F238E27FC236}">
                <a16:creationId xmlns:a16="http://schemas.microsoft.com/office/drawing/2014/main" id="{C15307F6-C897-A82D-47DD-97CB8AB46618}"/>
              </a:ext>
            </a:extLst>
          </p:cNvPr>
          <p:cNvSpPr txBox="1"/>
          <p:nvPr/>
        </p:nvSpPr>
        <p:spPr>
          <a:xfrm>
            <a:off x="8509826" y="5401891"/>
            <a:ext cx="1925040" cy="507831"/>
          </a:xfrm>
          <a:prstGeom prst="rect">
            <a:avLst/>
          </a:prstGeom>
          <a:solidFill>
            <a:schemeClr val="accent2"/>
          </a:solidFill>
        </p:spPr>
        <p:txBody>
          <a:bodyPr wrap="square">
            <a:spAutoFit/>
          </a:bodyPr>
          <a:lstStyle/>
          <a:p>
            <a:r>
              <a:rPr lang="en-US" sz="900" b="0" i="1">
                <a:solidFill>
                  <a:schemeClr val="bg1"/>
                </a:solidFill>
                <a:effectLst/>
                <a:latin typeface="Segoe UI" panose="020B0502040204020203" pitchFamily="34" charset="0"/>
                <a:cs typeface="Segoe UI" panose="020B0502040204020203" pitchFamily="34" charset="0"/>
              </a:rPr>
              <a:t>Can provide data on user activity, such as login attempts from unusual locations or devices. </a:t>
            </a:r>
          </a:p>
        </p:txBody>
      </p:sp>
      <p:pic>
        <p:nvPicPr>
          <p:cNvPr id="19" name="Picture 18">
            <a:extLst>
              <a:ext uri="{FF2B5EF4-FFF2-40B4-BE49-F238E27FC236}">
                <a16:creationId xmlns:a16="http://schemas.microsoft.com/office/drawing/2014/main" id="{A306F0C2-DD05-6DDC-1899-FA07186EBE0E}"/>
              </a:ext>
            </a:extLst>
          </p:cNvPr>
          <p:cNvPicPr>
            <a:picLocks noChangeAspect="1"/>
          </p:cNvPicPr>
          <p:nvPr>
            <p:custDataLst>
              <p:tags r:id="rId3"/>
            </p:custDataLst>
          </p:nvPr>
        </p:nvPicPr>
        <p:blipFill>
          <a:blip r:embed="rId7">
            <a:grayscl/>
            <a:extLst>
              <a:ext uri="{28A0092B-C50C-407E-A947-70E740481C1C}">
                <a14:useLocalDpi xmlns:a14="http://schemas.microsoft.com/office/drawing/2010/main"/>
              </a:ext>
            </a:extLst>
          </a:blip>
          <a:stretch>
            <a:fillRect/>
          </a:stretch>
        </p:blipFill>
        <p:spPr>
          <a:xfrm>
            <a:off x="7990550" y="2813209"/>
            <a:ext cx="1952156" cy="1961671"/>
          </a:xfrm>
          <a:prstGeom prst="rect">
            <a:avLst/>
          </a:prstGeom>
          <a:ln>
            <a:noFill/>
          </a:ln>
        </p:spPr>
      </p:pic>
      <p:sp>
        <p:nvSpPr>
          <p:cNvPr id="20" name="Oval 19">
            <a:extLst>
              <a:ext uri="{FF2B5EF4-FFF2-40B4-BE49-F238E27FC236}">
                <a16:creationId xmlns:a16="http://schemas.microsoft.com/office/drawing/2014/main" id="{A17D1768-2D32-E2B7-B8D5-80F9580389EB}"/>
              </a:ext>
            </a:extLst>
          </p:cNvPr>
          <p:cNvSpPr/>
          <p:nvPr/>
        </p:nvSpPr>
        <p:spPr bwMode="gray">
          <a:xfrm>
            <a:off x="8509974" y="3344192"/>
            <a:ext cx="853551" cy="853551"/>
          </a:xfrm>
          <a:prstGeom prst="ellipse">
            <a:avLst/>
          </a:prstGeom>
          <a:solidFill>
            <a:schemeClr val="accent2">
              <a:lumMod val="50000"/>
            </a:schemeClr>
          </a:solidFill>
          <a:ln w="19050" algn="ctr">
            <a:noFill/>
            <a:miter lim="800000"/>
            <a:headEnd/>
            <a:tailEnd/>
          </a:ln>
        </p:spPr>
        <p:txBody>
          <a:bodyPr wrap="square" lIns="0" tIns="0" rIns="0" bIns="0" rtlCol="0" anchor="ctr"/>
          <a:lstStyle/>
          <a:p>
            <a:pPr algn="ctr"/>
            <a:endParaRPr lang="en-US">
              <a:latin typeface="Segoe UI" panose="020B0502040204020203" pitchFamily="34" charset="0"/>
              <a:cs typeface="Segoe UI" panose="020B0502040204020203" pitchFamily="34" charset="0"/>
            </a:endParaRPr>
          </a:p>
        </p:txBody>
      </p:sp>
      <p:sp>
        <p:nvSpPr>
          <p:cNvPr id="21" name="Rectangle 20">
            <a:extLst>
              <a:ext uri="{FF2B5EF4-FFF2-40B4-BE49-F238E27FC236}">
                <a16:creationId xmlns:a16="http://schemas.microsoft.com/office/drawing/2014/main" id="{2B3B18D7-2B57-268E-38D0-CA5452D57570}"/>
              </a:ext>
            </a:extLst>
          </p:cNvPr>
          <p:cNvSpPr/>
          <p:nvPr/>
        </p:nvSpPr>
        <p:spPr bwMode="gray">
          <a:xfrm>
            <a:off x="8522451" y="3555748"/>
            <a:ext cx="841073" cy="471218"/>
          </a:xfrm>
          <a:prstGeom prst="rect">
            <a:avLst/>
          </a:prstGeom>
          <a:noFill/>
          <a:ln w="19050" algn="ctr">
            <a:noFill/>
            <a:miter lim="800000"/>
            <a:headEnd/>
            <a:tailEnd/>
          </a:ln>
        </p:spPr>
        <p:txBody>
          <a:bodyPr wrap="square" lIns="0" tIns="0" rIns="0" bIns="0" rtlCol="0" anchor="ctr"/>
          <a:lstStyle/>
          <a:p>
            <a:pPr algn="ctr"/>
            <a:r>
              <a:rPr lang="en-US" sz="1300" b="1">
                <a:solidFill>
                  <a:schemeClr val="bg1"/>
                </a:solidFill>
                <a:latin typeface="Segoe UI" panose="020B0502040204020203" pitchFamily="34" charset="0"/>
                <a:cs typeface="Segoe UI" panose="020B0502040204020203" pitchFamily="34" charset="0"/>
              </a:rPr>
              <a:t>CENTRAL UTILITY</a:t>
            </a:r>
          </a:p>
        </p:txBody>
      </p:sp>
      <p:sp>
        <p:nvSpPr>
          <p:cNvPr id="45" name="Rectangle: Rounded Corners 44">
            <a:extLst>
              <a:ext uri="{FF2B5EF4-FFF2-40B4-BE49-F238E27FC236}">
                <a16:creationId xmlns:a16="http://schemas.microsoft.com/office/drawing/2014/main" id="{EF090E4F-C2DE-3ADC-DF7F-C39D4C1A02C9}"/>
              </a:ext>
            </a:extLst>
          </p:cNvPr>
          <p:cNvSpPr/>
          <p:nvPr/>
        </p:nvSpPr>
        <p:spPr bwMode="gray">
          <a:xfrm>
            <a:off x="10276175" y="3887368"/>
            <a:ext cx="1456904" cy="306718"/>
          </a:xfrm>
          <a:prstGeom prst="roundRect">
            <a:avLst>
              <a:gd name="adj" fmla="val 50000"/>
            </a:avLst>
          </a:prstGeom>
          <a:solidFill>
            <a:schemeClr val="accent2">
              <a:lumMod val="50000"/>
            </a:schemeClr>
          </a:solidFill>
          <a:ln w="19050" algn="ctr">
            <a:noFill/>
            <a:miter lim="800000"/>
            <a:headEnd/>
            <a:tailEnd/>
          </a:ln>
        </p:spPr>
        <p:txBody>
          <a:bodyPr wrap="square" lIns="0" tIns="0" rIns="0" bIns="0" rtlCol="0" anchor="ctr"/>
          <a:lstStyle/>
          <a:p>
            <a:pPr algn="ctr"/>
            <a:r>
              <a:rPr lang="en-US" sz="1100" b="1">
                <a:solidFill>
                  <a:schemeClr val="bg1"/>
                </a:solidFill>
                <a:latin typeface="Segoe UI" panose="020B0502040204020203" pitchFamily="34" charset="0"/>
                <a:cs typeface="Segoe UI" panose="020B0502040204020203" pitchFamily="34" charset="0"/>
              </a:rPr>
              <a:t>Insurance</a:t>
            </a:r>
          </a:p>
        </p:txBody>
      </p:sp>
      <p:sp>
        <p:nvSpPr>
          <p:cNvPr id="47" name="TextBox 46">
            <a:extLst>
              <a:ext uri="{FF2B5EF4-FFF2-40B4-BE49-F238E27FC236}">
                <a16:creationId xmlns:a16="http://schemas.microsoft.com/office/drawing/2014/main" id="{D4D842E6-271C-BC58-E815-33C846EAD07B}"/>
              </a:ext>
            </a:extLst>
          </p:cNvPr>
          <p:cNvSpPr txBox="1"/>
          <p:nvPr/>
        </p:nvSpPr>
        <p:spPr>
          <a:xfrm>
            <a:off x="10263240" y="4204126"/>
            <a:ext cx="1925040" cy="507831"/>
          </a:xfrm>
          <a:prstGeom prst="rect">
            <a:avLst/>
          </a:prstGeom>
          <a:solidFill>
            <a:schemeClr val="accent2"/>
          </a:solidFill>
        </p:spPr>
        <p:txBody>
          <a:bodyPr wrap="square">
            <a:spAutoFit/>
          </a:bodyPr>
          <a:lstStyle/>
          <a:p>
            <a:r>
              <a:rPr lang="en-US" sz="900" b="0" i="1">
                <a:solidFill>
                  <a:schemeClr val="bg1"/>
                </a:solidFill>
                <a:effectLst/>
                <a:latin typeface="Segoe UI" panose="020B0502040204020203" pitchFamily="34" charset="0"/>
                <a:cs typeface="Segoe UI" panose="020B0502040204020203" pitchFamily="34" charset="0"/>
              </a:rPr>
              <a:t>Can share claims, underwriting, and policy servicing intelligence to help identify</a:t>
            </a:r>
            <a:r>
              <a:rPr lang="en-US" sz="900" i="1">
                <a:solidFill>
                  <a:schemeClr val="bg1"/>
                </a:solidFill>
                <a:latin typeface="Segoe UI" panose="020B0502040204020203" pitchFamily="34" charset="0"/>
                <a:cs typeface="Segoe UI" panose="020B0502040204020203" pitchFamily="34" charset="0"/>
              </a:rPr>
              <a:t> </a:t>
            </a:r>
            <a:r>
              <a:rPr lang="en-US" sz="900" b="0" i="1">
                <a:solidFill>
                  <a:schemeClr val="bg1"/>
                </a:solidFill>
                <a:effectLst/>
                <a:latin typeface="Segoe UI" panose="020B0502040204020203" pitchFamily="34" charset="0"/>
                <a:cs typeface="Segoe UI" panose="020B0502040204020203" pitchFamily="34" charset="0"/>
              </a:rPr>
              <a:t>synthetic identities</a:t>
            </a:r>
            <a:r>
              <a:rPr lang="en-US" sz="900" i="1">
                <a:solidFill>
                  <a:schemeClr val="bg1"/>
                </a:solidFill>
                <a:latin typeface="Segoe UI" panose="020B0502040204020203" pitchFamily="34" charset="0"/>
                <a:cs typeface="Segoe UI" panose="020B0502040204020203" pitchFamily="34" charset="0"/>
              </a:rPr>
              <a:t>.</a:t>
            </a:r>
            <a:endParaRPr lang="en-US" sz="900" b="0" i="1">
              <a:solidFill>
                <a:schemeClr val="bg1"/>
              </a:solidFill>
              <a:effectLst/>
              <a:latin typeface="Segoe UI" panose="020B0502040204020203" pitchFamily="34" charset="0"/>
              <a:cs typeface="Segoe UI" panose="020B0502040204020203" pitchFamily="34" charset="0"/>
            </a:endParaRPr>
          </a:p>
        </p:txBody>
      </p:sp>
      <p:sp>
        <p:nvSpPr>
          <p:cNvPr id="39" name="Text 53">
            <a:extLst>
              <a:ext uri="{FF2B5EF4-FFF2-40B4-BE49-F238E27FC236}">
                <a16:creationId xmlns:a16="http://schemas.microsoft.com/office/drawing/2014/main" id="{10CD8704-7935-0287-77A8-5DE04562388A}"/>
              </a:ext>
            </a:extLst>
          </p:cNvPr>
          <p:cNvSpPr/>
          <p:nvPr/>
        </p:nvSpPr>
        <p:spPr>
          <a:xfrm>
            <a:off x="187298" y="5845615"/>
            <a:ext cx="1125936" cy="730074"/>
          </a:xfrm>
          <a:prstGeom prst="roundRect">
            <a:avLst/>
          </a:prstGeom>
          <a:solidFill>
            <a:schemeClr val="accent2">
              <a:lumMod val="50000"/>
            </a:schemeClr>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0" cap="none" spc="45" normalizeH="0" baseline="0" noProof="0" dirty="0">
                <a:ln>
                  <a:noFill/>
                </a:ln>
                <a:solidFill>
                  <a:schemeClr val="bg1"/>
                </a:solidFill>
                <a:effectLst/>
                <a:uLnTx/>
                <a:uFillTx/>
                <a:latin typeface="Segoe UI" panose="020B0502040204020203" pitchFamily="34" charset="0"/>
                <a:ea typeface="Arial" pitchFamily="34" charset="-122"/>
                <a:cs typeface="Segoe UI" panose="020B0502040204020203" pitchFamily="34" charset="0"/>
              </a:rPr>
              <a:t>THE SHIFT</a:t>
            </a:r>
            <a:endParaRPr kumimoji="0" lang="en-US" b="0"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41" name="Text 54">
            <a:extLst>
              <a:ext uri="{FF2B5EF4-FFF2-40B4-BE49-F238E27FC236}">
                <a16:creationId xmlns:a16="http://schemas.microsoft.com/office/drawing/2014/main" id="{5FBFB928-F13E-8290-6223-D5A8AE067566}"/>
              </a:ext>
            </a:extLst>
          </p:cNvPr>
          <p:cNvSpPr/>
          <p:nvPr/>
        </p:nvSpPr>
        <p:spPr>
          <a:xfrm>
            <a:off x="1399377" y="6006485"/>
            <a:ext cx="4679960" cy="391729"/>
          </a:xfrm>
          <a:prstGeom prst="round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i="0" u="none" strike="noStrike" kern="1200" cap="none" spc="0" normalizeH="0" baseline="0" noProof="0">
                <a:ln>
                  <a:noFill/>
                </a:ln>
                <a:solidFill>
                  <a:schemeClr val="bg1"/>
                </a:solidFill>
                <a:effectLst/>
                <a:uLnTx/>
                <a:uFillTx/>
                <a:latin typeface="Segoe UI" panose="020B0502040204020203" pitchFamily="34" charset="0"/>
                <a:ea typeface="Arial" pitchFamily="34" charset="-122"/>
                <a:cs typeface="Segoe UI" panose="020B0502040204020203" pitchFamily="34" charset="0"/>
              </a:rPr>
              <a:t>From private, institution-by-institution effort to public-sector leadership in building the shared infrastructure the industry needs.</a:t>
            </a:r>
            <a:endParaRPr kumimoji="0" lang="en-US"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59" name="Rectangle 58">
            <a:extLst>
              <a:ext uri="{FF2B5EF4-FFF2-40B4-BE49-F238E27FC236}">
                <a16:creationId xmlns:a16="http://schemas.microsoft.com/office/drawing/2014/main" id="{0A2938C0-60DE-47E4-89B4-B9E0EE234757}"/>
              </a:ext>
            </a:extLst>
          </p:cNvPr>
          <p:cNvSpPr/>
          <p:nvPr/>
        </p:nvSpPr>
        <p:spPr>
          <a:xfrm>
            <a:off x="187299" y="5837313"/>
            <a:ext cx="5892038" cy="730074"/>
          </a:xfrm>
          <a:prstGeom prst="roundRect">
            <a:avLst/>
          </a:prstGeom>
          <a:noFill/>
          <a:ln w="28575">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TextBox 27">
            <a:extLst>
              <a:ext uri="{FF2B5EF4-FFF2-40B4-BE49-F238E27FC236}">
                <a16:creationId xmlns:a16="http://schemas.microsoft.com/office/drawing/2014/main" id="{EC4D6ED7-2807-FFD2-CB56-4C2CCCD1E440}"/>
              </a:ext>
            </a:extLst>
          </p:cNvPr>
          <p:cNvSpPr txBox="1"/>
          <p:nvPr/>
        </p:nvSpPr>
        <p:spPr>
          <a:xfrm>
            <a:off x="320040" y="2002732"/>
            <a:ext cx="5989320" cy="20005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kern="1200" dirty="0">
                <a:solidFill>
                  <a:schemeClr val="bg1"/>
                </a:solidFill>
                <a:latin typeface="Segoe UI"/>
                <a:ea typeface="+mn-ea"/>
                <a:cs typeface="+mn-cs"/>
              </a:rPr>
              <a:t>WHAT</a:t>
            </a:r>
            <a:r>
              <a:rPr kumimoji="0" lang="en-US" sz="1300" b="1" i="0" u="none" strike="noStrike" kern="1200" cap="none" spc="0" normalizeH="0" baseline="0" noProof="0" dirty="0">
                <a:ln>
                  <a:noFill/>
                </a:ln>
                <a:solidFill>
                  <a:schemeClr val="bg1"/>
                </a:solidFill>
                <a:effectLst/>
                <a:uLnTx/>
                <a:uFillTx/>
                <a:latin typeface="Segoe UI"/>
                <a:ea typeface="+mn-ea"/>
                <a:cs typeface="+mn-cs"/>
              </a:rPr>
              <a:t> A CENTRALIZED UTILITY ENABLES </a:t>
            </a:r>
            <a:endParaRPr kumimoji="0" lang="en-US" sz="1300" b="0" i="0" u="none" strike="noStrike" kern="1200" cap="none" spc="0" normalizeH="0" baseline="0" noProof="0" dirty="0">
              <a:ln>
                <a:noFill/>
              </a:ln>
              <a:solidFill>
                <a:schemeClr val="bg1"/>
              </a:solidFill>
              <a:effectLst/>
              <a:uLnTx/>
              <a:uFillTx/>
              <a:latin typeface="Segoe UI"/>
              <a:ea typeface="+mn-ea"/>
              <a:cs typeface="+mn-cs"/>
            </a:endParaRPr>
          </a:p>
        </p:txBody>
      </p:sp>
      <p:sp>
        <p:nvSpPr>
          <p:cNvPr id="150" name="Rounded Rectangle 7">
            <a:extLst>
              <a:ext uri="{FF2B5EF4-FFF2-40B4-BE49-F238E27FC236}">
                <a16:creationId xmlns:a16="http://schemas.microsoft.com/office/drawing/2014/main" id="{1FED7905-2951-CAED-9721-3B61E82929D8}"/>
              </a:ext>
            </a:extLst>
          </p:cNvPr>
          <p:cNvSpPr/>
          <p:nvPr/>
        </p:nvSpPr>
        <p:spPr>
          <a:xfrm>
            <a:off x="187298" y="2450831"/>
            <a:ext cx="1666662" cy="915209"/>
          </a:xfrm>
          <a:prstGeom prst="roundRect">
            <a:avLst>
              <a:gd name="adj" fmla="val 8000"/>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2" name="TextBox 151">
            <a:extLst>
              <a:ext uri="{FF2B5EF4-FFF2-40B4-BE49-F238E27FC236}">
                <a16:creationId xmlns:a16="http://schemas.microsoft.com/office/drawing/2014/main" id="{2FCB0A1F-C2DA-A496-73ED-4E5B85B11A25}"/>
              </a:ext>
            </a:extLst>
          </p:cNvPr>
          <p:cNvSpPr txBox="1"/>
          <p:nvPr/>
        </p:nvSpPr>
        <p:spPr>
          <a:xfrm>
            <a:off x="282090" y="2919511"/>
            <a:ext cx="1554608" cy="33855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strike="noStrike" kern="1200" cap="none" spc="0" normalizeH="0" baseline="0" noProof="0">
                <a:ln>
                  <a:noFill/>
                </a:ln>
                <a:solidFill>
                  <a:schemeClr val="tx1">
                    <a:lumMod val="65000"/>
                    <a:lumOff val="35000"/>
                  </a:schemeClr>
                </a:solidFill>
                <a:effectLst/>
                <a:uLnTx/>
                <a:uFillTx/>
                <a:latin typeface="Segoe UI"/>
                <a:ea typeface="+mn-ea"/>
                <a:cs typeface="+mn-cs"/>
              </a:rPr>
              <a:t>Data standardization &amp; poor quality</a:t>
            </a:r>
          </a:p>
        </p:txBody>
      </p:sp>
      <p:sp>
        <p:nvSpPr>
          <p:cNvPr id="154" name="Chevron 10">
            <a:extLst>
              <a:ext uri="{FF2B5EF4-FFF2-40B4-BE49-F238E27FC236}">
                <a16:creationId xmlns:a16="http://schemas.microsoft.com/office/drawing/2014/main" id="{F136E8A9-6618-F927-4F54-AD7471F92F00}"/>
              </a:ext>
            </a:extLst>
          </p:cNvPr>
          <p:cNvSpPr/>
          <p:nvPr/>
        </p:nvSpPr>
        <p:spPr>
          <a:xfrm>
            <a:off x="2001307" y="2720580"/>
            <a:ext cx="219456" cy="310896"/>
          </a:xfrm>
          <a:prstGeom prst="chevron">
            <a:avLst/>
          </a:prstGeom>
          <a:solidFill>
            <a:schemeClr val="accent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5" name="Rounded Rectangle 11">
            <a:extLst>
              <a:ext uri="{FF2B5EF4-FFF2-40B4-BE49-F238E27FC236}">
                <a16:creationId xmlns:a16="http://schemas.microsoft.com/office/drawing/2014/main" id="{95C3B6B9-52FE-189D-A6C3-3795DA7FFA8A}"/>
              </a:ext>
            </a:extLst>
          </p:cNvPr>
          <p:cNvSpPr/>
          <p:nvPr/>
        </p:nvSpPr>
        <p:spPr>
          <a:xfrm>
            <a:off x="2353636" y="2450831"/>
            <a:ext cx="3725701" cy="915209"/>
          </a:xfrm>
          <a:prstGeom prst="roundRect">
            <a:avLst>
              <a:gd name="adj" fmla="val 8000"/>
            </a:avLst>
          </a:prstGeom>
          <a:solidFill>
            <a:schemeClr val="accent2">
              <a:lumMod val="50000"/>
            </a:schemeClr>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193" name="Group 192">
            <a:extLst>
              <a:ext uri="{FF2B5EF4-FFF2-40B4-BE49-F238E27FC236}">
                <a16:creationId xmlns:a16="http://schemas.microsoft.com/office/drawing/2014/main" id="{2BDBD392-4F20-96B3-311B-C2E298637602}"/>
              </a:ext>
            </a:extLst>
          </p:cNvPr>
          <p:cNvGrpSpPr/>
          <p:nvPr/>
        </p:nvGrpSpPr>
        <p:grpSpPr>
          <a:xfrm>
            <a:off x="2477962" y="2586824"/>
            <a:ext cx="576000" cy="576000"/>
            <a:chOff x="2857345" y="2907838"/>
            <a:chExt cx="530352" cy="530352"/>
          </a:xfrm>
          <a:solidFill>
            <a:schemeClr val="accent2"/>
          </a:solidFill>
        </p:grpSpPr>
        <p:sp>
          <p:nvSpPr>
            <p:cNvPr id="156" name="Oval 155">
              <a:extLst>
                <a:ext uri="{FF2B5EF4-FFF2-40B4-BE49-F238E27FC236}">
                  <a16:creationId xmlns:a16="http://schemas.microsoft.com/office/drawing/2014/main" id="{045A4BDA-2A65-DD62-3F3F-544F0E3CA698}"/>
                </a:ext>
              </a:extLst>
            </p:cNvPr>
            <p:cNvSpPr/>
            <p:nvPr/>
          </p:nvSpPr>
          <p:spPr>
            <a:xfrm>
              <a:off x="2857345" y="2907838"/>
              <a:ext cx="530352" cy="530352"/>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57" name="Picture 156" descr="image.png">
              <a:extLst>
                <a:ext uri="{FF2B5EF4-FFF2-40B4-BE49-F238E27FC236}">
                  <a16:creationId xmlns:a16="http://schemas.microsoft.com/office/drawing/2014/main" id="{15127256-0AEE-36DB-4FE0-87B05E17C050}"/>
                </a:ext>
              </a:extLst>
            </p:cNvPr>
            <p:cNvPicPr>
              <a:picLocks noChangeAspect="1"/>
            </p:cNvPicPr>
            <p:nvPr/>
          </p:nvPicPr>
          <p:blipFill>
            <a:blip r:embed="rId8"/>
            <a:stretch>
              <a:fillRect/>
            </a:stretch>
          </p:blipFill>
          <p:spPr>
            <a:xfrm>
              <a:off x="2974022" y="3024515"/>
              <a:ext cx="296997" cy="296997"/>
            </a:xfrm>
            <a:prstGeom prst="rect">
              <a:avLst/>
            </a:prstGeom>
            <a:grpFill/>
          </p:spPr>
        </p:pic>
      </p:grpSp>
      <p:sp>
        <p:nvSpPr>
          <p:cNvPr id="158" name="TextBox 157">
            <a:extLst>
              <a:ext uri="{FF2B5EF4-FFF2-40B4-BE49-F238E27FC236}">
                <a16:creationId xmlns:a16="http://schemas.microsoft.com/office/drawing/2014/main" id="{0A289AD0-9A2F-3DAE-1677-1F1D0591F53D}"/>
              </a:ext>
            </a:extLst>
          </p:cNvPr>
          <p:cNvSpPr txBox="1"/>
          <p:nvPr/>
        </p:nvSpPr>
        <p:spPr>
          <a:xfrm>
            <a:off x="3146640" y="2544278"/>
            <a:ext cx="2578607" cy="2154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b="1" i="0" u="none" strike="noStrike" kern="1200" cap="none" spc="0" normalizeH="0" baseline="0" noProof="0">
                <a:ln>
                  <a:noFill/>
                </a:ln>
                <a:solidFill>
                  <a:schemeClr val="bg1"/>
                </a:solidFill>
                <a:effectLst/>
                <a:uLnTx/>
                <a:uFillTx/>
                <a:latin typeface="Segoe UI"/>
                <a:ea typeface="+mn-ea"/>
                <a:cs typeface="+mn-cs"/>
              </a:rPr>
              <a:t>COMMON STANDARDS</a:t>
            </a:r>
          </a:p>
        </p:txBody>
      </p:sp>
      <p:sp>
        <p:nvSpPr>
          <p:cNvPr id="159" name="TextBox 158">
            <a:extLst>
              <a:ext uri="{FF2B5EF4-FFF2-40B4-BE49-F238E27FC236}">
                <a16:creationId xmlns:a16="http://schemas.microsoft.com/office/drawing/2014/main" id="{5A1DB5C4-8E00-BD94-3E3F-EF753AECFE76}"/>
              </a:ext>
            </a:extLst>
          </p:cNvPr>
          <p:cNvSpPr txBox="1"/>
          <p:nvPr/>
        </p:nvSpPr>
        <p:spPr>
          <a:xfrm>
            <a:off x="3146640" y="2789160"/>
            <a:ext cx="2841257" cy="50783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chemeClr val="bg1"/>
                </a:solidFill>
                <a:effectLst/>
                <a:uLnTx/>
                <a:uFillTx/>
                <a:latin typeface="Segoe UI"/>
                <a:ea typeface="+mn-ea"/>
                <a:cs typeface="+mn-cs"/>
              </a:rPr>
              <a:t>Shared data models, definitions and validation rules raise quality across every contributor.</a:t>
            </a:r>
          </a:p>
        </p:txBody>
      </p:sp>
      <p:sp>
        <p:nvSpPr>
          <p:cNvPr id="151" name="TextBox 150">
            <a:extLst>
              <a:ext uri="{FF2B5EF4-FFF2-40B4-BE49-F238E27FC236}">
                <a16:creationId xmlns:a16="http://schemas.microsoft.com/office/drawing/2014/main" id="{89C6F756-2F87-F464-0B31-79B63D27A077}"/>
              </a:ext>
            </a:extLst>
          </p:cNvPr>
          <p:cNvSpPr txBox="1"/>
          <p:nvPr/>
        </p:nvSpPr>
        <p:spPr>
          <a:xfrm>
            <a:off x="842411" y="2563286"/>
            <a:ext cx="548461" cy="30777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chemeClr val="tx1">
                    <a:lumMod val="65000"/>
                    <a:lumOff val="35000"/>
                  </a:schemeClr>
                </a:solidFill>
                <a:effectLst/>
                <a:uLnTx/>
                <a:uFillTx/>
                <a:latin typeface="Segoe UI"/>
                <a:ea typeface="+mn-ea"/>
                <a:cs typeface="+mn-cs"/>
              </a:rPr>
              <a:t>77%</a:t>
            </a:r>
          </a:p>
        </p:txBody>
      </p:sp>
      <p:grpSp>
        <p:nvGrpSpPr>
          <p:cNvPr id="178" name="Group 177">
            <a:extLst>
              <a:ext uri="{FF2B5EF4-FFF2-40B4-BE49-F238E27FC236}">
                <a16:creationId xmlns:a16="http://schemas.microsoft.com/office/drawing/2014/main" id="{FDA93166-B844-CF11-6E04-7E8747FC9364}"/>
              </a:ext>
            </a:extLst>
          </p:cNvPr>
          <p:cNvGrpSpPr/>
          <p:nvPr/>
        </p:nvGrpSpPr>
        <p:grpSpPr>
          <a:xfrm>
            <a:off x="367990" y="2538384"/>
            <a:ext cx="342000" cy="342000"/>
            <a:chOff x="954380" y="2802104"/>
            <a:chExt cx="683808" cy="683808"/>
          </a:xfrm>
          <a:solidFill>
            <a:schemeClr val="tx1">
              <a:lumMod val="50000"/>
              <a:lumOff val="50000"/>
            </a:schemeClr>
          </a:solidFill>
        </p:grpSpPr>
        <p:sp>
          <p:nvSpPr>
            <p:cNvPr id="179" name="Rounded Rectangle 11">
              <a:extLst>
                <a:ext uri="{FF2B5EF4-FFF2-40B4-BE49-F238E27FC236}">
                  <a16:creationId xmlns:a16="http://schemas.microsoft.com/office/drawing/2014/main" id="{A5E4321E-5BE3-E2BB-E1C5-5F31686A99DF}"/>
                </a:ext>
              </a:extLst>
            </p:cNvPr>
            <p:cNvSpPr/>
            <p:nvPr/>
          </p:nvSpPr>
          <p:spPr>
            <a:xfrm>
              <a:off x="954380" y="2802104"/>
              <a:ext cx="683808" cy="683808"/>
            </a:xfrm>
            <a:prstGeom prst="roundRect">
              <a:avLst>
                <a:gd name="adj" fmla="val 50000"/>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pic>
          <p:nvPicPr>
            <p:cNvPr id="180" name="Picture 179" descr="ic_data_w.png">
              <a:extLst>
                <a:ext uri="{FF2B5EF4-FFF2-40B4-BE49-F238E27FC236}">
                  <a16:creationId xmlns:a16="http://schemas.microsoft.com/office/drawing/2014/main" id="{08E7852D-64D0-B8FD-94C1-7C6F0F8F14E2}"/>
                </a:ext>
              </a:extLst>
            </p:cNvPr>
            <p:cNvPicPr>
              <a:picLocks noChangeAspect="1"/>
            </p:cNvPicPr>
            <p:nvPr/>
          </p:nvPicPr>
          <p:blipFill>
            <a:blip r:embed="rId8"/>
            <a:stretch>
              <a:fillRect/>
            </a:stretch>
          </p:blipFill>
          <p:spPr>
            <a:xfrm>
              <a:off x="1104818" y="2952541"/>
              <a:ext cx="382932" cy="382932"/>
            </a:xfrm>
            <a:prstGeom prst="rect">
              <a:avLst/>
            </a:prstGeom>
            <a:grpFill/>
          </p:spPr>
        </p:pic>
      </p:grpSp>
      <p:sp>
        <p:nvSpPr>
          <p:cNvPr id="160" name="Rounded Rectangle 16">
            <a:extLst>
              <a:ext uri="{FF2B5EF4-FFF2-40B4-BE49-F238E27FC236}">
                <a16:creationId xmlns:a16="http://schemas.microsoft.com/office/drawing/2014/main" id="{4075A56C-DA09-D32A-E0C3-930384804B58}"/>
              </a:ext>
            </a:extLst>
          </p:cNvPr>
          <p:cNvSpPr/>
          <p:nvPr/>
        </p:nvSpPr>
        <p:spPr>
          <a:xfrm>
            <a:off x="187298" y="3592081"/>
            <a:ext cx="1666662" cy="915209"/>
          </a:xfrm>
          <a:prstGeom prst="roundRect">
            <a:avLst>
              <a:gd name="adj" fmla="val 8000"/>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2" name="TextBox 161">
            <a:extLst>
              <a:ext uri="{FF2B5EF4-FFF2-40B4-BE49-F238E27FC236}">
                <a16:creationId xmlns:a16="http://schemas.microsoft.com/office/drawing/2014/main" id="{715CE459-62C7-3BDA-CE98-F17EC8DB9F11}"/>
              </a:ext>
            </a:extLst>
          </p:cNvPr>
          <p:cNvSpPr txBox="1"/>
          <p:nvPr/>
        </p:nvSpPr>
        <p:spPr>
          <a:xfrm>
            <a:off x="282090" y="4060762"/>
            <a:ext cx="1554608" cy="33855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strike="noStrike" kern="1200" cap="none" spc="0" normalizeH="0" baseline="0" noProof="0">
                <a:ln>
                  <a:noFill/>
                </a:ln>
                <a:solidFill>
                  <a:schemeClr val="tx1">
                    <a:lumMod val="65000"/>
                    <a:lumOff val="35000"/>
                  </a:schemeClr>
                </a:solidFill>
                <a:effectLst/>
                <a:uLnTx/>
                <a:uFillTx/>
                <a:latin typeface="Segoe UI"/>
                <a:ea typeface="+mn-ea"/>
                <a:cs typeface="+mn-cs"/>
              </a:rPr>
              <a:t>Legal, privacy &amp; regulatory constraints</a:t>
            </a:r>
          </a:p>
        </p:txBody>
      </p:sp>
      <p:sp>
        <p:nvSpPr>
          <p:cNvPr id="163" name="Chevron 19">
            <a:extLst>
              <a:ext uri="{FF2B5EF4-FFF2-40B4-BE49-F238E27FC236}">
                <a16:creationId xmlns:a16="http://schemas.microsoft.com/office/drawing/2014/main" id="{B8FF7D98-9377-C575-0528-63394B60F899}"/>
              </a:ext>
            </a:extLst>
          </p:cNvPr>
          <p:cNvSpPr/>
          <p:nvPr/>
        </p:nvSpPr>
        <p:spPr>
          <a:xfrm>
            <a:off x="2001307" y="3861830"/>
            <a:ext cx="219456" cy="310896"/>
          </a:xfrm>
          <a:prstGeom prst="chevron">
            <a:avLst/>
          </a:prstGeom>
          <a:solidFill>
            <a:schemeClr val="accent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4" name="Rounded Rectangle 20">
            <a:extLst>
              <a:ext uri="{FF2B5EF4-FFF2-40B4-BE49-F238E27FC236}">
                <a16:creationId xmlns:a16="http://schemas.microsoft.com/office/drawing/2014/main" id="{DAB717F4-3066-A447-7EA8-0CD4962CF44E}"/>
              </a:ext>
            </a:extLst>
          </p:cNvPr>
          <p:cNvSpPr/>
          <p:nvPr/>
        </p:nvSpPr>
        <p:spPr>
          <a:xfrm>
            <a:off x="2353636" y="3592081"/>
            <a:ext cx="3725701" cy="915209"/>
          </a:xfrm>
          <a:prstGeom prst="roundRect">
            <a:avLst>
              <a:gd name="adj" fmla="val 8000"/>
            </a:avLst>
          </a:prstGeom>
          <a:solidFill>
            <a:schemeClr val="accent2">
              <a:lumMod val="50000"/>
            </a:schemeClr>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192" name="Group 191">
            <a:extLst>
              <a:ext uri="{FF2B5EF4-FFF2-40B4-BE49-F238E27FC236}">
                <a16:creationId xmlns:a16="http://schemas.microsoft.com/office/drawing/2014/main" id="{FD0E4E57-CD09-A5B0-5B3C-A57F60874A60}"/>
              </a:ext>
            </a:extLst>
          </p:cNvPr>
          <p:cNvGrpSpPr/>
          <p:nvPr/>
        </p:nvGrpSpPr>
        <p:grpSpPr>
          <a:xfrm>
            <a:off x="2477962" y="3728074"/>
            <a:ext cx="576000" cy="576000"/>
            <a:chOff x="2857345" y="3849670"/>
            <a:chExt cx="530352" cy="530352"/>
          </a:xfrm>
          <a:solidFill>
            <a:schemeClr val="accent2"/>
          </a:solidFill>
        </p:grpSpPr>
        <p:sp>
          <p:nvSpPr>
            <p:cNvPr id="165" name="Oval 164">
              <a:extLst>
                <a:ext uri="{FF2B5EF4-FFF2-40B4-BE49-F238E27FC236}">
                  <a16:creationId xmlns:a16="http://schemas.microsoft.com/office/drawing/2014/main" id="{20902835-0622-67C3-AEC6-0735343D43AA}"/>
                </a:ext>
              </a:extLst>
            </p:cNvPr>
            <p:cNvSpPr/>
            <p:nvPr/>
          </p:nvSpPr>
          <p:spPr>
            <a:xfrm>
              <a:off x="2857345" y="3849670"/>
              <a:ext cx="530352" cy="530352"/>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66" name="Picture 165" descr="image.png">
              <a:extLst>
                <a:ext uri="{FF2B5EF4-FFF2-40B4-BE49-F238E27FC236}">
                  <a16:creationId xmlns:a16="http://schemas.microsoft.com/office/drawing/2014/main" id="{FA27F0A2-C714-2F79-6FBB-BACBB1ACC994}"/>
                </a:ext>
              </a:extLst>
            </p:cNvPr>
            <p:cNvPicPr>
              <a:picLocks noChangeAspect="1"/>
            </p:cNvPicPr>
            <p:nvPr/>
          </p:nvPicPr>
          <p:blipFill>
            <a:blip r:embed="rId9"/>
            <a:stretch>
              <a:fillRect/>
            </a:stretch>
          </p:blipFill>
          <p:spPr>
            <a:xfrm>
              <a:off x="2974022" y="3966347"/>
              <a:ext cx="296997" cy="296997"/>
            </a:xfrm>
            <a:prstGeom prst="rect">
              <a:avLst/>
            </a:prstGeom>
            <a:grpFill/>
          </p:spPr>
        </p:pic>
      </p:grpSp>
      <p:sp>
        <p:nvSpPr>
          <p:cNvPr id="167" name="TextBox 166">
            <a:extLst>
              <a:ext uri="{FF2B5EF4-FFF2-40B4-BE49-F238E27FC236}">
                <a16:creationId xmlns:a16="http://schemas.microsoft.com/office/drawing/2014/main" id="{9564F5CB-E0A3-C53E-D6B9-6AD55E8D53A3}"/>
              </a:ext>
            </a:extLst>
          </p:cNvPr>
          <p:cNvSpPr txBox="1"/>
          <p:nvPr/>
        </p:nvSpPr>
        <p:spPr>
          <a:xfrm>
            <a:off x="3146640" y="3685528"/>
            <a:ext cx="2578607" cy="2154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b="1" i="0" u="none" strike="noStrike" kern="1200" cap="none" spc="0" normalizeH="0" baseline="0" noProof="0">
                <a:ln>
                  <a:noFill/>
                </a:ln>
                <a:solidFill>
                  <a:schemeClr val="bg1"/>
                </a:solidFill>
                <a:effectLst/>
                <a:uLnTx/>
                <a:uFillTx/>
                <a:latin typeface="Segoe UI"/>
                <a:ea typeface="+mn-ea"/>
                <a:cs typeface="+mn-cs"/>
              </a:rPr>
              <a:t>CLEARER GUARDRAILS</a:t>
            </a:r>
          </a:p>
        </p:txBody>
      </p:sp>
      <p:sp>
        <p:nvSpPr>
          <p:cNvPr id="168" name="TextBox 167">
            <a:extLst>
              <a:ext uri="{FF2B5EF4-FFF2-40B4-BE49-F238E27FC236}">
                <a16:creationId xmlns:a16="http://schemas.microsoft.com/office/drawing/2014/main" id="{4E4E249B-5044-CEC6-D030-B0603D5046E0}"/>
              </a:ext>
            </a:extLst>
          </p:cNvPr>
          <p:cNvSpPr txBox="1"/>
          <p:nvPr/>
        </p:nvSpPr>
        <p:spPr>
          <a:xfrm>
            <a:off x="3146640" y="3930410"/>
            <a:ext cx="2841257" cy="50783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chemeClr val="bg1"/>
                </a:solidFill>
                <a:effectLst/>
                <a:uLnTx/>
                <a:uFillTx/>
                <a:latin typeface="Segoe UI"/>
                <a:ea typeface="+mn-ea"/>
                <a:cs typeface="+mn-cs"/>
              </a:rPr>
              <a:t>One governed framework sets what </a:t>
            </a:r>
            <a:r>
              <a:rPr kumimoji="0" lang="en-US" sz="1100" b="0" i="0" u="none" strike="noStrike" kern="1200" cap="none" spc="0" normalizeH="0" baseline="0" noProof="0">
                <a:ln>
                  <a:noFill/>
                </a:ln>
                <a:solidFill>
                  <a:schemeClr val="bg1"/>
                </a:solidFill>
                <a:effectLst/>
                <a:uLnTx/>
                <a:uFillTx/>
                <a:latin typeface="Segoe UI"/>
                <a:ea typeface="+mn-ea"/>
                <a:cs typeface="+mn-cs"/>
              </a:rPr>
              <a:t>data </a:t>
            </a:r>
            <a:r>
              <a:rPr kumimoji="0" sz="1100" b="0" i="0" u="none" strike="noStrike" kern="1200" cap="none" spc="0" normalizeH="0" baseline="0" noProof="0">
                <a:ln>
                  <a:noFill/>
                </a:ln>
                <a:solidFill>
                  <a:schemeClr val="bg1"/>
                </a:solidFill>
                <a:effectLst/>
                <a:uLnTx/>
                <a:uFillTx/>
                <a:latin typeface="Segoe UI"/>
                <a:ea typeface="+mn-ea"/>
                <a:cs typeface="+mn-cs"/>
              </a:rPr>
              <a:t>can be shared, with whom and under what safeguards.</a:t>
            </a:r>
          </a:p>
        </p:txBody>
      </p:sp>
      <p:sp>
        <p:nvSpPr>
          <p:cNvPr id="161" name="TextBox 160">
            <a:extLst>
              <a:ext uri="{FF2B5EF4-FFF2-40B4-BE49-F238E27FC236}">
                <a16:creationId xmlns:a16="http://schemas.microsoft.com/office/drawing/2014/main" id="{B86DAD3E-D208-BEF1-1842-67A0C67CDCA7}"/>
              </a:ext>
            </a:extLst>
          </p:cNvPr>
          <p:cNvSpPr txBox="1"/>
          <p:nvPr/>
        </p:nvSpPr>
        <p:spPr>
          <a:xfrm>
            <a:off x="842411" y="3704537"/>
            <a:ext cx="548461" cy="30777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chemeClr val="tx1">
                    <a:lumMod val="65000"/>
                    <a:lumOff val="35000"/>
                  </a:schemeClr>
                </a:solidFill>
                <a:effectLst/>
                <a:uLnTx/>
                <a:uFillTx/>
                <a:latin typeface="Segoe UI"/>
                <a:ea typeface="+mn-ea"/>
                <a:cs typeface="+mn-cs"/>
              </a:rPr>
              <a:t>73%</a:t>
            </a:r>
          </a:p>
        </p:txBody>
      </p:sp>
      <p:grpSp>
        <p:nvGrpSpPr>
          <p:cNvPr id="181" name="Group 180">
            <a:extLst>
              <a:ext uri="{FF2B5EF4-FFF2-40B4-BE49-F238E27FC236}">
                <a16:creationId xmlns:a16="http://schemas.microsoft.com/office/drawing/2014/main" id="{1FE75C59-F2FD-24E5-29EC-07345705C9D6}"/>
              </a:ext>
            </a:extLst>
          </p:cNvPr>
          <p:cNvGrpSpPr/>
          <p:nvPr/>
        </p:nvGrpSpPr>
        <p:grpSpPr>
          <a:xfrm>
            <a:off x="367990" y="3679634"/>
            <a:ext cx="342000" cy="342000"/>
            <a:chOff x="4922876" y="2802104"/>
            <a:chExt cx="683808" cy="683808"/>
          </a:xfrm>
          <a:solidFill>
            <a:schemeClr val="tx1">
              <a:lumMod val="50000"/>
              <a:lumOff val="50000"/>
            </a:schemeClr>
          </a:solidFill>
        </p:grpSpPr>
        <p:sp>
          <p:nvSpPr>
            <p:cNvPr id="182" name="Rounded Rectangle 21">
              <a:extLst>
                <a:ext uri="{FF2B5EF4-FFF2-40B4-BE49-F238E27FC236}">
                  <a16:creationId xmlns:a16="http://schemas.microsoft.com/office/drawing/2014/main" id="{033EB593-F2AB-8800-6AE5-80F2710C842A}"/>
                </a:ext>
              </a:extLst>
            </p:cNvPr>
            <p:cNvSpPr/>
            <p:nvPr/>
          </p:nvSpPr>
          <p:spPr>
            <a:xfrm>
              <a:off x="4922876" y="2802104"/>
              <a:ext cx="683808" cy="683808"/>
            </a:xfrm>
            <a:prstGeom prst="roundRect">
              <a:avLst>
                <a:gd name="adj" fmla="val 50000"/>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pic>
          <p:nvPicPr>
            <p:cNvPr id="183" name="Picture 182" descr="image.png">
              <a:extLst>
                <a:ext uri="{FF2B5EF4-FFF2-40B4-BE49-F238E27FC236}">
                  <a16:creationId xmlns:a16="http://schemas.microsoft.com/office/drawing/2014/main" id="{343209F2-5776-8D50-87C2-562876F2F9A0}"/>
                </a:ext>
              </a:extLst>
            </p:cNvPr>
            <p:cNvPicPr>
              <a:picLocks noChangeAspect="1"/>
            </p:cNvPicPr>
            <p:nvPr/>
          </p:nvPicPr>
          <p:blipFill>
            <a:blip r:embed="rId9"/>
            <a:stretch>
              <a:fillRect/>
            </a:stretch>
          </p:blipFill>
          <p:spPr>
            <a:xfrm>
              <a:off x="5073314" y="2952541"/>
              <a:ext cx="382932" cy="382932"/>
            </a:xfrm>
            <a:prstGeom prst="rect">
              <a:avLst/>
            </a:prstGeom>
            <a:grpFill/>
          </p:spPr>
        </p:pic>
      </p:grpSp>
      <p:sp>
        <p:nvSpPr>
          <p:cNvPr id="169" name="Rounded Rectangle 25">
            <a:extLst>
              <a:ext uri="{FF2B5EF4-FFF2-40B4-BE49-F238E27FC236}">
                <a16:creationId xmlns:a16="http://schemas.microsoft.com/office/drawing/2014/main" id="{8CE9AEC9-45EC-3F30-21F8-53CE5135CC06}"/>
              </a:ext>
            </a:extLst>
          </p:cNvPr>
          <p:cNvSpPr/>
          <p:nvPr/>
        </p:nvSpPr>
        <p:spPr>
          <a:xfrm>
            <a:off x="187298" y="4733331"/>
            <a:ext cx="1666662" cy="915209"/>
          </a:xfrm>
          <a:prstGeom prst="roundRect">
            <a:avLst>
              <a:gd name="adj" fmla="val 8000"/>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1" name="TextBox 170">
            <a:extLst>
              <a:ext uri="{FF2B5EF4-FFF2-40B4-BE49-F238E27FC236}">
                <a16:creationId xmlns:a16="http://schemas.microsoft.com/office/drawing/2014/main" id="{4D85E624-749E-6C2E-E29E-9EBAB4E939D0}"/>
              </a:ext>
            </a:extLst>
          </p:cNvPr>
          <p:cNvSpPr txBox="1"/>
          <p:nvPr/>
        </p:nvSpPr>
        <p:spPr>
          <a:xfrm>
            <a:off x="282090" y="5202012"/>
            <a:ext cx="1554608" cy="33855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strike="noStrike" kern="1200" cap="none" spc="0" normalizeH="0" baseline="0" noProof="0">
                <a:ln>
                  <a:noFill/>
                </a:ln>
                <a:solidFill>
                  <a:schemeClr val="tx1">
                    <a:lumMod val="65000"/>
                    <a:lumOff val="35000"/>
                  </a:schemeClr>
                </a:solidFill>
                <a:effectLst/>
                <a:uLnTx/>
                <a:uFillTx/>
                <a:latin typeface="Segoe UI"/>
                <a:ea typeface="+mn-ea"/>
                <a:cs typeface="+mn-cs"/>
              </a:rPr>
              <a:t>Lack of external industry participation</a:t>
            </a:r>
          </a:p>
        </p:txBody>
      </p:sp>
      <p:sp>
        <p:nvSpPr>
          <p:cNvPr id="172" name="Chevron 28">
            <a:extLst>
              <a:ext uri="{FF2B5EF4-FFF2-40B4-BE49-F238E27FC236}">
                <a16:creationId xmlns:a16="http://schemas.microsoft.com/office/drawing/2014/main" id="{76E1CD78-0378-337B-6B5C-BAA53AADF7B9}"/>
              </a:ext>
            </a:extLst>
          </p:cNvPr>
          <p:cNvSpPr/>
          <p:nvPr/>
        </p:nvSpPr>
        <p:spPr>
          <a:xfrm>
            <a:off x="2001307" y="5003080"/>
            <a:ext cx="219456" cy="310896"/>
          </a:xfrm>
          <a:prstGeom prst="chevron">
            <a:avLst/>
          </a:prstGeom>
          <a:solidFill>
            <a:schemeClr val="accent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3" name="Rounded Rectangle 29">
            <a:extLst>
              <a:ext uri="{FF2B5EF4-FFF2-40B4-BE49-F238E27FC236}">
                <a16:creationId xmlns:a16="http://schemas.microsoft.com/office/drawing/2014/main" id="{FC47FD2D-4A63-596E-63B2-A42E0CDB3CE2}"/>
              </a:ext>
            </a:extLst>
          </p:cNvPr>
          <p:cNvSpPr/>
          <p:nvPr/>
        </p:nvSpPr>
        <p:spPr>
          <a:xfrm>
            <a:off x="2353636" y="4733331"/>
            <a:ext cx="3725701" cy="915209"/>
          </a:xfrm>
          <a:prstGeom prst="roundRect">
            <a:avLst>
              <a:gd name="adj" fmla="val 8000"/>
            </a:avLst>
          </a:prstGeom>
          <a:solidFill>
            <a:schemeClr val="accent2">
              <a:lumMod val="50000"/>
            </a:schemeClr>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191" name="Group 190">
            <a:extLst>
              <a:ext uri="{FF2B5EF4-FFF2-40B4-BE49-F238E27FC236}">
                <a16:creationId xmlns:a16="http://schemas.microsoft.com/office/drawing/2014/main" id="{3880D3BE-93D9-07EA-DCBD-BC720D4A6BDC}"/>
              </a:ext>
            </a:extLst>
          </p:cNvPr>
          <p:cNvGrpSpPr/>
          <p:nvPr/>
        </p:nvGrpSpPr>
        <p:grpSpPr>
          <a:xfrm>
            <a:off x="2477962" y="4869324"/>
            <a:ext cx="576000" cy="576000"/>
            <a:chOff x="2857345" y="4791502"/>
            <a:chExt cx="530352" cy="530352"/>
          </a:xfrm>
          <a:solidFill>
            <a:schemeClr val="accent2"/>
          </a:solidFill>
        </p:grpSpPr>
        <p:sp>
          <p:nvSpPr>
            <p:cNvPr id="174" name="Oval 173">
              <a:extLst>
                <a:ext uri="{FF2B5EF4-FFF2-40B4-BE49-F238E27FC236}">
                  <a16:creationId xmlns:a16="http://schemas.microsoft.com/office/drawing/2014/main" id="{DDCDE625-2F6C-3BCE-F865-7866EAA47BE1}"/>
                </a:ext>
              </a:extLst>
            </p:cNvPr>
            <p:cNvSpPr/>
            <p:nvPr/>
          </p:nvSpPr>
          <p:spPr>
            <a:xfrm>
              <a:off x="2857345" y="4791502"/>
              <a:ext cx="530352" cy="530352"/>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75" name="Picture 174" descr="image.png">
              <a:extLst>
                <a:ext uri="{FF2B5EF4-FFF2-40B4-BE49-F238E27FC236}">
                  <a16:creationId xmlns:a16="http://schemas.microsoft.com/office/drawing/2014/main" id="{03AD65A0-19E8-C669-D8CA-15D797F7790D}"/>
                </a:ext>
              </a:extLst>
            </p:cNvPr>
            <p:cNvPicPr>
              <a:picLocks noChangeAspect="1"/>
            </p:cNvPicPr>
            <p:nvPr/>
          </p:nvPicPr>
          <p:blipFill>
            <a:blip r:embed="rId10"/>
            <a:stretch>
              <a:fillRect/>
            </a:stretch>
          </p:blipFill>
          <p:spPr>
            <a:xfrm>
              <a:off x="2974022" y="4908179"/>
              <a:ext cx="296997" cy="296997"/>
            </a:xfrm>
            <a:prstGeom prst="rect">
              <a:avLst/>
            </a:prstGeom>
            <a:grpFill/>
          </p:spPr>
        </p:pic>
      </p:grpSp>
      <p:sp>
        <p:nvSpPr>
          <p:cNvPr id="176" name="TextBox 175">
            <a:extLst>
              <a:ext uri="{FF2B5EF4-FFF2-40B4-BE49-F238E27FC236}">
                <a16:creationId xmlns:a16="http://schemas.microsoft.com/office/drawing/2014/main" id="{32807EA9-E4DA-0C42-D293-5751A25C1376}"/>
              </a:ext>
            </a:extLst>
          </p:cNvPr>
          <p:cNvSpPr txBox="1"/>
          <p:nvPr/>
        </p:nvSpPr>
        <p:spPr>
          <a:xfrm>
            <a:off x="3146640" y="4826778"/>
            <a:ext cx="2578607" cy="2154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b="1" i="0" u="none" strike="noStrike" kern="1200" cap="none" spc="0" normalizeH="0" baseline="0" noProof="0">
                <a:ln>
                  <a:noFill/>
                </a:ln>
                <a:solidFill>
                  <a:schemeClr val="bg1"/>
                </a:solidFill>
                <a:effectLst/>
                <a:uLnTx/>
                <a:uFillTx/>
                <a:latin typeface="Segoe UI"/>
                <a:ea typeface="+mn-ea"/>
                <a:cs typeface="+mn-cs"/>
              </a:rPr>
              <a:t>A TRUSTED NETWORK</a:t>
            </a:r>
          </a:p>
        </p:txBody>
      </p:sp>
      <p:sp>
        <p:nvSpPr>
          <p:cNvPr id="177" name="TextBox 176">
            <a:extLst>
              <a:ext uri="{FF2B5EF4-FFF2-40B4-BE49-F238E27FC236}">
                <a16:creationId xmlns:a16="http://schemas.microsoft.com/office/drawing/2014/main" id="{9FE629B8-B58A-663D-E783-8944FA7B9547}"/>
              </a:ext>
            </a:extLst>
          </p:cNvPr>
          <p:cNvSpPr txBox="1"/>
          <p:nvPr/>
        </p:nvSpPr>
        <p:spPr>
          <a:xfrm>
            <a:off x="3146640" y="5071660"/>
            <a:ext cx="2841257" cy="50783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bg1"/>
                </a:solidFill>
                <a:effectLst/>
                <a:uLnTx/>
                <a:uFillTx/>
                <a:latin typeface="Segoe UI"/>
                <a:ea typeface="+mn-ea"/>
                <a:cs typeface="+mn-cs"/>
              </a:rPr>
              <a:t>Shared rules and oversight build trust, giving organizations the confidence to contribute and act on shared intelligence.</a:t>
            </a:r>
            <a:endParaRPr kumimoji="0" sz="1100" b="0" i="0" u="none" strike="noStrike" kern="1200" cap="none" spc="0" normalizeH="0" baseline="0" noProof="0" dirty="0">
              <a:ln>
                <a:noFill/>
              </a:ln>
              <a:solidFill>
                <a:schemeClr val="bg1"/>
              </a:solidFill>
              <a:effectLst/>
              <a:uLnTx/>
              <a:uFillTx/>
              <a:latin typeface="Segoe UI"/>
              <a:ea typeface="+mn-ea"/>
              <a:cs typeface="+mn-cs"/>
            </a:endParaRPr>
          </a:p>
        </p:txBody>
      </p:sp>
      <p:sp>
        <p:nvSpPr>
          <p:cNvPr id="170" name="TextBox 169">
            <a:extLst>
              <a:ext uri="{FF2B5EF4-FFF2-40B4-BE49-F238E27FC236}">
                <a16:creationId xmlns:a16="http://schemas.microsoft.com/office/drawing/2014/main" id="{806F1455-1429-9294-5263-C0F32531165F}"/>
              </a:ext>
            </a:extLst>
          </p:cNvPr>
          <p:cNvSpPr txBox="1"/>
          <p:nvPr/>
        </p:nvSpPr>
        <p:spPr>
          <a:xfrm>
            <a:off x="842411" y="4845787"/>
            <a:ext cx="548461" cy="30777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chemeClr val="tx1">
                    <a:lumMod val="65000"/>
                    <a:lumOff val="35000"/>
                  </a:schemeClr>
                </a:solidFill>
                <a:effectLst/>
                <a:uLnTx/>
                <a:uFillTx/>
                <a:latin typeface="Segoe UI"/>
                <a:ea typeface="+mn-ea"/>
                <a:cs typeface="+mn-cs"/>
              </a:rPr>
              <a:t>60%</a:t>
            </a:r>
          </a:p>
        </p:txBody>
      </p:sp>
      <p:grpSp>
        <p:nvGrpSpPr>
          <p:cNvPr id="184" name="Group 183">
            <a:extLst>
              <a:ext uri="{FF2B5EF4-FFF2-40B4-BE49-F238E27FC236}">
                <a16:creationId xmlns:a16="http://schemas.microsoft.com/office/drawing/2014/main" id="{291D2843-B380-D391-6CB2-167478A3605D}"/>
              </a:ext>
            </a:extLst>
          </p:cNvPr>
          <p:cNvGrpSpPr/>
          <p:nvPr/>
        </p:nvGrpSpPr>
        <p:grpSpPr>
          <a:xfrm>
            <a:off x="367990" y="4820884"/>
            <a:ext cx="342000" cy="342000"/>
            <a:chOff x="8891371" y="2802104"/>
            <a:chExt cx="683808" cy="683808"/>
          </a:xfrm>
          <a:solidFill>
            <a:schemeClr val="tx1">
              <a:lumMod val="50000"/>
              <a:lumOff val="50000"/>
            </a:schemeClr>
          </a:solidFill>
        </p:grpSpPr>
        <p:sp>
          <p:nvSpPr>
            <p:cNvPr id="185" name="Rounded Rectangle 31">
              <a:extLst>
                <a:ext uri="{FF2B5EF4-FFF2-40B4-BE49-F238E27FC236}">
                  <a16:creationId xmlns:a16="http://schemas.microsoft.com/office/drawing/2014/main" id="{0ED4CA89-A390-64B7-5DEB-019AC130C77B}"/>
                </a:ext>
              </a:extLst>
            </p:cNvPr>
            <p:cNvSpPr/>
            <p:nvPr/>
          </p:nvSpPr>
          <p:spPr>
            <a:xfrm>
              <a:off x="8891371" y="2802104"/>
              <a:ext cx="683808" cy="683808"/>
            </a:xfrm>
            <a:prstGeom prst="roundRect">
              <a:avLst>
                <a:gd name="adj" fmla="val 50000"/>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pic>
          <p:nvPicPr>
            <p:cNvPr id="186" name="Picture 185" descr="ic_people_w.png">
              <a:extLst>
                <a:ext uri="{FF2B5EF4-FFF2-40B4-BE49-F238E27FC236}">
                  <a16:creationId xmlns:a16="http://schemas.microsoft.com/office/drawing/2014/main" id="{E775A239-D9D1-C8B0-F626-E8BA574A9456}"/>
                </a:ext>
              </a:extLst>
            </p:cNvPr>
            <p:cNvPicPr>
              <a:picLocks noChangeAspect="1"/>
            </p:cNvPicPr>
            <p:nvPr/>
          </p:nvPicPr>
          <p:blipFill>
            <a:blip r:embed="rId10"/>
            <a:stretch>
              <a:fillRect/>
            </a:stretch>
          </p:blipFill>
          <p:spPr>
            <a:xfrm>
              <a:off x="9041810" y="2952541"/>
              <a:ext cx="382932" cy="382932"/>
            </a:xfrm>
            <a:prstGeom prst="rect">
              <a:avLst/>
            </a:prstGeom>
            <a:grpFill/>
          </p:spPr>
        </p:pic>
      </p:grpSp>
      <p:sp>
        <p:nvSpPr>
          <p:cNvPr id="4" name="Rounded Rectangle 193">
            <a:extLst>
              <a:ext uri="{FF2B5EF4-FFF2-40B4-BE49-F238E27FC236}">
                <a16:creationId xmlns:a16="http://schemas.microsoft.com/office/drawing/2014/main" id="{B348BE0A-A454-0708-A1D2-3A62082FC176}"/>
              </a:ext>
            </a:extLst>
          </p:cNvPr>
          <p:cNvSpPr/>
          <p:nvPr/>
        </p:nvSpPr>
        <p:spPr>
          <a:xfrm>
            <a:off x="6368436" y="6051291"/>
            <a:ext cx="5577840" cy="438116"/>
          </a:xfrm>
          <a:prstGeom prst="roundRect">
            <a:avLst>
              <a:gd name="adj" fmla="val 20000"/>
            </a:avLst>
          </a:prstGeom>
          <a:solidFill>
            <a:srgbClr val="023D20"/>
          </a:solidFill>
          <a:ln w="15875">
            <a:solidFill>
              <a:srgbClr val="4EA72E"/>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sz="1000" b="1">
                <a:solidFill>
                  <a:srgbClr val="86BC25"/>
                </a:solidFill>
                <a:latin typeface="Segoe UI"/>
              </a:rPr>
              <a:t>Beyond the barriers: </a:t>
            </a:r>
            <a:r>
              <a:rPr lang="en-US" sz="1000" b="0">
                <a:solidFill>
                  <a:srgbClr val="FFFFFF"/>
                </a:solidFill>
                <a:latin typeface="Segoe UI"/>
              </a:rPr>
              <a:t>A central utility </a:t>
            </a:r>
            <a:r>
              <a:rPr lang="en-US" sz="1000">
                <a:solidFill>
                  <a:srgbClr val="FFFFFF"/>
                </a:solidFill>
                <a:latin typeface="Segoe UI"/>
              </a:rPr>
              <a:t>also connects each sector's partial view of the fraud lifecycle, </a:t>
            </a:r>
            <a:r>
              <a:rPr lang="en-US" sz="1000" b="0">
                <a:solidFill>
                  <a:srgbClr val="FFFFFF"/>
                </a:solidFill>
                <a:latin typeface="Segoe UI"/>
              </a:rPr>
              <a:t>so fraud can be spotted and stopped earlier. </a:t>
            </a:r>
            <a:endParaRPr lang="en-CA" sz="1000" b="0">
              <a:solidFill>
                <a:srgbClr val="FFFFFF"/>
              </a:solidFill>
              <a:latin typeface="Segoe UI"/>
            </a:endParaRPr>
          </a:p>
        </p:txBody>
      </p:sp>
      <p:grpSp>
        <p:nvGrpSpPr>
          <p:cNvPr id="7" name="Group 6">
            <a:extLst>
              <a:ext uri="{FF2B5EF4-FFF2-40B4-BE49-F238E27FC236}">
                <a16:creationId xmlns:a16="http://schemas.microsoft.com/office/drawing/2014/main" id="{C69452AB-A9AB-99DB-35BE-DB21F0CD73CB}"/>
              </a:ext>
            </a:extLst>
          </p:cNvPr>
          <p:cNvGrpSpPr/>
          <p:nvPr/>
        </p:nvGrpSpPr>
        <p:grpSpPr>
          <a:xfrm>
            <a:off x="249638" y="464705"/>
            <a:ext cx="11521440" cy="585793"/>
            <a:chOff x="249638" y="464705"/>
            <a:chExt cx="11521440" cy="585793"/>
          </a:xfrm>
        </p:grpSpPr>
        <p:sp>
          <p:nvSpPr>
            <p:cNvPr id="8" name="Text 22">
              <a:extLst>
                <a:ext uri="{FF2B5EF4-FFF2-40B4-BE49-F238E27FC236}">
                  <a16:creationId xmlns:a16="http://schemas.microsoft.com/office/drawing/2014/main" id="{FC301557-2BFE-D0F2-64CF-02F262D1C6E5}"/>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80" normalizeH="0" baseline="0" noProof="0" dirty="0">
                  <a:ln>
                    <a:noFill/>
                  </a:ln>
                  <a:solidFill>
                    <a:srgbClr val="4EA72E"/>
                  </a:solidFill>
                  <a:effectLst/>
                  <a:uLnTx/>
                  <a:uFillTx/>
                  <a:latin typeface="Segoe UI" panose="020B0502040204020203" pitchFamily="34" charset="0"/>
                  <a:ea typeface="Arial" pitchFamily="34" charset="-122"/>
                  <a:cs typeface="Segoe UI" panose="020B0502040204020203" pitchFamily="34" charset="0"/>
                </a:rPr>
                <a:t>THE SOLUTION</a:t>
              </a:r>
            </a:p>
          </p:txBody>
        </p:sp>
        <p:sp>
          <p:nvSpPr>
            <p:cNvPr id="9" name="TextBox 8">
              <a:extLst>
                <a:ext uri="{FF2B5EF4-FFF2-40B4-BE49-F238E27FC236}">
                  <a16:creationId xmlns:a16="http://schemas.microsoft.com/office/drawing/2014/main" id="{DEAC3A66-00C7-D887-E769-A663F3FF0193}"/>
                </a:ext>
              </a:extLst>
            </p:cNvPr>
            <p:cNvSpPr txBox="1"/>
            <p:nvPr/>
          </p:nvSpPr>
          <p:spPr>
            <a:xfrm>
              <a:off x="249638" y="711944"/>
              <a:ext cx="11521440" cy="338554"/>
            </a:xfrm>
            <a:prstGeom prst="rect">
              <a:avLst/>
            </a:prstGeom>
            <a:noFill/>
          </p:spPr>
          <p:txBody>
            <a:bodyPr wrap="square" lIns="0" tIns="0" rIns="0" bIns="0" anchor="t">
              <a:spAutoFit/>
            </a:bodyPr>
            <a:lstStyle/>
            <a:p>
              <a:pPr lvl="0">
                <a:buClrTx/>
                <a:defRPr/>
              </a:pPr>
              <a:r>
                <a:rPr lang="en-US" sz="2200" b="1" kern="1200">
                  <a:solidFill>
                    <a:schemeClr val="bg1"/>
                  </a:solidFill>
                  <a:latin typeface="Segoe UI"/>
                </a:rPr>
                <a:t>A centralized utility addresses all three barriers at the source</a:t>
              </a:r>
            </a:p>
          </p:txBody>
        </p:sp>
      </p:grpSp>
      <p:sp>
        <p:nvSpPr>
          <p:cNvPr id="3" name="TextBox 2">
            <a:extLst>
              <a:ext uri="{FF2B5EF4-FFF2-40B4-BE49-F238E27FC236}">
                <a16:creationId xmlns:a16="http://schemas.microsoft.com/office/drawing/2014/main" id="{FE558224-F266-D400-00B2-AB291274DA7C}"/>
              </a:ext>
            </a:extLst>
          </p:cNvPr>
          <p:cNvSpPr txBox="1"/>
          <p:nvPr/>
        </p:nvSpPr>
        <p:spPr>
          <a:xfrm>
            <a:off x="5974973" y="6559550"/>
            <a:ext cx="242054" cy="153888"/>
          </a:xfrm>
          <a:prstGeom prst="rect">
            <a:avLst/>
          </a:prstGeom>
          <a:noFill/>
        </p:spPr>
        <p:txBody>
          <a:bodyPr wrap="none" lIns="0" tIns="0" rIns="0" bIns="0" rtlCol="0">
            <a:spAutoFit/>
          </a:bodyPr>
          <a:lstStyle/>
          <a:p>
            <a:pPr marL="0" indent="0" algn="ctr">
              <a:spcBef>
                <a:spcPts val="800"/>
              </a:spcBef>
              <a:buSzPct val="100000"/>
              <a:buFont typeface="Arial"/>
              <a:buNone/>
            </a:pPr>
            <a:r>
              <a:rPr lang="en-US" sz="1000" noProof="0">
                <a:solidFill>
                  <a:schemeClr val="bg1"/>
                </a:solidFill>
                <a:latin typeface="Segoe UI" panose="020B0502040204020203" pitchFamily="34" charset="0"/>
                <a:cs typeface="Segoe UI" panose="020B0502040204020203" pitchFamily="34" charset="0"/>
              </a:rPr>
              <a:t>- </a:t>
            </a:r>
            <a:fld id="{C58DF478-B544-4ED8-9ED4-6A2648E2D233}" type="slidenum">
              <a:rPr lang="en-US" sz="1000" noProof="0" smtClean="0">
                <a:solidFill>
                  <a:schemeClr val="bg1"/>
                </a:solidFill>
                <a:latin typeface="Segoe UI" panose="020B0502040204020203" pitchFamily="34" charset="0"/>
                <a:cs typeface="Segoe UI" panose="020B0502040204020203" pitchFamily="34" charset="0"/>
              </a:rPr>
              <a:pPr marL="0" indent="0" algn="ctr">
                <a:spcBef>
                  <a:spcPts val="800"/>
                </a:spcBef>
                <a:buSzPct val="100000"/>
                <a:buFont typeface="Arial"/>
                <a:buNone/>
              </a:pPr>
              <a:t>9</a:t>
            </a:fld>
            <a:r>
              <a:rPr lang="en-US" sz="1000" noProof="0">
                <a:solidFill>
                  <a:schemeClr val="bg1"/>
                </a:solidFill>
                <a:latin typeface="Segoe UI" panose="020B0502040204020203" pitchFamily="34" charset="0"/>
                <a:cs typeface="Segoe UI" panose="020B0502040204020203" pitchFamily="34" charset="0"/>
              </a:rPr>
              <a:t> -</a:t>
            </a:r>
          </a:p>
        </p:txBody>
      </p:sp>
      <p:sp>
        <p:nvSpPr>
          <p:cNvPr id="5" name="Rectangle 4">
            <a:extLst>
              <a:ext uri="{FF2B5EF4-FFF2-40B4-BE49-F238E27FC236}">
                <a16:creationId xmlns:a16="http://schemas.microsoft.com/office/drawing/2014/main" id="{B632227E-1E95-C277-82CF-70AF82D9A3A7}"/>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lvl="0" algn="just">
              <a:buClrTx/>
              <a:defRPr/>
            </a:pPr>
            <a:r>
              <a:rPr lang="en-US" sz="800" kern="1200">
                <a:solidFill>
                  <a:schemeClr val="bg1"/>
                </a:solidFill>
                <a:latin typeface="Segoe UI" panose="020B0502040204020203" pitchFamily="34" charset="0"/>
                <a:ea typeface="Open Sans" panose="020B0606030504020204" pitchFamily="34" charset="0"/>
                <a:cs typeface="Segoe UI" panose="020B0502040204020203" pitchFamily="34" charset="0"/>
              </a:rPr>
              <a:t>For detailed data please refer to </a:t>
            </a:r>
            <a:r>
              <a:rPr lang="en-US" sz="800" kern="1200">
                <a:solidFill>
                  <a:schemeClr val="bg1"/>
                </a:solidFill>
                <a:latin typeface="Segoe UI" panose="020B0502040204020203" pitchFamily="34" charset="0"/>
                <a:ea typeface="Open Sans" panose="020B0606030504020204" pitchFamily="34" charset="0"/>
                <a:cs typeface="Segoe UI" panose="020B0502040204020203" pitchFamily="34" charset="0"/>
                <a:hlinkClick r:id="rId11" action="ppaction://hlinksldjump">
                  <a:extLst>
                    <a:ext uri="{A12FA001-AC4F-418D-AE19-62706E023703}">
                      <ahyp:hlinkClr xmlns:ahyp="http://schemas.microsoft.com/office/drawing/2018/hyperlinkcolor" val="tx"/>
                    </a:ext>
                  </a:extLst>
                </a:hlinkClick>
              </a:rPr>
              <a:t>Appendix</a:t>
            </a:r>
            <a:r>
              <a:rPr lang="en-US" sz="800" kern="1200">
                <a:solidFill>
                  <a:schemeClr val="bg1"/>
                </a:solidFill>
                <a:latin typeface="Segoe UI" panose="020B0502040204020203" pitchFamily="34" charset="0"/>
                <a:ea typeface="Open Sans" panose="020B0606030504020204" pitchFamily="34" charset="0"/>
                <a:cs typeface="Segoe UI" panose="020B0502040204020203" pitchFamily="34" charset="0"/>
                <a:hlinkClick r:id="" action="ppaction://noaction">
                  <a:extLst>
                    <a:ext uri="{A12FA001-AC4F-418D-AE19-62706E023703}">
                      <ahyp:hlinkClr xmlns:ahyp="http://schemas.microsoft.com/office/drawing/2018/hyperlinkcolor" val="tx"/>
                    </a:ext>
                  </a:extLst>
                </a:hlinkClick>
              </a:rPr>
              <a:t> </a:t>
            </a:r>
            <a:endParaRPr lang="en-US" sz="800" kern="1200">
              <a:solidFill>
                <a:schemeClr val="bg1"/>
              </a:solidFill>
              <a:latin typeface="Segoe UI" panose="020B0502040204020203" pitchFamily="34" charset="0"/>
              <a:ea typeface="Open Sans" panose="020B0606030504020204" pitchFamily="34" charset="0"/>
              <a:cs typeface="Segoe UI" panose="020B0502040204020203" pitchFamily="34" charset="0"/>
            </a:endParaRPr>
          </a:p>
        </p:txBody>
      </p:sp>
      <p:sp>
        <p:nvSpPr>
          <p:cNvPr id="6" name="TextBox 5">
            <a:extLst>
              <a:ext uri="{FF2B5EF4-FFF2-40B4-BE49-F238E27FC236}">
                <a16:creationId xmlns:a16="http://schemas.microsoft.com/office/drawing/2014/main" id="{6F446D36-D9F6-3F11-748D-0F1052931D54}"/>
              </a:ext>
            </a:extLst>
          </p:cNvPr>
          <p:cNvSpPr txBox="1"/>
          <p:nvPr/>
        </p:nvSpPr>
        <p:spPr>
          <a:xfrm>
            <a:off x="320040" y="1143000"/>
            <a:ext cx="11521440" cy="646331"/>
          </a:xfrm>
          <a:prstGeom prst="rect">
            <a:avLst/>
          </a:prstGeom>
          <a:noFill/>
        </p:spPr>
        <p:txBody>
          <a:bodyPr wrap="square" lIns="0" tIns="0" rIns="0" bIns="0" anchor="t">
            <a:spAutoFit/>
          </a:bodyPr>
          <a:lstStyle/>
          <a:p>
            <a:r>
              <a:rPr lang="en-US" dirty="0">
                <a:solidFill>
                  <a:schemeClr val="bg1"/>
                </a:solidFill>
                <a:latin typeface="Segoe UI" panose="020B0502040204020203" pitchFamily="34" charset="0"/>
                <a:cs typeface="Segoe UI" panose="020B0502040204020203" pitchFamily="34" charset="0"/>
              </a:rPr>
              <a:t>The findings are consistent with the barriers identified elsewhere in the survey. Across both banking and insurance respondents, </a:t>
            </a:r>
            <a:r>
              <a:rPr lang="en-US" b="1" dirty="0">
                <a:solidFill>
                  <a:schemeClr val="bg1"/>
                </a:solidFill>
                <a:latin typeface="Segoe UI" panose="020B0502040204020203" pitchFamily="34" charset="0"/>
                <a:cs typeface="Segoe UI" panose="020B0502040204020203" pitchFamily="34" charset="0"/>
              </a:rPr>
              <a:t>a centralized fraud information-sharing utility</a:t>
            </a:r>
            <a:r>
              <a:rPr lang="en-US" dirty="0">
                <a:solidFill>
                  <a:schemeClr val="bg1"/>
                </a:solidFill>
                <a:latin typeface="Segoe UI" panose="020B0502040204020203" pitchFamily="34" charset="0"/>
                <a:cs typeface="Segoe UI" panose="020B0502040204020203" pitchFamily="34" charset="0"/>
              </a:rPr>
              <a:t> emerged as the most impactful government intervention, </a:t>
            </a:r>
            <a:r>
              <a:rPr lang="en-US" b="1" dirty="0">
                <a:solidFill>
                  <a:schemeClr val="bg1"/>
                </a:solidFill>
                <a:latin typeface="Segoe UI" panose="020B0502040204020203" pitchFamily="34" charset="0"/>
                <a:cs typeface="Segoe UI" panose="020B0502040204020203" pitchFamily="34" charset="0"/>
              </a:rPr>
              <a:t>selected by 35% of respondents</a:t>
            </a:r>
            <a:r>
              <a:rPr lang="en-US" dirty="0">
                <a:solidFill>
                  <a:schemeClr val="bg1"/>
                </a:solidFill>
                <a:latin typeface="Segoe UI" panose="020B0502040204020203" pitchFamily="34" charset="0"/>
                <a:cs typeface="Segoe UI" panose="020B0502040204020203" pitchFamily="34" charset="0"/>
              </a:rPr>
              <a:t>, while clearer legal and regulatory frameworks ranked second. </a:t>
            </a:r>
            <a:endParaRPr lang="en-CA"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514459228"/>
      </p:ext>
    </p:extLst>
  </p:cSld>
  <p:clrMapOvr>
    <a:masterClrMapping/>
  </p:clrMapOvr>
  <p:extLst>
    <p:ext uri="{6950BFC3-D8DA-4A85-94F7-54DA5524770B}">
      <p188:commentRel xmlns:p188="http://schemas.microsoft.com/office/powerpoint/2018/8/main" r:id="rId6"/>
    </p:ext>
  </p:extLs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blip>
          <a:srcRect/>
          <a:stretch>
            <a:fillRect t="-9000" b="-9000"/>
          </a:stretch>
        </a:blipFill>
        <a:effectLst/>
      </p:bgPr>
    </p:bg>
    <p:spTree>
      <p:nvGrpSpPr>
        <p:cNvPr id="1" name="">
          <a:extLst>
            <a:ext uri="{FF2B5EF4-FFF2-40B4-BE49-F238E27FC236}">
              <a16:creationId xmlns:a16="http://schemas.microsoft.com/office/drawing/2014/main" id="{B5E8CA1D-7E59-1B51-6C68-80A59E433675}"/>
            </a:ext>
          </a:extLst>
        </p:cNvPr>
        <p:cNvGrpSpPr/>
        <p:nvPr/>
      </p:nvGrpSpPr>
      <p:grpSpPr>
        <a:xfrm>
          <a:off x="0" y="0"/>
          <a:ext cx="0" cy="0"/>
          <a:chOff x="0" y="0"/>
          <a:chExt cx="0" cy="0"/>
        </a:xfrm>
      </p:grpSpPr>
      <p:sp>
        <p:nvSpPr>
          <p:cNvPr id="10" name="Text Placeholder 3">
            <a:extLst>
              <a:ext uri="{FF2B5EF4-FFF2-40B4-BE49-F238E27FC236}">
                <a16:creationId xmlns:a16="http://schemas.microsoft.com/office/drawing/2014/main" id="{08C2B63A-5DF8-1E37-A627-70A4C1927B18}"/>
              </a:ext>
            </a:extLst>
          </p:cNvPr>
          <p:cNvSpPr txBox="1">
            <a:spLocks/>
          </p:cNvSpPr>
          <p:nvPr/>
        </p:nvSpPr>
        <p:spPr>
          <a:xfrm>
            <a:off x="0" y="0"/>
            <a:ext cx="12192000" cy="6858000"/>
          </a:xfrm>
          <a:prstGeom prst="rect">
            <a:avLst/>
          </a:prstGeom>
          <a:solidFill>
            <a:schemeClr val="tx1">
              <a:lumMod val="75000"/>
              <a:lumOff val="25000"/>
              <a:alpha val="70000"/>
            </a:schemeClr>
          </a:solidFill>
          <a:ln>
            <a:noFill/>
          </a:ln>
        </p:spPr>
        <p:txBody>
          <a:bodyPr spcFirstLastPara="1" wrap="square" lIns="365760" tIns="182880" rIns="0" bIns="0" anchor="ctr"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Open Sans"/>
                <a:ea typeface="Open Sans"/>
                <a:cs typeface="Open Sans"/>
                <a:sym typeface="Open Sans"/>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Open Sans"/>
                <a:ea typeface="Open Sans"/>
                <a:cs typeface="Open Sans"/>
                <a:sym typeface="Open Sans"/>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rPr>
              <a:t>Operating Model Transformation</a:t>
            </a: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lang="en-US">
              <a:solidFill>
                <a:srgbClr val="FFFFFF"/>
              </a:solidFill>
              <a:effectLst>
                <a:glow rad="101600">
                  <a:srgbClr val="000000">
                    <a:alpha val="22000"/>
                  </a:srgbClr>
                </a:glow>
              </a:effectLst>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p:txBody>
      </p:sp>
      <p:sp>
        <p:nvSpPr>
          <p:cNvPr id="3" name="TextBox 2">
            <a:extLst>
              <a:ext uri="{FF2B5EF4-FFF2-40B4-BE49-F238E27FC236}">
                <a16:creationId xmlns:a16="http://schemas.microsoft.com/office/drawing/2014/main" id="{935F1A3E-A747-9B6F-076F-290210F8AA2F}"/>
              </a:ext>
            </a:extLst>
          </p:cNvPr>
          <p:cNvSpPr txBox="1"/>
          <p:nvPr/>
        </p:nvSpPr>
        <p:spPr>
          <a:xfrm>
            <a:off x="4992000" y="5435771"/>
            <a:ext cx="7200000" cy="784830"/>
          </a:xfrm>
          <a:prstGeom prst="rect">
            <a:avLst/>
          </a:prstGeom>
          <a:noFill/>
        </p:spPr>
        <p:txBody>
          <a:bodyPr wrap="square" lIns="0" rIns="360000">
            <a:spAutoFit/>
          </a:bodyPr>
          <a:lstStyle/>
          <a:p>
            <a:pPr marL="0" marR="0" lvl="0" indent="0" algn="r" defTabSz="914400" rtl="0" eaLnBrk="1" fontAlgn="auto" latinLnBrk="0" hangingPunct="1">
              <a:spcBef>
                <a:spcPts val="0"/>
              </a:spcBef>
              <a:spcAft>
                <a:spcPts val="0"/>
              </a:spcAft>
              <a:buClr>
                <a:srgbClr val="000000"/>
              </a:buClr>
              <a:buSzTx/>
              <a:buFont typeface="Arial"/>
              <a:buNone/>
              <a:tabLst/>
              <a:defRPr/>
            </a:pPr>
            <a:r>
              <a:rPr kumimoji="0" lang="en-US" sz="1500" i="1" u="none" strike="noStrike" kern="0" cap="none" spc="0" normalizeH="0" baseline="0" noProof="0">
                <a:ln>
                  <a:noFill/>
                </a:ln>
                <a:solidFill>
                  <a:srgbClr val="FFFFFF"/>
                </a:solidFill>
                <a:effectLst/>
                <a:uLnTx/>
                <a:uFillTx/>
                <a:latin typeface="Segoe UI" panose="020B0502040204020203" pitchFamily="34" charset="0"/>
                <a:ea typeface="Calibri" pitchFamily="34" charset="-122"/>
                <a:cs typeface="Segoe UI" panose="020B0502040204020203" pitchFamily="34" charset="0"/>
                <a:sym typeface="Arial"/>
              </a:rPr>
              <a:t>“I believe the biggest impact will come from combining AI with human expertise rather than replacing fraud analysts” </a:t>
            </a:r>
            <a:r>
              <a:rPr lang="en-US" sz="1500" b="1" i="1">
                <a:solidFill>
                  <a:srgbClr val="FFFFFF"/>
                </a:solidFill>
                <a:latin typeface="Segoe UI" panose="020B0502040204020203" pitchFamily="34" charset="0"/>
                <a:ea typeface="Calibri" pitchFamily="34" charset="-122"/>
                <a:cs typeface="Segoe UI" panose="020B0502040204020203" pitchFamily="34" charset="0"/>
              </a:rPr>
              <a:t>–</a:t>
            </a:r>
            <a:r>
              <a:rPr kumimoji="0" lang="en-US" sz="1500" b="1" i="1" u="none" strike="noStrike" kern="0" cap="none" spc="0" normalizeH="0" baseline="0" noProof="0">
                <a:ln>
                  <a:noFill/>
                </a:ln>
                <a:solidFill>
                  <a:srgbClr val="FFFFFF"/>
                </a:solidFill>
                <a:effectLst/>
                <a:uLnTx/>
                <a:uFillTx/>
                <a:latin typeface="Segoe UI" panose="020B0502040204020203" pitchFamily="34" charset="0"/>
                <a:ea typeface="Calibri" pitchFamily="34" charset="-122"/>
                <a:cs typeface="Segoe UI" panose="020B0502040204020203" pitchFamily="34" charset="0"/>
                <a:sym typeface="Arial"/>
              </a:rPr>
              <a:t> SVP of Fraud Operations at Top 50 Global Insurance Firm</a:t>
            </a:r>
            <a:endParaRPr kumimoji="0" lang="en-US" sz="1500" b="1"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5" name="TextBox 4">
            <a:extLst>
              <a:ext uri="{FF2B5EF4-FFF2-40B4-BE49-F238E27FC236}">
                <a16:creationId xmlns:a16="http://schemas.microsoft.com/office/drawing/2014/main" id="{03592447-BAA7-5568-7C0F-329DE9C7D396}"/>
              </a:ext>
            </a:extLst>
          </p:cNvPr>
          <p:cNvSpPr txBox="1"/>
          <p:nvPr/>
        </p:nvSpPr>
        <p:spPr>
          <a:xfrm>
            <a:off x="0" y="4308303"/>
            <a:ext cx="7200000" cy="1246495"/>
          </a:xfrm>
          <a:prstGeom prst="rect">
            <a:avLst/>
          </a:prstGeom>
          <a:noFill/>
        </p:spPr>
        <p:txBody>
          <a:bodyPr wrap="square" lIns="360000">
            <a:spAutoFit/>
          </a:bodyPr>
          <a:lstStyle/>
          <a:p>
            <a:r>
              <a:rPr lang="en-US" sz="1500" i="1">
                <a:solidFill>
                  <a:srgbClr val="FFFFFF"/>
                </a:solidFill>
                <a:latin typeface="Segoe UI" panose="020B0502040204020203" pitchFamily="34" charset="0"/>
                <a:ea typeface="Calibri" pitchFamily="34" charset="-122"/>
                <a:cs typeface="Segoe UI" panose="020B0502040204020203" pitchFamily="34" charset="0"/>
                <a:sym typeface="Open Sans"/>
              </a:rPr>
              <a:t>"Currently we are automating most of our operational tasks and enabling AI tools with human oversight to verify the complex cases to minimize the related risks." – </a:t>
            </a:r>
            <a:r>
              <a:rPr lang="en-US" sz="1500" b="1" i="1">
                <a:solidFill>
                  <a:srgbClr val="FFFFFF"/>
                </a:solidFill>
                <a:latin typeface="Segoe UI" panose="020B0502040204020203" pitchFamily="34" charset="0"/>
                <a:ea typeface="Calibri" pitchFamily="34" charset="-122"/>
                <a:cs typeface="Segoe UI" panose="020B0502040204020203" pitchFamily="34" charset="0"/>
                <a:sym typeface="Open Sans"/>
              </a:rPr>
              <a:t>Senior Manager of Fraud Strategy &amp; Transformation at Top 100 Global Financial Institution</a:t>
            </a:r>
          </a:p>
          <a:p>
            <a:endParaRPr lang="en-CA" sz="15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0732694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87DE6-1A32-D3C4-9330-FB1ECC0D858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00D8B53-4806-7938-A6D7-CEAF39330B16}"/>
              </a:ext>
            </a:extLst>
          </p:cNvPr>
          <p:cNvSpPr/>
          <p:nvPr/>
        </p:nvSpPr>
        <p:spPr>
          <a:xfrm>
            <a:off x="0" y="0"/>
            <a:ext cx="12191695" cy="3383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2" name="Rectangle: Rounded Corners 31">
            <a:extLst>
              <a:ext uri="{FF2B5EF4-FFF2-40B4-BE49-F238E27FC236}">
                <a16:creationId xmlns:a16="http://schemas.microsoft.com/office/drawing/2014/main" id="{CCAF0DAB-1DE5-7E56-9C90-F8DDBFE0A8EC}"/>
              </a:ext>
            </a:extLst>
          </p:cNvPr>
          <p:cNvSpPr/>
          <p:nvPr/>
        </p:nvSpPr>
        <p:spPr>
          <a:xfrm>
            <a:off x="245871" y="1795716"/>
            <a:ext cx="5916632" cy="2497601"/>
          </a:xfrm>
          <a:prstGeom prst="roundRect">
            <a:avLst>
              <a:gd name="adj" fmla="val 6627"/>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a:p>
        </p:txBody>
      </p:sp>
      <p:sp>
        <p:nvSpPr>
          <p:cNvPr id="42" name="TextBox 41">
            <a:extLst>
              <a:ext uri="{FF2B5EF4-FFF2-40B4-BE49-F238E27FC236}">
                <a16:creationId xmlns:a16="http://schemas.microsoft.com/office/drawing/2014/main" id="{6DA7A109-5812-469F-EA71-C62CBD8BAC98}"/>
              </a:ext>
            </a:extLst>
          </p:cNvPr>
          <p:cNvSpPr txBox="1"/>
          <p:nvPr/>
        </p:nvSpPr>
        <p:spPr>
          <a:xfrm>
            <a:off x="320040" y="1155192"/>
            <a:ext cx="11521440" cy="43088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Most fraud leaders describe their programs as integrated or advanced. Banking respondents report higher maturity than insurers (85% vs. 72%), and within both sectors the largest institutions lead.</a:t>
            </a:r>
          </a:p>
        </p:txBody>
      </p:sp>
      <p:grpSp>
        <p:nvGrpSpPr>
          <p:cNvPr id="3" name="Group 2">
            <a:extLst>
              <a:ext uri="{FF2B5EF4-FFF2-40B4-BE49-F238E27FC236}">
                <a16:creationId xmlns:a16="http://schemas.microsoft.com/office/drawing/2014/main" id="{0B950AC0-4F85-528D-CA70-517E18F778F0}"/>
              </a:ext>
            </a:extLst>
          </p:cNvPr>
          <p:cNvGrpSpPr/>
          <p:nvPr/>
        </p:nvGrpSpPr>
        <p:grpSpPr>
          <a:xfrm>
            <a:off x="6184900" y="4648200"/>
            <a:ext cx="5886444" cy="1403624"/>
            <a:chOff x="6053691" y="4646300"/>
            <a:chExt cx="5886444" cy="1403624"/>
          </a:xfrm>
        </p:grpSpPr>
        <p:sp>
          <p:nvSpPr>
            <p:cNvPr id="68" name="TextBox 67">
              <a:extLst>
                <a:ext uri="{FF2B5EF4-FFF2-40B4-BE49-F238E27FC236}">
                  <a16:creationId xmlns:a16="http://schemas.microsoft.com/office/drawing/2014/main" id="{F9042F63-40AB-814D-FDBD-D552CFF8524C}"/>
                </a:ext>
              </a:extLst>
            </p:cNvPr>
            <p:cNvSpPr txBox="1"/>
            <p:nvPr/>
          </p:nvSpPr>
          <p:spPr>
            <a:xfrm>
              <a:off x="6265566" y="4646300"/>
              <a:ext cx="5486400" cy="20005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chemeClr val="accent2"/>
                  </a:solidFill>
                  <a:effectLst/>
                  <a:uLnTx/>
                  <a:uFillTx/>
                  <a:latin typeface="Segoe UI" panose="020B0502040204020203" pitchFamily="34" charset="0"/>
                  <a:ea typeface="+mn-ea"/>
                  <a:cs typeface="Segoe UI" panose="020B0502040204020203" pitchFamily="34" charset="0"/>
                </a:rPr>
                <a:t>MATURITY RISES WITH </a:t>
              </a:r>
              <a:r>
                <a:rPr kumimoji="0" lang="en-US" sz="1300" b="1" i="0" u="none" strike="noStrike" kern="1200" cap="none" spc="0" normalizeH="0" baseline="0" noProof="0">
                  <a:ln>
                    <a:noFill/>
                  </a:ln>
                  <a:solidFill>
                    <a:schemeClr val="accent2"/>
                  </a:solidFill>
                  <a:effectLst/>
                  <a:uLnTx/>
                  <a:uFillTx/>
                  <a:latin typeface="Segoe UI" panose="020B0502040204020203" pitchFamily="34" charset="0"/>
                  <a:ea typeface="+mn-ea"/>
                  <a:cs typeface="Segoe UI" panose="020B0502040204020203" pitchFamily="34" charset="0"/>
                </a:rPr>
                <a:t>INSTITUTION SIZE</a:t>
              </a:r>
              <a:endParaRPr kumimoji="0" sz="1300" b="1" i="0" u="none" strike="noStrike" kern="1200" cap="none" spc="0" normalizeH="0" baseline="0" noProof="0">
                <a:ln>
                  <a:noFill/>
                </a:ln>
                <a:solidFill>
                  <a:schemeClr val="accent2"/>
                </a:solidFill>
                <a:effectLst/>
                <a:uLnTx/>
                <a:uFillTx/>
                <a:latin typeface="Segoe UI" panose="020B0502040204020203" pitchFamily="34" charset="0"/>
                <a:ea typeface="+mn-ea"/>
                <a:cs typeface="Segoe UI" panose="020B0502040204020203" pitchFamily="34" charset="0"/>
              </a:endParaRPr>
            </a:p>
          </p:txBody>
        </p:sp>
        <p:sp>
          <p:nvSpPr>
            <p:cNvPr id="70" name="TextBox 69">
              <a:extLst>
                <a:ext uri="{FF2B5EF4-FFF2-40B4-BE49-F238E27FC236}">
                  <a16:creationId xmlns:a16="http://schemas.microsoft.com/office/drawing/2014/main" id="{688A0E3B-1430-FA44-16AC-EE15186EEB29}"/>
                </a:ext>
              </a:extLst>
            </p:cNvPr>
            <p:cNvSpPr txBox="1"/>
            <p:nvPr/>
          </p:nvSpPr>
          <p:spPr>
            <a:xfrm>
              <a:off x="6265566" y="4859857"/>
              <a:ext cx="5486400" cy="18466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chemeClr val="bg1">
                      <a:lumMod val="50000"/>
                    </a:schemeClr>
                  </a:solidFill>
                  <a:effectLst/>
                  <a:uLnTx/>
                  <a:uFillTx/>
                  <a:latin typeface="Segoe UI" panose="020B0502040204020203" pitchFamily="34" charset="0"/>
                  <a:ea typeface="+mn-ea"/>
                  <a:cs typeface="Segoe UI" panose="020B0502040204020203" pitchFamily="34" charset="0"/>
                </a:rPr>
                <a:t>% rating their program </a:t>
              </a:r>
              <a:r>
                <a:rPr kumimoji="0" sz="1200" b="1" i="0" u="none" strike="noStrike" kern="1200" cap="none" spc="0" normalizeH="0" baseline="0" noProof="0">
                  <a:ln>
                    <a:noFill/>
                  </a:ln>
                  <a:solidFill>
                    <a:schemeClr val="bg1">
                      <a:lumMod val="50000"/>
                    </a:schemeClr>
                  </a:solidFill>
                  <a:effectLst/>
                  <a:uLnTx/>
                  <a:uFillTx/>
                  <a:latin typeface="Segoe UI" panose="020B0502040204020203" pitchFamily="34" charset="0"/>
                  <a:ea typeface="+mn-ea"/>
                  <a:cs typeface="Segoe UI" panose="020B0502040204020203" pitchFamily="34" charset="0"/>
                </a:rPr>
                <a:t>integrated</a:t>
              </a:r>
              <a:r>
                <a:rPr kumimoji="0" sz="1200" b="0" i="0" u="none" strike="noStrike" kern="1200" cap="none" spc="0" normalizeH="0" baseline="0" noProof="0">
                  <a:ln>
                    <a:noFill/>
                  </a:ln>
                  <a:solidFill>
                    <a:schemeClr val="bg1">
                      <a:lumMod val="50000"/>
                    </a:schemeClr>
                  </a:solidFill>
                  <a:effectLst/>
                  <a:uLnTx/>
                  <a:uFillTx/>
                  <a:latin typeface="Segoe UI" panose="020B0502040204020203" pitchFamily="34" charset="0"/>
                  <a:ea typeface="+mn-ea"/>
                  <a:cs typeface="Segoe UI" panose="020B0502040204020203" pitchFamily="34" charset="0"/>
                </a:rPr>
                <a:t> or </a:t>
              </a:r>
              <a:r>
                <a:rPr kumimoji="0" sz="1200" b="1" i="0" u="none" strike="noStrike" kern="1200" cap="none" spc="0" normalizeH="0" baseline="0" noProof="0">
                  <a:ln>
                    <a:noFill/>
                  </a:ln>
                  <a:solidFill>
                    <a:schemeClr val="bg1">
                      <a:lumMod val="50000"/>
                    </a:schemeClr>
                  </a:solidFill>
                  <a:effectLst/>
                  <a:uLnTx/>
                  <a:uFillTx/>
                  <a:latin typeface="Segoe UI" panose="020B0502040204020203" pitchFamily="34" charset="0"/>
                  <a:ea typeface="+mn-ea"/>
                  <a:cs typeface="Segoe UI" panose="020B0502040204020203" pitchFamily="34" charset="0"/>
                </a:rPr>
                <a:t>advanced</a:t>
              </a:r>
            </a:p>
          </p:txBody>
        </p:sp>
        <p:sp>
          <p:nvSpPr>
            <p:cNvPr id="72" name="TextBox 71">
              <a:extLst>
                <a:ext uri="{FF2B5EF4-FFF2-40B4-BE49-F238E27FC236}">
                  <a16:creationId xmlns:a16="http://schemas.microsoft.com/office/drawing/2014/main" id="{67E4D846-A343-D8F4-A264-E05ACE34214D}"/>
                </a:ext>
              </a:extLst>
            </p:cNvPr>
            <p:cNvSpPr txBox="1"/>
            <p:nvPr/>
          </p:nvSpPr>
          <p:spPr>
            <a:xfrm>
              <a:off x="6053691" y="5129822"/>
              <a:ext cx="2466136" cy="169277"/>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4EA72E"/>
                  </a:solidFill>
                  <a:effectLst/>
                  <a:uLnTx/>
                  <a:uFillTx/>
                  <a:latin typeface="Segoe UI" panose="020B0502040204020203" pitchFamily="34" charset="0"/>
                  <a:ea typeface="+mn-ea"/>
                  <a:cs typeface="Segoe UI" panose="020B0502040204020203" pitchFamily="34" charset="0"/>
                </a:rPr>
                <a:t>Top 100 Global </a:t>
              </a:r>
              <a:r>
                <a:rPr kumimoji="0" lang="en-US" sz="1100" b="1" i="0" u="none" strike="noStrike" kern="1200" cap="none" spc="0" normalizeH="0" baseline="0" noProof="0">
                  <a:ln>
                    <a:noFill/>
                  </a:ln>
                  <a:solidFill>
                    <a:srgbClr val="4EA72E"/>
                  </a:solidFill>
                  <a:effectLst/>
                  <a:uLnTx/>
                  <a:uFillTx/>
                  <a:latin typeface="Segoe UI" panose="020B0502040204020203" pitchFamily="34" charset="0"/>
                  <a:ea typeface="+mn-ea"/>
                  <a:cs typeface="Segoe UI" panose="020B0502040204020203" pitchFamily="34" charset="0"/>
                </a:rPr>
                <a:t>Financial Institutions</a:t>
              </a:r>
              <a:endParaRPr kumimoji="0" sz="1100" b="1" i="0" u="none" strike="noStrike" kern="1200" cap="none" spc="0" normalizeH="0" baseline="0" noProof="0">
                <a:ln>
                  <a:noFill/>
                </a:ln>
                <a:solidFill>
                  <a:srgbClr val="4EA72E"/>
                </a:solidFill>
                <a:effectLst/>
                <a:uLnTx/>
                <a:uFillTx/>
                <a:latin typeface="Segoe UI" panose="020B0502040204020203" pitchFamily="34" charset="0"/>
                <a:ea typeface="+mn-ea"/>
                <a:cs typeface="Segoe UI" panose="020B0502040204020203" pitchFamily="34" charset="0"/>
              </a:endParaRPr>
            </a:p>
          </p:txBody>
        </p:sp>
        <p:sp>
          <p:nvSpPr>
            <p:cNvPr id="74" name="Rectangle 73">
              <a:extLst>
                <a:ext uri="{FF2B5EF4-FFF2-40B4-BE49-F238E27FC236}">
                  <a16:creationId xmlns:a16="http://schemas.microsoft.com/office/drawing/2014/main" id="{A158BFC6-F81C-370D-8C61-D36A70E25C22}"/>
                </a:ext>
              </a:extLst>
            </p:cNvPr>
            <p:cNvSpPr/>
            <p:nvPr/>
          </p:nvSpPr>
          <p:spPr>
            <a:xfrm>
              <a:off x="8648295" y="5125541"/>
              <a:ext cx="2651760" cy="164592"/>
            </a:xfrm>
            <a:prstGeom prst="rect">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76" name="Rectangle 75">
              <a:extLst>
                <a:ext uri="{FF2B5EF4-FFF2-40B4-BE49-F238E27FC236}">
                  <a16:creationId xmlns:a16="http://schemas.microsoft.com/office/drawing/2014/main" id="{2EC8FEE3-4945-B1DA-DC24-3BC18AACC1D8}"/>
                </a:ext>
              </a:extLst>
            </p:cNvPr>
            <p:cNvSpPr/>
            <p:nvPr/>
          </p:nvSpPr>
          <p:spPr>
            <a:xfrm>
              <a:off x="8648295" y="5125541"/>
              <a:ext cx="2466136" cy="164592"/>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78" name="TextBox 77">
              <a:extLst>
                <a:ext uri="{FF2B5EF4-FFF2-40B4-BE49-F238E27FC236}">
                  <a16:creationId xmlns:a16="http://schemas.microsoft.com/office/drawing/2014/main" id="{A7FEB9FB-6CAF-65AF-01D7-15425554D1B3}"/>
                </a:ext>
              </a:extLst>
            </p:cNvPr>
            <p:cNvSpPr txBox="1"/>
            <p:nvPr/>
          </p:nvSpPr>
          <p:spPr>
            <a:xfrm>
              <a:off x="11391495" y="5127045"/>
              <a:ext cx="548640" cy="161583"/>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EA72E"/>
                  </a:solidFill>
                  <a:effectLst/>
                  <a:uLnTx/>
                  <a:uFillTx/>
                  <a:latin typeface="Segoe UI" panose="020B0502040204020203" pitchFamily="34" charset="0"/>
                  <a:ea typeface="+mn-ea"/>
                  <a:cs typeface="Segoe UI" panose="020B0502040204020203" pitchFamily="34" charset="0"/>
                </a:rPr>
                <a:t>93%</a:t>
              </a:r>
            </a:p>
          </p:txBody>
        </p:sp>
        <p:sp>
          <p:nvSpPr>
            <p:cNvPr id="80" name="TextBox 79">
              <a:extLst>
                <a:ext uri="{FF2B5EF4-FFF2-40B4-BE49-F238E27FC236}">
                  <a16:creationId xmlns:a16="http://schemas.microsoft.com/office/drawing/2014/main" id="{2C12C54A-288D-B617-B1DD-E3759BB17216}"/>
                </a:ext>
              </a:extLst>
            </p:cNvPr>
            <p:cNvSpPr txBox="1"/>
            <p:nvPr/>
          </p:nvSpPr>
          <p:spPr>
            <a:xfrm>
              <a:off x="6053691" y="5376711"/>
              <a:ext cx="2466136" cy="169277"/>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4EA72E"/>
                  </a:solidFill>
                  <a:effectLst/>
                  <a:uLnTx/>
                  <a:uFillTx/>
                  <a:latin typeface="Segoe UI" panose="020B0502040204020203" pitchFamily="34" charset="0"/>
                  <a:ea typeface="+mn-ea"/>
                  <a:cs typeface="Segoe UI" panose="020B0502040204020203" pitchFamily="34" charset="0"/>
                </a:rPr>
                <a:t>Large </a:t>
              </a:r>
              <a:r>
                <a:rPr kumimoji="0" lang="en-US" sz="1100" b="1" i="0" u="none" strike="noStrike" kern="1200" cap="none" spc="0" normalizeH="0" baseline="0" noProof="0">
                  <a:ln>
                    <a:noFill/>
                  </a:ln>
                  <a:solidFill>
                    <a:srgbClr val="4EA72E"/>
                  </a:solidFill>
                  <a:effectLst/>
                  <a:uLnTx/>
                  <a:uFillTx/>
                  <a:latin typeface="Segoe UI" panose="020B0502040204020203" pitchFamily="34" charset="0"/>
                  <a:ea typeface="+mn-ea"/>
                  <a:cs typeface="Segoe UI" panose="020B0502040204020203" pitchFamily="34" charset="0"/>
                </a:rPr>
                <a:t>Financial Institutions</a:t>
              </a:r>
              <a:endParaRPr kumimoji="0" sz="1100" b="1" i="0" u="none" strike="noStrike" kern="1200" cap="none" spc="0" normalizeH="0" baseline="0" noProof="0">
                <a:ln>
                  <a:noFill/>
                </a:ln>
                <a:solidFill>
                  <a:srgbClr val="4EA72E"/>
                </a:solidFill>
                <a:effectLst/>
                <a:uLnTx/>
                <a:uFillTx/>
                <a:latin typeface="Segoe UI" panose="020B0502040204020203" pitchFamily="34" charset="0"/>
                <a:ea typeface="+mn-ea"/>
                <a:cs typeface="Segoe UI" panose="020B0502040204020203" pitchFamily="34" charset="0"/>
              </a:endParaRPr>
            </a:p>
          </p:txBody>
        </p:sp>
        <p:sp>
          <p:nvSpPr>
            <p:cNvPr id="82" name="Rectangle 81">
              <a:extLst>
                <a:ext uri="{FF2B5EF4-FFF2-40B4-BE49-F238E27FC236}">
                  <a16:creationId xmlns:a16="http://schemas.microsoft.com/office/drawing/2014/main" id="{1E1E670A-19A9-7D27-C55D-D29795BCEDAF}"/>
                </a:ext>
              </a:extLst>
            </p:cNvPr>
            <p:cNvSpPr/>
            <p:nvPr/>
          </p:nvSpPr>
          <p:spPr>
            <a:xfrm>
              <a:off x="8648295" y="5372429"/>
              <a:ext cx="2651760" cy="164592"/>
            </a:xfrm>
            <a:prstGeom prst="rect">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84" name="Rectangle 83">
              <a:extLst>
                <a:ext uri="{FF2B5EF4-FFF2-40B4-BE49-F238E27FC236}">
                  <a16:creationId xmlns:a16="http://schemas.microsoft.com/office/drawing/2014/main" id="{E5144965-1B3B-EB31-43AD-09826B0AF21C}"/>
                </a:ext>
              </a:extLst>
            </p:cNvPr>
            <p:cNvSpPr/>
            <p:nvPr/>
          </p:nvSpPr>
          <p:spPr>
            <a:xfrm>
              <a:off x="8648295" y="5372429"/>
              <a:ext cx="2041855" cy="164592"/>
            </a:xfrm>
            <a:prstGeom prst="rect">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86" name="TextBox 85">
              <a:extLst>
                <a:ext uri="{FF2B5EF4-FFF2-40B4-BE49-F238E27FC236}">
                  <a16:creationId xmlns:a16="http://schemas.microsoft.com/office/drawing/2014/main" id="{1ED4A16D-37A1-1FC5-C2EB-A4472F639AC8}"/>
                </a:ext>
              </a:extLst>
            </p:cNvPr>
            <p:cNvSpPr txBox="1"/>
            <p:nvPr/>
          </p:nvSpPr>
          <p:spPr>
            <a:xfrm>
              <a:off x="11391495" y="5373933"/>
              <a:ext cx="548640" cy="161583"/>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rPr>
                <a:t>77%</a:t>
              </a:r>
            </a:p>
          </p:txBody>
        </p:sp>
        <p:sp>
          <p:nvSpPr>
            <p:cNvPr id="88" name="TextBox 87">
              <a:extLst>
                <a:ext uri="{FF2B5EF4-FFF2-40B4-BE49-F238E27FC236}">
                  <a16:creationId xmlns:a16="http://schemas.microsoft.com/office/drawing/2014/main" id="{F4814E24-3792-0F94-FD70-2A715521C141}"/>
                </a:ext>
              </a:extLst>
            </p:cNvPr>
            <p:cNvSpPr txBox="1"/>
            <p:nvPr/>
          </p:nvSpPr>
          <p:spPr>
            <a:xfrm>
              <a:off x="6053691" y="5633759"/>
              <a:ext cx="2466136" cy="169277"/>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rPr>
                <a:t>Top 50 Global Insurer</a:t>
              </a:r>
              <a:r>
                <a:rPr kumimoji="0" lang="en-US" sz="11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rPr>
                <a:t>s</a:t>
              </a:r>
              <a:endParaRPr kumimoji="0" sz="11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endParaRPr>
            </a:p>
          </p:txBody>
        </p:sp>
        <p:sp>
          <p:nvSpPr>
            <p:cNvPr id="90" name="Rectangle 89">
              <a:extLst>
                <a:ext uri="{FF2B5EF4-FFF2-40B4-BE49-F238E27FC236}">
                  <a16:creationId xmlns:a16="http://schemas.microsoft.com/office/drawing/2014/main" id="{FDDDAFCC-6948-BB07-AB19-5C50E436EE29}"/>
                </a:ext>
              </a:extLst>
            </p:cNvPr>
            <p:cNvSpPr/>
            <p:nvPr/>
          </p:nvSpPr>
          <p:spPr>
            <a:xfrm>
              <a:off x="8648295" y="5629477"/>
              <a:ext cx="2651760" cy="164592"/>
            </a:xfrm>
            <a:prstGeom prst="rect">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2" name="Rectangle 91">
              <a:extLst>
                <a:ext uri="{FF2B5EF4-FFF2-40B4-BE49-F238E27FC236}">
                  <a16:creationId xmlns:a16="http://schemas.microsoft.com/office/drawing/2014/main" id="{47059C6C-D5F0-5B5B-F3B3-D3068BDDF4BC}"/>
                </a:ext>
              </a:extLst>
            </p:cNvPr>
            <p:cNvSpPr/>
            <p:nvPr/>
          </p:nvSpPr>
          <p:spPr>
            <a:xfrm>
              <a:off x="8648295" y="5629477"/>
              <a:ext cx="2121408" cy="164592"/>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4" name="TextBox 93">
              <a:extLst>
                <a:ext uri="{FF2B5EF4-FFF2-40B4-BE49-F238E27FC236}">
                  <a16:creationId xmlns:a16="http://schemas.microsoft.com/office/drawing/2014/main" id="{D9ECAB83-10A3-00AD-7605-169F98A4C47B}"/>
                </a:ext>
              </a:extLst>
            </p:cNvPr>
            <p:cNvSpPr txBox="1"/>
            <p:nvPr/>
          </p:nvSpPr>
          <p:spPr>
            <a:xfrm>
              <a:off x="11391495" y="5630981"/>
              <a:ext cx="548640" cy="161583"/>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rPr>
                <a:t>80%</a:t>
              </a:r>
            </a:p>
          </p:txBody>
        </p:sp>
        <p:sp>
          <p:nvSpPr>
            <p:cNvPr id="96" name="TextBox 95">
              <a:extLst>
                <a:ext uri="{FF2B5EF4-FFF2-40B4-BE49-F238E27FC236}">
                  <a16:creationId xmlns:a16="http://schemas.microsoft.com/office/drawing/2014/main" id="{3DC405F5-92B3-604B-AFD9-3706677678FA}"/>
                </a:ext>
              </a:extLst>
            </p:cNvPr>
            <p:cNvSpPr txBox="1"/>
            <p:nvPr/>
          </p:nvSpPr>
          <p:spPr>
            <a:xfrm>
              <a:off x="6053691" y="5880647"/>
              <a:ext cx="2466136" cy="169277"/>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rPr>
                <a:t>Large Insurers</a:t>
              </a:r>
            </a:p>
          </p:txBody>
        </p:sp>
        <p:sp>
          <p:nvSpPr>
            <p:cNvPr id="98" name="Rectangle 97">
              <a:extLst>
                <a:ext uri="{FF2B5EF4-FFF2-40B4-BE49-F238E27FC236}">
                  <a16:creationId xmlns:a16="http://schemas.microsoft.com/office/drawing/2014/main" id="{489E1120-7B2D-8421-0768-B494A1A712A5}"/>
                </a:ext>
              </a:extLst>
            </p:cNvPr>
            <p:cNvSpPr/>
            <p:nvPr/>
          </p:nvSpPr>
          <p:spPr>
            <a:xfrm>
              <a:off x="8648295" y="5876365"/>
              <a:ext cx="2651760" cy="164592"/>
            </a:xfrm>
            <a:prstGeom prst="rect">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00" name="Rectangle 99">
              <a:extLst>
                <a:ext uri="{FF2B5EF4-FFF2-40B4-BE49-F238E27FC236}">
                  <a16:creationId xmlns:a16="http://schemas.microsoft.com/office/drawing/2014/main" id="{BC3D7E50-370F-4974-5727-96FF945BFA6B}"/>
                </a:ext>
              </a:extLst>
            </p:cNvPr>
            <p:cNvSpPr/>
            <p:nvPr/>
          </p:nvSpPr>
          <p:spPr>
            <a:xfrm>
              <a:off x="8648295" y="5876365"/>
              <a:ext cx="1591056" cy="164592"/>
            </a:xfrm>
            <a:prstGeom prst="rect">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02" name="TextBox 101">
              <a:extLst>
                <a:ext uri="{FF2B5EF4-FFF2-40B4-BE49-F238E27FC236}">
                  <a16:creationId xmlns:a16="http://schemas.microsoft.com/office/drawing/2014/main" id="{ADD3445D-4B61-F748-F621-A60D177ECB35}"/>
                </a:ext>
              </a:extLst>
            </p:cNvPr>
            <p:cNvSpPr txBox="1"/>
            <p:nvPr/>
          </p:nvSpPr>
          <p:spPr>
            <a:xfrm>
              <a:off x="11391495" y="5877869"/>
              <a:ext cx="548640" cy="161583"/>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rPr>
                <a:t>60%</a:t>
              </a:r>
            </a:p>
          </p:txBody>
        </p:sp>
      </p:grpSp>
      <p:grpSp>
        <p:nvGrpSpPr>
          <p:cNvPr id="177" name="Group 176">
            <a:extLst>
              <a:ext uri="{FF2B5EF4-FFF2-40B4-BE49-F238E27FC236}">
                <a16:creationId xmlns:a16="http://schemas.microsoft.com/office/drawing/2014/main" id="{40BA0A46-5DF3-F06F-5BD5-A837AFB16144}"/>
              </a:ext>
            </a:extLst>
          </p:cNvPr>
          <p:cNvGrpSpPr/>
          <p:nvPr/>
        </p:nvGrpSpPr>
        <p:grpSpPr>
          <a:xfrm>
            <a:off x="410694" y="1874685"/>
            <a:ext cx="5586984" cy="2386584"/>
            <a:chOff x="406846" y="2029968"/>
            <a:chExt cx="5586984" cy="2386584"/>
          </a:xfrm>
        </p:grpSpPr>
        <p:sp>
          <p:nvSpPr>
            <p:cNvPr id="104" name="TextBox 103">
              <a:extLst>
                <a:ext uri="{FF2B5EF4-FFF2-40B4-BE49-F238E27FC236}">
                  <a16:creationId xmlns:a16="http://schemas.microsoft.com/office/drawing/2014/main" id="{EE40552A-3E32-5424-426D-685DC070EB81}"/>
                </a:ext>
              </a:extLst>
            </p:cNvPr>
            <p:cNvSpPr txBox="1"/>
            <p:nvPr/>
          </p:nvSpPr>
          <p:spPr>
            <a:xfrm>
              <a:off x="406846" y="2029968"/>
              <a:ext cx="3657600" cy="18466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WHERE PROGRAMS SIT TODAY</a:t>
              </a:r>
            </a:p>
          </p:txBody>
        </p:sp>
        <p:sp>
          <p:nvSpPr>
            <p:cNvPr id="106" name="Rectangle 105">
              <a:extLst>
                <a:ext uri="{FF2B5EF4-FFF2-40B4-BE49-F238E27FC236}">
                  <a16:creationId xmlns:a16="http://schemas.microsoft.com/office/drawing/2014/main" id="{9DAFF09F-7F60-9195-81F8-514BF9B7B9C0}"/>
                </a:ext>
              </a:extLst>
            </p:cNvPr>
            <p:cNvSpPr/>
            <p:nvPr/>
          </p:nvSpPr>
          <p:spPr>
            <a:xfrm>
              <a:off x="516574" y="3322320"/>
              <a:ext cx="850392" cy="27432"/>
            </a:xfrm>
            <a:prstGeom prst="rect">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08" name="TextBox 107">
              <a:extLst>
                <a:ext uri="{FF2B5EF4-FFF2-40B4-BE49-F238E27FC236}">
                  <a16:creationId xmlns:a16="http://schemas.microsoft.com/office/drawing/2014/main" id="{D2425724-8CA3-D117-25EA-87B834AC2FB9}"/>
                </a:ext>
              </a:extLst>
            </p:cNvPr>
            <p:cNvSpPr txBox="1"/>
            <p:nvPr/>
          </p:nvSpPr>
          <p:spPr>
            <a:xfrm>
              <a:off x="406846" y="3073200"/>
              <a:ext cx="1069848" cy="230832"/>
            </a:xfrm>
            <a:prstGeom prst="rect">
              <a:avLst/>
            </a:prstGeom>
            <a:noFill/>
          </p:spPr>
          <p:txBody>
            <a:bodyPr wrap="square" lIns="0" tIns="0" rIns="0" bIns="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1%</a:t>
              </a:r>
            </a:p>
          </p:txBody>
        </p:sp>
        <p:sp>
          <p:nvSpPr>
            <p:cNvPr id="110" name="Rectangle 109">
              <a:extLst>
                <a:ext uri="{FF2B5EF4-FFF2-40B4-BE49-F238E27FC236}">
                  <a16:creationId xmlns:a16="http://schemas.microsoft.com/office/drawing/2014/main" id="{509742F4-09E2-DEFF-0CAC-5F350C213650}"/>
                </a:ext>
              </a:extLst>
            </p:cNvPr>
            <p:cNvSpPr/>
            <p:nvPr/>
          </p:nvSpPr>
          <p:spPr>
            <a:xfrm>
              <a:off x="406846" y="3349751"/>
              <a:ext cx="1069848" cy="1066801"/>
            </a:xfrm>
            <a:prstGeom prst="rect">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12" name="TextBox 111">
              <a:extLst>
                <a:ext uri="{FF2B5EF4-FFF2-40B4-BE49-F238E27FC236}">
                  <a16:creationId xmlns:a16="http://schemas.microsoft.com/office/drawing/2014/main" id="{596AAE80-71FD-D891-F4DF-B9B94EF287E2}"/>
                </a:ext>
              </a:extLst>
            </p:cNvPr>
            <p:cNvSpPr txBox="1"/>
            <p:nvPr/>
          </p:nvSpPr>
          <p:spPr>
            <a:xfrm>
              <a:off x="479998" y="3413759"/>
              <a:ext cx="923544" cy="184666"/>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Reactive</a:t>
              </a:r>
            </a:p>
          </p:txBody>
        </p:sp>
        <p:sp>
          <p:nvSpPr>
            <p:cNvPr id="114" name="TextBox 113">
              <a:extLst>
                <a:ext uri="{FF2B5EF4-FFF2-40B4-BE49-F238E27FC236}">
                  <a16:creationId xmlns:a16="http://schemas.microsoft.com/office/drawing/2014/main" id="{D264D6F8-CB6A-D2D8-B835-170E931F0D7D}"/>
                </a:ext>
              </a:extLst>
            </p:cNvPr>
            <p:cNvSpPr txBox="1"/>
            <p:nvPr/>
          </p:nvSpPr>
          <p:spPr>
            <a:xfrm>
              <a:off x="479998" y="3614928"/>
              <a:ext cx="941831" cy="30777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Primarily incident-driven</a:t>
              </a:r>
            </a:p>
          </p:txBody>
        </p:sp>
        <p:sp>
          <p:nvSpPr>
            <p:cNvPr id="116" name="Rectangle 115">
              <a:extLst>
                <a:ext uri="{FF2B5EF4-FFF2-40B4-BE49-F238E27FC236}">
                  <a16:creationId xmlns:a16="http://schemas.microsoft.com/office/drawing/2014/main" id="{BEA507AB-B9A9-9B4C-3AF5-337CBACA6630}"/>
                </a:ext>
              </a:extLst>
            </p:cNvPr>
            <p:cNvSpPr/>
            <p:nvPr/>
          </p:nvSpPr>
          <p:spPr>
            <a:xfrm>
              <a:off x="1645857" y="3279093"/>
              <a:ext cx="850392" cy="70658"/>
            </a:xfrm>
            <a:prstGeom prst="rect">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18" name="TextBox 117">
              <a:extLst>
                <a:ext uri="{FF2B5EF4-FFF2-40B4-BE49-F238E27FC236}">
                  <a16:creationId xmlns:a16="http://schemas.microsoft.com/office/drawing/2014/main" id="{9792B575-351D-8122-EC80-02A519EE9D80}"/>
                </a:ext>
              </a:extLst>
            </p:cNvPr>
            <p:cNvSpPr txBox="1"/>
            <p:nvPr/>
          </p:nvSpPr>
          <p:spPr>
            <a:xfrm>
              <a:off x="1536129" y="3029973"/>
              <a:ext cx="1069848" cy="230832"/>
            </a:xfrm>
            <a:prstGeom prst="rect">
              <a:avLst/>
            </a:prstGeom>
            <a:noFill/>
          </p:spPr>
          <p:txBody>
            <a:bodyPr wrap="square" lIns="0" tIns="0" rIns="0" bIns="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5%</a:t>
              </a:r>
            </a:p>
          </p:txBody>
        </p:sp>
        <p:sp>
          <p:nvSpPr>
            <p:cNvPr id="120" name="Rectangle 119">
              <a:extLst>
                <a:ext uri="{FF2B5EF4-FFF2-40B4-BE49-F238E27FC236}">
                  <a16:creationId xmlns:a16="http://schemas.microsoft.com/office/drawing/2014/main" id="{4D816BD5-5DBB-D987-142A-B3B646416ABF}"/>
                </a:ext>
              </a:extLst>
            </p:cNvPr>
            <p:cNvSpPr/>
            <p:nvPr/>
          </p:nvSpPr>
          <p:spPr>
            <a:xfrm>
              <a:off x="1536129" y="3349751"/>
              <a:ext cx="1069848" cy="1066801"/>
            </a:xfrm>
            <a:prstGeom prst="rect">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22" name="TextBox 121">
              <a:extLst>
                <a:ext uri="{FF2B5EF4-FFF2-40B4-BE49-F238E27FC236}">
                  <a16:creationId xmlns:a16="http://schemas.microsoft.com/office/drawing/2014/main" id="{73C0F0CE-887B-E489-C23B-2D5D4D89A9F0}"/>
                </a:ext>
              </a:extLst>
            </p:cNvPr>
            <p:cNvSpPr txBox="1"/>
            <p:nvPr/>
          </p:nvSpPr>
          <p:spPr>
            <a:xfrm>
              <a:off x="1568132" y="3413759"/>
              <a:ext cx="1005842" cy="184666"/>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Foundational</a:t>
              </a:r>
            </a:p>
          </p:txBody>
        </p:sp>
        <p:sp>
          <p:nvSpPr>
            <p:cNvPr id="124" name="TextBox 123">
              <a:extLst>
                <a:ext uri="{FF2B5EF4-FFF2-40B4-BE49-F238E27FC236}">
                  <a16:creationId xmlns:a16="http://schemas.microsoft.com/office/drawing/2014/main" id="{E090423B-D209-D84F-314F-E9AB7F3127DC}"/>
                </a:ext>
              </a:extLst>
            </p:cNvPr>
            <p:cNvSpPr txBox="1"/>
            <p:nvPr/>
          </p:nvSpPr>
          <p:spPr>
            <a:xfrm>
              <a:off x="1609281" y="3614928"/>
              <a:ext cx="941831" cy="615553"/>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Controls established within individual business units</a:t>
              </a:r>
            </a:p>
          </p:txBody>
        </p:sp>
        <p:sp>
          <p:nvSpPr>
            <p:cNvPr id="126" name="Rectangle 125">
              <a:extLst>
                <a:ext uri="{FF2B5EF4-FFF2-40B4-BE49-F238E27FC236}">
                  <a16:creationId xmlns:a16="http://schemas.microsoft.com/office/drawing/2014/main" id="{85C943E1-5013-DE12-6134-66A69EF021DD}"/>
                </a:ext>
              </a:extLst>
            </p:cNvPr>
            <p:cNvSpPr/>
            <p:nvPr/>
          </p:nvSpPr>
          <p:spPr>
            <a:xfrm>
              <a:off x="2775142" y="3180172"/>
              <a:ext cx="850392" cy="169579"/>
            </a:xfrm>
            <a:prstGeom prst="rect">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28" name="TextBox 127">
              <a:extLst>
                <a:ext uri="{FF2B5EF4-FFF2-40B4-BE49-F238E27FC236}">
                  <a16:creationId xmlns:a16="http://schemas.microsoft.com/office/drawing/2014/main" id="{1DAD6A12-0DE5-4C03-D05C-C93C84A2B008}"/>
                </a:ext>
              </a:extLst>
            </p:cNvPr>
            <p:cNvSpPr txBox="1"/>
            <p:nvPr/>
          </p:nvSpPr>
          <p:spPr>
            <a:xfrm>
              <a:off x="2665414" y="2931052"/>
              <a:ext cx="1069848" cy="230832"/>
            </a:xfrm>
            <a:prstGeom prst="rect">
              <a:avLst/>
            </a:prstGeom>
            <a:noFill/>
          </p:spPr>
          <p:txBody>
            <a:bodyPr wrap="square" lIns="0" tIns="0" rIns="0" bIns="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12%</a:t>
              </a:r>
            </a:p>
          </p:txBody>
        </p:sp>
        <p:sp>
          <p:nvSpPr>
            <p:cNvPr id="130" name="Rectangle 129">
              <a:extLst>
                <a:ext uri="{FF2B5EF4-FFF2-40B4-BE49-F238E27FC236}">
                  <a16:creationId xmlns:a16="http://schemas.microsoft.com/office/drawing/2014/main" id="{D6F66167-3FA9-EC58-B104-7EEC0FB50745}"/>
                </a:ext>
              </a:extLst>
            </p:cNvPr>
            <p:cNvSpPr/>
            <p:nvPr/>
          </p:nvSpPr>
          <p:spPr>
            <a:xfrm>
              <a:off x="2665414" y="3349751"/>
              <a:ext cx="1069848" cy="1066801"/>
            </a:xfrm>
            <a:prstGeom prst="rect">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32" name="TextBox 131">
              <a:extLst>
                <a:ext uri="{FF2B5EF4-FFF2-40B4-BE49-F238E27FC236}">
                  <a16:creationId xmlns:a16="http://schemas.microsoft.com/office/drawing/2014/main" id="{F156A2EE-6495-D1B9-DE26-C1CBF388CC91}"/>
                </a:ext>
              </a:extLst>
            </p:cNvPr>
            <p:cNvSpPr txBox="1"/>
            <p:nvPr/>
          </p:nvSpPr>
          <p:spPr>
            <a:xfrm>
              <a:off x="2738566" y="3413759"/>
              <a:ext cx="923544" cy="184666"/>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Managed</a:t>
              </a:r>
            </a:p>
          </p:txBody>
        </p:sp>
        <p:sp>
          <p:nvSpPr>
            <p:cNvPr id="134" name="TextBox 133">
              <a:extLst>
                <a:ext uri="{FF2B5EF4-FFF2-40B4-BE49-F238E27FC236}">
                  <a16:creationId xmlns:a16="http://schemas.microsoft.com/office/drawing/2014/main" id="{E2245F6C-EE4F-F9D6-AB7E-D6CE5617FA6B}"/>
                </a:ext>
              </a:extLst>
            </p:cNvPr>
            <p:cNvSpPr txBox="1"/>
            <p:nvPr/>
          </p:nvSpPr>
          <p:spPr>
            <a:xfrm>
              <a:off x="2738566" y="3614928"/>
              <a:ext cx="941831" cy="615553"/>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Enterprise standards and governance in place</a:t>
              </a:r>
            </a:p>
          </p:txBody>
        </p:sp>
        <p:sp>
          <p:nvSpPr>
            <p:cNvPr id="136" name="Rectangle 135">
              <a:extLst>
                <a:ext uri="{FF2B5EF4-FFF2-40B4-BE49-F238E27FC236}">
                  <a16:creationId xmlns:a16="http://schemas.microsoft.com/office/drawing/2014/main" id="{F3205766-8A2B-1521-1964-C6BD2C077279}"/>
                </a:ext>
              </a:extLst>
            </p:cNvPr>
            <p:cNvSpPr/>
            <p:nvPr/>
          </p:nvSpPr>
          <p:spPr>
            <a:xfrm>
              <a:off x="3904425" y="2727959"/>
              <a:ext cx="850392" cy="621792"/>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38" name="TextBox 137">
              <a:extLst>
                <a:ext uri="{FF2B5EF4-FFF2-40B4-BE49-F238E27FC236}">
                  <a16:creationId xmlns:a16="http://schemas.microsoft.com/office/drawing/2014/main" id="{A7B8675C-CF47-20BA-365E-7A0646EB4749}"/>
                </a:ext>
              </a:extLst>
            </p:cNvPr>
            <p:cNvSpPr txBox="1"/>
            <p:nvPr/>
          </p:nvSpPr>
          <p:spPr>
            <a:xfrm>
              <a:off x="3794698" y="2478839"/>
              <a:ext cx="1069848" cy="230832"/>
            </a:xfrm>
            <a:prstGeom prst="rect">
              <a:avLst/>
            </a:prstGeom>
            <a:noFill/>
          </p:spPr>
          <p:txBody>
            <a:bodyPr wrap="square" lIns="0" tIns="0" rIns="0" bIns="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4EA72E"/>
                  </a:solidFill>
                  <a:effectLst/>
                  <a:uLnTx/>
                  <a:uFillTx/>
                  <a:latin typeface="Segoe UI" panose="020B0502040204020203" pitchFamily="34" charset="0"/>
                  <a:ea typeface="+mn-ea"/>
                  <a:cs typeface="Segoe UI" panose="020B0502040204020203" pitchFamily="34" charset="0"/>
                </a:rPr>
                <a:t>44%</a:t>
              </a:r>
            </a:p>
          </p:txBody>
        </p:sp>
        <p:sp>
          <p:nvSpPr>
            <p:cNvPr id="140" name="Rectangle 139">
              <a:extLst>
                <a:ext uri="{FF2B5EF4-FFF2-40B4-BE49-F238E27FC236}">
                  <a16:creationId xmlns:a16="http://schemas.microsoft.com/office/drawing/2014/main" id="{E400F3D4-4D81-CCBF-48CF-BBDFB472EB8E}"/>
                </a:ext>
              </a:extLst>
            </p:cNvPr>
            <p:cNvSpPr/>
            <p:nvPr/>
          </p:nvSpPr>
          <p:spPr>
            <a:xfrm>
              <a:off x="3794698" y="3349751"/>
              <a:ext cx="1069848" cy="1066801"/>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42" name="TextBox 141">
              <a:extLst>
                <a:ext uri="{FF2B5EF4-FFF2-40B4-BE49-F238E27FC236}">
                  <a16:creationId xmlns:a16="http://schemas.microsoft.com/office/drawing/2014/main" id="{5DE7D402-DB2A-EFF7-6279-D6705C787C19}"/>
                </a:ext>
              </a:extLst>
            </p:cNvPr>
            <p:cNvSpPr txBox="1"/>
            <p:nvPr/>
          </p:nvSpPr>
          <p:spPr>
            <a:xfrm>
              <a:off x="3867850" y="3413759"/>
              <a:ext cx="923544" cy="184666"/>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Integrated</a:t>
              </a:r>
            </a:p>
          </p:txBody>
        </p:sp>
        <p:sp>
          <p:nvSpPr>
            <p:cNvPr id="144" name="TextBox 143">
              <a:extLst>
                <a:ext uri="{FF2B5EF4-FFF2-40B4-BE49-F238E27FC236}">
                  <a16:creationId xmlns:a16="http://schemas.microsoft.com/office/drawing/2014/main" id="{83B305B7-A9EA-8E8D-99B1-979A11B66A23}"/>
                </a:ext>
              </a:extLst>
            </p:cNvPr>
            <p:cNvSpPr txBox="1"/>
            <p:nvPr/>
          </p:nvSpPr>
          <p:spPr>
            <a:xfrm>
              <a:off x="3867850" y="3614928"/>
              <a:ext cx="941831" cy="769441"/>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Data, analytics and operations integrated across major fraud types</a:t>
              </a:r>
            </a:p>
          </p:txBody>
        </p:sp>
        <p:sp>
          <p:nvSpPr>
            <p:cNvPr id="146" name="Rectangle 145">
              <a:extLst>
                <a:ext uri="{FF2B5EF4-FFF2-40B4-BE49-F238E27FC236}">
                  <a16:creationId xmlns:a16="http://schemas.microsoft.com/office/drawing/2014/main" id="{FB365C75-94B0-071A-081A-880B892D1091}"/>
                </a:ext>
              </a:extLst>
            </p:cNvPr>
            <p:cNvSpPr/>
            <p:nvPr/>
          </p:nvSpPr>
          <p:spPr>
            <a:xfrm>
              <a:off x="5033709" y="2812749"/>
              <a:ext cx="850392" cy="537002"/>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48" name="TextBox 147">
              <a:extLst>
                <a:ext uri="{FF2B5EF4-FFF2-40B4-BE49-F238E27FC236}">
                  <a16:creationId xmlns:a16="http://schemas.microsoft.com/office/drawing/2014/main" id="{A312C1A6-794C-A043-0B49-438A66EF6553}"/>
                </a:ext>
              </a:extLst>
            </p:cNvPr>
            <p:cNvSpPr txBox="1"/>
            <p:nvPr/>
          </p:nvSpPr>
          <p:spPr>
            <a:xfrm>
              <a:off x="4923982" y="2563629"/>
              <a:ext cx="1069848" cy="230832"/>
            </a:xfrm>
            <a:prstGeom prst="rect">
              <a:avLst/>
            </a:prstGeom>
            <a:noFill/>
          </p:spPr>
          <p:txBody>
            <a:bodyPr wrap="square" lIns="0" tIns="0" rIns="0" bIns="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rPr>
                <a:t>38%</a:t>
              </a:r>
            </a:p>
          </p:txBody>
        </p:sp>
        <p:sp>
          <p:nvSpPr>
            <p:cNvPr id="150" name="Rectangle 149">
              <a:extLst>
                <a:ext uri="{FF2B5EF4-FFF2-40B4-BE49-F238E27FC236}">
                  <a16:creationId xmlns:a16="http://schemas.microsoft.com/office/drawing/2014/main" id="{9BDAF2AE-3CE8-2BBE-2AED-B346F5B601B1}"/>
                </a:ext>
              </a:extLst>
            </p:cNvPr>
            <p:cNvSpPr/>
            <p:nvPr/>
          </p:nvSpPr>
          <p:spPr>
            <a:xfrm>
              <a:off x="4923982" y="3349751"/>
              <a:ext cx="1069848" cy="1066801"/>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52" name="TextBox 151">
              <a:extLst>
                <a:ext uri="{FF2B5EF4-FFF2-40B4-BE49-F238E27FC236}">
                  <a16:creationId xmlns:a16="http://schemas.microsoft.com/office/drawing/2014/main" id="{7C8641FB-D28B-1D83-AC27-56082F657534}"/>
                </a:ext>
              </a:extLst>
            </p:cNvPr>
            <p:cNvSpPr txBox="1"/>
            <p:nvPr/>
          </p:nvSpPr>
          <p:spPr>
            <a:xfrm>
              <a:off x="4997134" y="3413759"/>
              <a:ext cx="923544" cy="184666"/>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Advanced</a:t>
              </a:r>
            </a:p>
          </p:txBody>
        </p:sp>
        <p:sp>
          <p:nvSpPr>
            <p:cNvPr id="154" name="TextBox 153">
              <a:extLst>
                <a:ext uri="{FF2B5EF4-FFF2-40B4-BE49-F238E27FC236}">
                  <a16:creationId xmlns:a16="http://schemas.microsoft.com/office/drawing/2014/main" id="{12904219-6BF4-5A7E-02E4-C975D28E9841}"/>
                </a:ext>
              </a:extLst>
            </p:cNvPr>
            <p:cNvSpPr txBox="1"/>
            <p:nvPr/>
          </p:nvSpPr>
          <p:spPr>
            <a:xfrm>
              <a:off x="4997134" y="3614928"/>
              <a:ext cx="941831" cy="769441"/>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Predictive intelligence and ecosystem collaboration embedded</a:t>
              </a:r>
            </a:p>
          </p:txBody>
        </p:sp>
        <p:sp>
          <p:nvSpPr>
            <p:cNvPr id="156" name="Rectangle 155">
              <a:extLst>
                <a:ext uri="{FF2B5EF4-FFF2-40B4-BE49-F238E27FC236}">
                  <a16:creationId xmlns:a16="http://schemas.microsoft.com/office/drawing/2014/main" id="{3A9C8F15-8C97-0B77-8F8E-73EF83A21166}"/>
                </a:ext>
              </a:extLst>
            </p:cNvPr>
            <p:cNvSpPr/>
            <p:nvPr/>
          </p:nvSpPr>
          <p:spPr>
            <a:xfrm>
              <a:off x="3794698" y="2414016"/>
              <a:ext cx="2199132" cy="22860"/>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58" name="Rectangle 157">
              <a:extLst>
                <a:ext uri="{FF2B5EF4-FFF2-40B4-BE49-F238E27FC236}">
                  <a16:creationId xmlns:a16="http://schemas.microsoft.com/office/drawing/2014/main" id="{B9C3089A-D953-7451-9F87-18EE6DE50163}"/>
                </a:ext>
              </a:extLst>
            </p:cNvPr>
            <p:cNvSpPr/>
            <p:nvPr/>
          </p:nvSpPr>
          <p:spPr>
            <a:xfrm>
              <a:off x="3794698" y="2414016"/>
              <a:ext cx="22860" cy="109728"/>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60" name="Rectangle 159">
              <a:extLst>
                <a:ext uri="{FF2B5EF4-FFF2-40B4-BE49-F238E27FC236}">
                  <a16:creationId xmlns:a16="http://schemas.microsoft.com/office/drawing/2014/main" id="{DAA033E1-FED6-5137-C14C-A125990981CB}"/>
                </a:ext>
              </a:extLst>
            </p:cNvPr>
            <p:cNvSpPr/>
            <p:nvPr/>
          </p:nvSpPr>
          <p:spPr>
            <a:xfrm>
              <a:off x="5970969" y="2414016"/>
              <a:ext cx="22860" cy="109728"/>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62" name="TextBox 161">
              <a:extLst>
                <a:ext uri="{FF2B5EF4-FFF2-40B4-BE49-F238E27FC236}">
                  <a16:creationId xmlns:a16="http://schemas.microsoft.com/office/drawing/2014/main" id="{ADA623CE-C178-E232-440F-43FE2D2758D1}"/>
                </a:ext>
              </a:extLst>
            </p:cNvPr>
            <p:cNvSpPr txBox="1"/>
            <p:nvPr/>
          </p:nvSpPr>
          <p:spPr>
            <a:xfrm>
              <a:off x="3794698" y="2179151"/>
              <a:ext cx="2199132" cy="192360"/>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5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rPr>
                <a:t>82% integrated or advanced</a:t>
              </a:r>
            </a:p>
          </p:txBody>
        </p:sp>
        <p:sp>
          <p:nvSpPr>
            <p:cNvPr id="164" name="TextBox 163">
              <a:extLst>
                <a:ext uri="{FF2B5EF4-FFF2-40B4-BE49-F238E27FC236}">
                  <a16:creationId xmlns:a16="http://schemas.microsoft.com/office/drawing/2014/main" id="{DDA7C91D-E45D-F790-FC84-3A9CD6E60A57}"/>
                </a:ext>
              </a:extLst>
            </p:cNvPr>
            <p:cNvSpPr txBox="1"/>
            <p:nvPr/>
          </p:nvSpPr>
          <p:spPr>
            <a:xfrm>
              <a:off x="406846" y="2286000"/>
              <a:ext cx="2377440" cy="138499"/>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rPr>
                <a:t>Low maturity → high maturity</a:t>
              </a:r>
            </a:p>
          </p:txBody>
        </p:sp>
      </p:grpSp>
      <p:grpSp>
        <p:nvGrpSpPr>
          <p:cNvPr id="4" name="Group 3">
            <a:extLst>
              <a:ext uri="{FF2B5EF4-FFF2-40B4-BE49-F238E27FC236}">
                <a16:creationId xmlns:a16="http://schemas.microsoft.com/office/drawing/2014/main" id="{A19B4BDC-749E-454E-A5D0-E2C377C63A8D}"/>
              </a:ext>
            </a:extLst>
          </p:cNvPr>
          <p:cNvGrpSpPr/>
          <p:nvPr/>
        </p:nvGrpSpPr>
        <p:grpSpPr>
          <a:xfrm>
            <a:off x="241300" y="4780949"/>
            <a:ext cx="5301723" cy="1138126"/>
            <a:chOff x="635446" y="4765040"/>
            <a:chExt cx="5257800" cy="1138126"/>
          </a:xfrm>
        </p:grpSpPr>
        <p:sp>
          <p:nvSpPr>
            <p:cNvPr id="170" name="TextBox 169">
              <a:extLst>
                <a:ext uri="{FF2B5EF4-FFF2-40B4-BE49-F238E27FC236}">
                  <a16:creationId xmlns:a16="http://schemas.microsoft.com/office/drawing/2014/main" id="{A76EC001-FF6C-E29F-0642-D09154E1AD8F}"/>
                </a:ext>
              </a:extLst>
            </p:cNvPr>
            <p:cNvSpPr txBox="1"/>
            <p:nvPr/>
          </p:nvSpPr>
          <p:spPr>
            <a:xfrm>
              <a:off x="635446" y="4765040"/>
              <a:ext cx="5257800" cy="23083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rPr>
                <a:t>READING THE RESULTS</a:t>
              </a:r>
            </a:p>
          </p:txBody>
        </p:sp>
        <p:sp>
          <p:nvSpPr>
            <p:cNvPr id="172" name="TextBox 171">
              <a:extLst>
                <a:ext uri="{FF2B5EF4-FFF2-40B4-BE49-F238E27FC236}">
                  <a16:creationId xmlns:a16="http://schemas.microsoft.com/office/drawing/2014/main" id="{D74B9B09-318D-9356-BC73-FB49BACD44F2}"/>
                </a:ext>
              </a:extLst>
            </p:cNvPr>
            <p:cNvSpPr txBox="1"/>
            <p:nvPr/>
          </p:nvSpPr>
          <p:spPr>
            <a:xfrm>
              <a:off x="635446" y="5041392"/>
              <a:ext cx="5257800" cy="86177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a:pPr>
              <a:r>
                <a:rPr kumimoji="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Scale matters. </a:t>
              </a:r>
              <a:r>
                <a:rPr kumimoji="0" lang="en-US"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With more data, budget and specialist talent to integrate fraud operations, larger institutions are better placed to reach the upper tiers, suggesting that maturity still depends heavily on the resources an organization can commit.</a:t>
              </a:r>
              <a:endParaRPr kumimoji="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endParaRPr>
            </a:p>
          </p:txBody>
        </p:sp>
      </p:grpSp>
      <p:sp>
        <p:nvSpPr>
          <p:cNvPr id="174" name="Rectangle 173">
            <a:extLst>
              <a:ext uri="{FF2B5EF4-FFF2-40B4-BE49-F238E27FC236}">
                <a16:creationId xmlns:a16="http://schemas.microsoft.com/office/drawing/2014/main" id="{10627AD5-ADF2-C3C9-5B6B-CBE1258311C3}"/>
              </a:ext>
            </a:extLst>
          </p:cNvPr>
          <p:cNvSpPr/>
          <p:nvPr/>
        </p:nvSpPr>
        <p:spPr>
          <a:xfrm>
            <a:off x="320040" y="6175067"/>
            <a:ext cx="11548872" cy="370929"/>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lIns="36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86BC25"/>
                </a:solidFill>
                <a:effectLst/>
                <a:uLnTx/>
                <a:uFillTx/>
                <a:latin typeface="Segoe UI" panose="020B0502040204020203" pitchFamily="34" charset="0"/>
                <a:ea typeface="+mn-ea"/>
                <a:cs typeface="Segoe UI" panose="020B0502040204020203" pitchFamily="34" charset="0"/>
                <a:sym typeface="Arial"/>
              </a:rPr>
              <a:t>WHAT IT MEANS  </a:t>
            </a:r>
            <a:r>
              <a:rPr kumimoji="0" lang="en-US" sz="13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Confidence is high, but priorities are shifting. What leaders rely on today is not what they plan to rely on next.</a:t>
            </a:r>
          </a:p>
        </p:txBody>
      </p:sp>
      <p:sp>
        <p:nvSpPr>
          <p:cNvPr id="44" name="Rectangle 43">
            <a:extLst>
              <a:ext uri="{FF2B5EF4-FFF2-40B4-BE49-F238E27FC236}">
                <a16:creationId xmlns:a16="http://schemas.microsoft.com/office/drawing/2014/main" id="{1ABF5886-849C-6275-EA75-BC2606059543}"/>
              </a:ext>
            </a:extLst>
          </p:cNvPr>
          <p:cNvSpPr/>
          <p:nvPr/>
        </p:nvSpPr>
        <p:spPr>
          <a:xfrm>
            <a:off x="6285886" y="2082080"/>
            <a:ext cx="2743200" cy="2205902"/>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48" name="TextBox 47">
            <a:extLst>
              <a:ext uri="{FF2B5EF4-FFF2-40B4-BE49-F238E27FC236}">
                <a16:creationId xmlns:a16="http://schemas.microsoft.com/office/drawing/2014/main" id="{9D4DEC1F-A23C-1CAC-11CE-75149F5E21E4}"/>
              </a:ext>
            </a:extLst>
          </p:cNvPr>
          <p:cNvSpPr txBox="1"/>
          <p:nvPr/>
        </p:nvSpPr>
        <p:spPr>
          <a:xfrm>
            <a:off x="7253573" y="2396318"/>
            <a:ext cx="1285240" cy="26161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700" b="1" i="0" u="none" strike="noStrike" kern="1200" cap="none" spc="0" normalizeH="0" baseline="0" noProof="0">
                <a:ln>
                  <a:noFill/>
                </a:ln>
                <a:solidFill>
                  <a:schemeClr val="accent4"/>
                </a:solidFill>
                <a:effectLst/>
                <a:uLnTx/>
                <a:uFillTx/>
                <a:latin typeface="Segoe UI" panose="020B0502040204020203" pitchFamily="34" charset="0"/>
                <a:ea typeface="+mn-ea"/>
                <a:cs typeface="Segoe UI" panose="020B0502040204020203" pitchFamily="34" charset="0"/>
              </a:rPr>
              <a:t>BANKING </a:t>
            </a:r>
            <a:endParaRPr kumimoji="0" lang="en-CA" sz="1700" b="0" i="0" u="none" strike="noStrike" kern="1200" cap="none" spc="0" normalizeH="0" baseline="0" noProof="0">
              <a:ln>
                <a:noFill/>
              </a:ln>
              <a:solidFill>
                <a:schemeClr val="accent4"/>
              </a:solidFill>
              <a:effectLst/>
              <a:uLnTx/>
              <a:uFillTx/>
              <a:latin typeface="Segoe UI" panose="020B0502040204020203" pitchFamily="34" charset="0"/>
              <a:ea typeface="+mn-ea"/>
              <a:cs typeface="Segoe UI" panose="020B0502040204020203" pitchFamily="34" charset="0"/>
            </a:endParaRPr>
          </a:p>
        </p:txBody>
      </p:sp>
      <p:sp>
        <p:nvSpPr>
          <p:cNvPr id="50" name="TextBox 49">
            <a:extLst>
              <a:ext uri="{FF2B5EF4-FFF2-40B4-BE49-F238E27FC236}">
                <a16:creationId xmlns:a16="http://schemas.microsoft.com/office/drawing/2014/main" id="{7E4A6F62-DF14-AE9C-32C0-0ED9E4DD4EF4}"/>
              </a:ext>
            </a:extLst>
          </p:cNvPr>
          <p:cNvSpPr txBox="1"/>
          <p:nvPr/>
        </p:nvSpPr>
        <p:spPr>
          <a:xfrm>
            <a:off x="6426934" y="2901698"/>
            <a:ext cx="1371600" cy="692497"/>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4500" b="1" i="0" u="none" strike="noStrike" kern="1200" cap="none" spc="0" normalizeH="0" baseline="0" noProof="0">
                <a:ln>
                  <a:noFill/>
                </a:ln>
                <a:solidFill>
                  <a:schemeClr val="accent4"/>
                </a:solidFill>
                <a:effectLst/>
                <a:uLnTx/>
                <a:uFillTx/>
                <a:latin typeface="Segoe UI" panose="020B0502040204020203" pitchFamily="34" charset="0"/>
                <a:ea typeface="+mn-ea"/>
                <a:cs typeface="Segoe UI" panose="020B0502040204020203" pitchFamily="34" charset="0"/>
              </a:rPr>
              <a:t>85%</a:t>
            </a:r>
          </a:p>
        </p:txBody>
      </p:sp>
      <p:sp>
        <p:nvSpPr>
          <p:cNvPr id="52" name="TextBox 51">
            <a:extLst>
              <a:ext uri="{FF2B5EF4-FFF2-40B4-BE49-F238E27FC236}">
                <a16:creationId xmlns:a16="http://schemas.microsoft.com/office/drawing/2014/main" id="{64F0F000-03AE-7C91-C075-76E7FCED7477}"/>
              </a:ext>
            </a:extLst>
          </p:cNvPr>
          <p:cNvSpPr txBox="1"/>
          <p:nvPr/>
        </p:nvSpPr>
        <p:spPr>
          <a:xfrm>
            <a:off x="7634141" y="3015944"/>
            <a:ext cx="1371600" cy="461665"/>
          </a:xfrm>
          <a:prstGeom prst="rect">
            <a:avLst/>
          </a:prstGeom>
          <a:noFill/>
        </p:spPr>
        <p:txBody>
          <a:bodyPr wrap="square" lIns="0" tIns="0" rIns="0" bIns="0" anchor="ctr">
            <a:spAutoFit/>
          </a:bodyPr>
          <a:lstStyle/>
          <a:p>
            <a:pPr lvl="0" defTabSz="457200">
              <a:buClrTx/>
              <a:defRPr/>
            </a:pPr>
            <a:r>
              <a:rPr lang="en-US" sz="1500" b="1" kern="1200">
                <a:solidFill>
                  <a:srgbClr val="404040"/>
                </a:solidFill>
                <a:latin typeface="Segoe UI" panose="020B0502040204020203" pitchFamily="34" charset="0"/>
                <a:cs typeface="Segoe UI" panose="020B0502040204020203" pitchFamily="34" charset="0"/>
              </a:rPr>
              <a:t>Integrated </a:t>
            </a:r>
            <a:r>
              <a:rPr lang="en-US" sz="1500" kern="1200">
                <a:solidFill>
                  <a:srgbClr val="404040"/>
                </a:solidFill>
                <a:latin typeface="Segoe UI" panose="020B0502040204020203" pitchFamily="34" charset="0"/>
                <a:cs typeface="Segoe UI" panose="020B0502040204020203" pitchFamily="34" charset="0"/>
              </a:rPr>
              <a:t>or</a:t>
            </a:r>
            <a:r>
              <a:rPr lang="en-US" sz="1500" b="1" kern="1200">
                <a:solidFill>
                  <a:srgbClr val="404040"/>
                </a:solidFill>
                <a:latin typeface="Segoe UI" panose="020B0502040204020203" pitchFamily="34" charset="0"/>
                <a:cs typeface="Segoe UI" panose="020B0502040204020203" pitchFamily="34" charset="0"/>
              </a:rPr>
              <a:t> Advanced</a:t>
            </a:r>
          </a:p>
        </p:txBody>
      </p:sp>
      <p:sp>
        <p:nvSpPr>
          <p:cNvPr id="54" name="TextBox 53">
            <a:extLst>
              <a:ext uri="{FF2B5EF4-FFF2-40B4-BE49-F238E27FC236}">
                <a16:creationId xmlns:a16="http://schemas.microsoft.com/office/drawing/2014/main" id="{6CCFA096-A12A-FF04-B255-5D14F3303DE0}"/>
              </a:ext>
            </a:extLst>
          </p:cNvPr>
          <p:cNvSpPr txBox="1"/>
          <p:nvPr/>
        </p:nvSpPr>
        <p:spPr>
          <a:xfrm>
            <a:off x="6446390" y="3674991"/>
            <a:ext cx="2464146" cy="46166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Nearly half (48%) of banking respondents describe their program as </a:t>
            </a:r>
            <a:r>
              <a:rPr kumimoji="0" lang="en-US" sz="10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integrated</a:t>
            </a:r>
            <a:r>
              <a:rPr kumimoji="0" lang="en-US" sz="10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 and 37% selected </a:t>
            </a:r>
            <a:r>
              <a:rPr kumimoji="0" lang="en-US" sz="10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advanced</a:t>
            </a:r>
            <a:r>
              <a:rPr kumimoji="0" lang="en-US" sz="10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a:t>
            </a:r>
          </a:p>
        </p:txBody>
      </p:sp>
      <p:sp>
        <p:nvSpPr>
          <p:cNvPr id="56" name="Rectangle 55">
            <a:extLst>
              <a:ext uri="{FF2B5EF4-FFF2-40B4-BE49-F238E27FC236}">
                <a16:creationId xmlns:a16="http://schemas.microsoft.com/office/drawing/2014/main" id="{8A755762-75D6-2298-171B-AD0291A4D5B7}"/>
              </a:ext>
            </a:extLst>
          </p:cNvPr>
          <p:cNvSpPr/>
          <p:nvPr/>
        </p:nvSpPr>
        <p:spPr>
          <a:xfrm>
            <a:off x="9166246" y="2082080"/>
            <a:ext cx="2743200" cy="2205902"/>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60" name="TextBox 59">
            <a:extLst>
              <a:ext uri="{FF2B5EF4-FFF2-40B4-BE49-F238E27FC236}">
                <a16:creationId xmlns:a16="http://schemas.microsoft.com/office/drawing/2014/main" id="{AABA58D4-7927-47CA-5B7A-F894B32AF6C6}"/>
              </a:ext>
            </a:extLst>
          </p:cNvPr>
          <p:cNvSpPr txBox="1"/>
          <p:nvPr/>
        </p:nvSpPr>
        <p:spPr>
          <a:xfrm>
            <a:off x="10133933" y="2396318"/>
            <a:ext cx="1285240" cy="26161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700" b="1" i="0" u="none" strike="noStrike" kern="1200" cap="none" spc="0" normalizeH="0" baseline="0" noProof="0">
                <a:ln>
                  <a:noFill/>
                </a:ln>
                <a:solidFill>
                  <a:schemeClr val="accent2"/>
                </a:solidFill>
                <a:effectLst/>
                <a:uLnTx/>
                <a:uFillTx/>
                <a:latin typeface="Segoe UI" panose="020B0502040204020203" pitchFamily="34" charset="0"/>
                <a:ea typeface="+mn-ea"/>
                <a:cs typeface="Segoe UI" panose="020B0502040204020203" pitchFamily="34" charset="0"/>
              </a:rPr>
              <a:t>INSURANCE </a:t>
            </a:r>
            <a:endParaRPr kumimoji="0" lang="en-CA" sz="1700" b="0" i="0" u="none" strike="noStrike" kern="1200" cap="none" spc="0" normalizeH="0" baseline="0" noProof="0">
              <a:ln>
                <a:noFill/>
              </a:ln>
              <a:solidFill>
                <a:schemeClr val="accent2"/>
              </a:solidFill>
              <a:effectLst/>
              <a:uLnTx/>
              <a:uFillTx/>
              <a:latin typeface="Segoe UI" panose="020B0502040204020203" pitchFamily="34" charset="0"/>
              <a:ea typeface="+mn-ea"/>
              <a:cs typeface="Segoe UI" panose="020B0502040204020203" pitchFamily="34" charset="0"/>
            </a:endParaRPr>
          </a:p>
        </p:txBody>
      </p:sp>
      <p:sp>
        <p:nvSpPr>
          <p:cNvPr id="62" name="TextBox 61">
            <a:extLst>
              <a:ext uri="{FF2B5EF4-FFF2-40B4-BE49-F238E27FC236}">
                <a16:creationId xmlns:a16="http://schemas.microsoft.com/office/drawing/2014/main" id="{D3A4BD59-CFA7-ABB8-95F5-1DC130F027E1}"/>
              </a:ext>
            </a:extLst>
          </p:cNvPr>
          <p:cNvSpPr txBox="1"/>
          <p:nvPr/>
        </p:nvSpPr>
        <p:spPr>
          <a:xfrm>
            <a:off x="9307294" y="2901698"/>
            <a:ext cx="1371600" cy="692497"/>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4500" b="1" i="0" u="none" strike="noStrike" kern="1200" cap="none" spc="0" normalizeH="0" baseline="0" noProof="0">
                <a:ln>
                  <a:noFill/>
                </a:ln>
                <a:solidFill>
                  <a:schemeClr val="accent2"/>
                </a:solidFill>
                <a:effectLst/>
                <a:uLnTx/>
                <a:uFillTx/>
                <a:latin typeface="Segoe UI" panose="020B0502040204020203" pitchFamily="34" charset="0"/>
                <a:ea typeface="+mn-ea"/>
                <a:cs typeface="Segoe UI" panose="020B0502040204020203" pitchFamily="34" charset="0"/>
              </a:rPr>
              <a:t>72%</a:t>
            </a:r>
          </a:p>
        </p:txBody>
      </p:sp>
      <p:sp>
        <p:nvSpPr>
          <p:cNvPr id="64" name="TextBox 63">
            <a:extLst>
              <a:ext uri="{FF2B5EF4-FFF2-40B4-BE49-F238E27FC236}">
                <a16:creationId xmlns:a16="http://schemas.microsoft.com/office/drawing/2014/main" id="{8F66A6F0-1F04-B7D5-2057-01994907E346}"/>
              </a:ext>
            </a:extLst>
          </p:cNvPr>
          <p:cNvSpPr txBox="1"/>
          <p:nvPr/>
        </p:nvSpPr>
        <p:spPr>
          <a:xfrm>
            <a:off x="10514501" y="3015944"/>
            <a:ext cx="1371600" cy="461665"/>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500" b="1" kern="1200">
                <a:solidFill>
                  <a:srgbClr val="404040"/>
                </a:solidFill>
                <a:latin typeface="Segoe UI" panose="020B0502040204020203" pitchFamily="34" charset="0"/>
                <a:ea typeface="+mn-ea"/>
                <a:cs typeface="Segoe UI" panose="020B0502040204020203" pitchFamily="34" charset="0"/>
              </a:rPr>
              <a:t>Integrated</a:t>
            </a:r>
            <a:r>
              <a:rPr kumimoji="0" sz="15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 </a:t>
            </a:r>
            <a:r>
              <a:rPr kumimoji="0" sz="150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or</a:t>
            </a:r>
            <a:r>
              <a:rPr kumimoji="0" sz="15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 </a:t>
            </a:r>
            <a:r>
              <a:rPr kumimoji="0" lang="en-US" sz="15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A</a:t>
            </a:r>
            <a:r>
              <a:rPr kumimoji="0" sz="15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dvanced</a:t>
            </a:r>
          </a:p>
        </p:txBody>
      </p:sp>
      <p:sp>
        <p:nvSpPr>
          <p:cNvPr id="66" name="TextBox 65">
            <a:extLst>
              <a:ext uri="{FF2B5EF4-FFF2-40B4-BE49-F238E27FC236}">
                <a16:creationId xmlns:a16="http://schemas.microsoft.com/office/drawing/2014/main" id="{9207EF7A-340B-DE12-AAA3-72945B411EB9}"/>
              </a:ext>
            </a:extLst>
          </p:cNvPr>
          <p:cNvSpPr txBox="1"/>
          <p:nvPr/>
        </p:nvSpPr>
        <p:spPr>
          <a:xfrm>
            <a:off x="9326750" y="3674991"/>
            <a:ext cx="2464146" cy="46166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40% of insurance respondents describe their program as </a:t>
            </a:r>
            <a:r>
              <a:rPr kumimoji="0" lang="en-US" sz="10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advanced</a:t>
            </a:r>
            <a:r>
              <a:rPr kumimoji="0" lang="en-US" sz="10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 ahead of the 32% who selected </a:t>
            </a:r>
            <a:r>
              <a:rPr kumimoji="0" lang="en-US" sz="10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integrated</a:t>
            </a:r>
            <a:r>
              <a:rPr kumimoji="0" lang="en-US" sz="10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a:t>
            </a:r>
          </a:p>
        </p:txBody>
      </p:sp>
      <p:pic>
        <p:nvPicPr>
          <p:cNvPr id="187" name="Picture 186">
            <a:extLst>
              <a:ext uri="{FF2B5EF4-FFF2-40B4-BE49-F238E27FC236}">
                <a16:creationId xmlns:a16="http://schemas.microsoft.com/office/drawing/2014/main" id="{83A41D65-DE08-C696-70B4-21DEBA0524E1}"/>
              </a:ext>
            </a:extLst>
          </p:cNvPr>
          <p:cNvPicPr>
            <a:picLocks noChangeAspect="1"/>
          </p:cNvPicPr>
          <p:nvPr/>
        </p:nvPicPr>
        <p:blipFill>
          <a:blip r:embed="rId3"/>
          <a:stretch>
            <a:fillRect/>
          </a:stretch>
        </p:blipFill>
        <p:spPr>
          <a:xfrm>
            <a:off x="6440014" y="2178335"/>
            <a:ext cx="720000" cy="720000"/>
          </a:xfrm>
          <a:prstGeom prst="rect">
            <a:avLst/>
          </a:prstGeom>
        </p:spPr>
      </p:pic>
      <p:sp>
        <p:nvSpPr>
          <p:cNvPr id="191" name="Rectangle 190">
            <a:extLst>
              <a:ext uri="{FF2B5EF4-FFF2-40B4-BE49-F238E27FC236}">
                <a16:creationId xmlns:a16="http://schemas.microsoft.com/office/drawing/2014/main" id="{6C715FA2-3CA1-8AFE-2EA1-975F8065BE9D}"/>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spcBef>
                <a:spcPts val="600"/>
              </a:spcBef>
              <a:buClrTx/>
              <a:buSzPct val="100000"/>
              <a:defRPr/>
            </a:pPr>
            <a:r>
              <a:rPr lang="en-US" sz="1200" b="1" kern="1200">
                <a:solidFill>
                  <a:schemeClr val="bg1"/>
                </a:solidFill>
                <a:latin typeface="Segoe UI" panose="020B0502040204020203" pitchFamily="34" charset="0"/>
                <a:ea typeface="Open Sans" panose="020B0606030504020204" pitchFamily="34" charset="0"/>
                <a:cs typeface="Segoe UI" panose="020B0502040204020203" pitchFamily="34" charset="0"/>
              </a:rPr>
              <a:t>OPERATING MODEL TRANSFORMATION</a:t>
            </a:r>
          </a:p>
        </p:txBody>
      </p:sp>
      <p:grpSp>
        <p:nvGrpSpPr>
          <p:cNvPr id="193" name="Group 192">
            <a:extLst>
              <a:ext uri="{FF2B5EF4-FFF2-40B4-BE49-F238E27FC236}">
                <a16:creationId xmlns:a16="http://schemas.microsoft.com/office/drawing/2014/main" id="{BD5927B5-A3C9-91F3-7570-0208CA27E2EA}"/>
              </a:ext>
            </a:extLst>
          </p:cNvPr>
          <p:cNvGrpSpPr/>
          <p:nvPr/>
        </p:nvGrpSpPr>
        <p:grpSpPr>
          <a:xfrm>
            <a:off x="9320374" y="2178335"/>
            <a:ext cx="720000" cy="720000"/>
            <a:chOff x="3319272" y="3429000"/>
            <a:chExt cx="329184" cy="329184"/>
          </a:xfrm>
        </p:grpSpPr>
        <p:sp>
          <p:nvSpPr>
            <p:cNvPr id="194" name="Rounded Rectangle 42">
              <a:extLst>
                <a:ext uri="{FF2B5EF4-FFF2-40B4-BE49-F238E27FC236}">
                  <a16:creationId xmlns:a16="http://schemas.microsoft.com/office/drawing/2014/main" id="{2D4AF295-ADD9-0085-05EF-A795E2EE42BB}"/>
                </a:ext>
              </a:extLst>
            </p:cNvPr>
            <p:cNvSpPr/>
            <p:nvPr/>
          </p:nvSpPr>
          <p:spPr>
            <a:xfrm>
              <a:off x="3319272" y="3429000"/>
              <a:ext cx="329184" cy="329184"/>
            </a:xfrm>
            <a:prstGeom prst="roundRect">
              <a:avLst>
                <a:gd name="adj" fmla="val 5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pic>
          <p:nvPicPr>
            <p:cNvPr id="195" name="Picture 194" descr="ic_shield_w.png">
              <a:extLst>
                <a:ext uri="{FF2B5EF4-FFF2-40B4-BE49-F238E27FC236}">
                  <a16:creationId xmlns:a16="http://schemas.microsoft.com/office/drawing/2014/main" id="{1BF3CE91-F5EB-12CC-DD22-D72ACEDB470F}"/>
                </a:ext>
              </a:extLst>
            </p:cNvPr>
            <p:cNvPicPr>
              <a:picLocks noChangeAspect="1"/>
            </p:cNvPicPr>
            <p:nvPr/>
          </p:nvPicPr>
          <p:blipFill>
            <a:blip r:embed="rId4"/>
            <a:stretch>
              <a:fillRect/>
            </a:stretch>
          </p:blipFill>
          <p:spPr>
            <a:xfrm>
              <a:off x="3391692" y="3501420"/>
              <a:ext cx="184343" cy="184343"/>
            </a:xfrm>
            <a:prstGeom prst="rect">
              <a:avLst/>
            </a:prstGeom>
          </p:spPr>
        </p:pic>
      </p:grpSp>
      <p:sp>
        <p:nvSpPr>
          <p:cNvPr id="6" name="Chevron 19">
            <a:extLst>
              <a:ext uri="{FF2B5EF4-FFF2-40B4-BE49-F238E27FC236}">
                <a16:creationId xmlns:a16="http://schemas.microsoft.com/office/drawing/2014/main" id="{00BE6EE0-B4F4-2331-3AC8-F49B42356DCF}"/>
              </a:ext>
            </a:extLst>
          </p:cNvPr>
          <p:cNvSpPr/>
          <p:nvPr/>
        </p:nvSpPr>
        <p:spPr>
          <a:xfrm>
            <a:off x="5742369" y="4999290"/>
            <a:ext cx="243184" cy="701444"/>
          </a:xfrm>
          <a:prstGeom prst="chevron">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2039AEB9-1ED7-17DF-5E81-FDC92B6CE4D4}"/>
              </a:ext>
            </a:extLst>
          </p:cNvPr>
          <p:cNvSpPr txBox="1"/>
          <p:nvPr/>
        </p:nvSpPr>
        <p:spPr>
          <a:xfrm>
            <a:off x="6285886" y="1803134"/>
            <a:ext cx="5257800" cy="23083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rPr>
              <a:t>SECTOR BREAKDOWN</a:t>
            </a:r>
            <a:endParaRPr kumimoji="0" sz="15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endParaRPr>
          </a:p>
        </p:txBody>
      </p:sp>
      <p:grpSp>
        <p:nvGrpSpPr>
          <p:cNvPr id="9" name="Group 8">
            <a:extLst>
              <a:ext uri="{FF2B5EF4-FFF2-40B4-BE49-F238E27FC236}">
                <a16:creationId xmlns:a16="http://schemas.microsoft.com/office/drawing/2014/main" id="{D6D8964B-B4D2-E22A-B12B-457A07C38160}"/>
              </a:ext>
            </a:extLst>
          </p:cNvPr>
          <p:cNvGrpSpPr/>
          <p:nvPr/>
        </p:nvGrpSpPr>
        <p:grpSpPr>
          <a:xfrm>
            <a:off x="249638" y="464705"/>
            <a:ext cx="11521440" cy="585793"/>
            <a:chOff x="249638" y="464705"/>
            <a:chExt cx="11521440" cy="585793"/>
          </a:xfrm>
        </p:grpSpPr>
        <p:sp>
          <p:nvSpPr>
            <p:cNvPr id="10" name="Text 22">
              <a:extLst>
                <a:ext uri="{FF2B5EF4-FFF2-40B4-BE49-F238E27FC236}">
                  <a16:creationId xmlns:a16="http://schemas.microsoft.com/office/drawing/2014/main" id="{E4171AD6-9372-123A-A331-3718D6F1E587}"/>
                </a:ext>
              </a:extLst>
            </p:cNvPr>
            <p:cNvSpPr/>
            <p:nvPr/>
          </p:nvSpPr>
          <p:spPr>
            <a:xfrm>
              <a:off x="249638" y="464705"/>
              <a:ext cx="7847726" cy="232080"/>
            </a:xfrm>
            <a:prstGeom prst="rect">
              <a:avLst/>
            </a:prstGeom>
            <a:noFill/>
            <a:ln/>
          </p:spPr>
          <p:txBody>
            <a:bodyPr wrap="square" lIns="0" tIns="0" rIns="0" bIns="0" rtlCol="0" anchor="ctr"/>
            <a:lstStyle/>
            <a:p>
              <a:pPr lvl="0">
                <a:buClrTx/>
                <a:defRPr/>
              </a:pPr>
              <a:r>
                <a:rPr lang="en-US" sz="1500" b="1" spc="80">
                  <a:solidFill>
                    <a:srgbClr val="4EA72E"/>
                  </a:solidFill>
                  <a:latin typeface="Segoe UI" panose="020B0502040204020203" pitchFamily="34" charset="0"/>
                  <a:ea typeface="Arial" pitchFamily="34" charset="-122"/>
                  <a:cs typeface="Segoe UI" panose="020B0502040204020203" pitchFamily="34" charset="0"/>
                </a:rPr>
                <a:t>THE STARTING POINT</a:t>
              </a:r>
            </a:p>
          </p:txBody>
        </p:sp>
        <p:sp>
          <p:nvSpPr>
            <p:cNvPr id="11" name="TextBox 10">
              <a:extLst>
                <a:ext uri="{FF2B5EF4-FFF2-40B4-BE49-F238E27FC236}">
                  <a16:creationId xmlns:a16="http://schemas.microsoft.com/office/drawing/2014/main" id="{DA1862B9-764F-B34C-D5CF-2639782DB83B}"/>
                </a:ext>
              </a:extLst>
            </p:cNvPr>
            <p:cNvSpPr txBox="1"/>
            <p:nvPr/>
          </p:nvSpPr>
          <p:spPr>
            <a:xfrm>
              <a:off x="249638" y="711944"/>
              <a:ext cx="11521440" cy="33855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a:ln>
                    <a:noFill/>
                  </a:ln>
                  <a:solidFill>
                    <a:srgbClr val="111111"/>
                  </a:solidFill>
                  <a:effectLst/>
                  <a:uLnTx/>
                  <a:uFillTx/>
                  <a:latin typeface="Segoe UI" panose="020B0502040204020203" pitchFamily="34" charset="0"/>
                  <a:ea typeface="+mn-ea"/>
                  <a:cs typeface="Segoe UI" panose="020B0502040204020203" pitchFamily="34" charset="0"/>
                </a:rPr>
                <a:t>82% of fraud programs report strong maturity, but scale remains a key differentiator</a:t>
              </a:r>
            </a:p>
          </p:txBody>
        </p:sp>
      </p:grpSp>
      <p:sp>
        <p:nvSpPr>
          <p:cNvPr id="7" name="Rectangle 6">
            <a:extLst>
              <a:ext uri="{FF2B5EF4-FFF2-40B4-BE49-F238E27FC236}">
                <a16:creationId xmlns:a16="http://schemas.microsoft.com/office/drawing/2014/main" id="{BADD6BF1-6189-D48A-A1C3-B519C0382917}"/>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lvl="0" algn="just">
              <a:buClrTx/>
              <a:defRPr/>
            </a:pPr>
            <a:r>
              <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rPr>
              <a:t>For detailed data please refer to </a:t>
            </a:r>
            <a:r>
              <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hlinkClick r:id="rId5" action="ppaction://hlinksldjump"/>
              </a:rPr>
              <a:t>Appendix </a:t>
            </a:r>
            <a:endPar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endParaRPr>
          </a:p>
        </p:txBody>
      </p:sp>
    </p:spTree>
    <p:extLst>
      <p:ext uri="{BB962C8B-B14F-4D97-AF65-F5344CB8AC3E}">
        <p14:creationId xmlns:p14="http://schemas.microsoft.com/office/powerpoint/2010/main" val="1464127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9F5F9-61EC-529C-A855-DD31A7C82010}"/>
            </a:ext>
          </a:extLst>
        </p:cNvPr>
        <p:cNvGrpSpPr/>
        <p:nvPr/>
      </p:nvGrpSpPr>
      <p:grpSpPr>
        <a:xfrm>
          <a:off x="0" y="0"/>
          <a:ext cx="0" cy="0"/>
          <a:chOff x="0" y="0"/>
          <a:chExt cx="0" cy="0"/>
        </a:xfrm>
      </p:grpSpPr>
      <p:sp>
        <p:nvSpPr>
          <p:cNvPr id="153" name="Rectangle 152">
            <a:extLst>
              <a:ext uri="{FF2B5EF4-FFF2-40B4-BE49-F238E27FC236}">
                <a16:creationId xmlns:a16="http://schemas.microsoft.com/office/drawing/2014/main" id="{6FEC4548-FA50-598E-CBA4-7BEE6FB67DBA}"/>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OPERATING MODEL TRANSFORMATION</a:t>
            </a:r>
          </a:p>
        </p:txBody>
      </p:sp>
      <p:sp>
        <p:nvSpPr>
          <p:cNvPr id="7" name="Rounded Rectangle 6">
            <a:extLst>
              <a:ext uri="{FF2B5EF4-FFF2-40B4-BE49-F238E27FC236}">
                <a16:creationId xmlns:a16="http://schemas.microsoft.com/office/drawing/2014/main" id="{4C7F93B9-389B-9B7F-54DE-B3483249392E}"/>
              </a:ext>
            </a:extLst>
          </p:cNvPr>
          <p:cNvSpPr/>
          <p:nvPr/>
        </p:nvSpPr>
        <p:spPr>
          <a:xfrm>
            <a:off x="320040" y="1806069"/>
            <a:ext cx="5440680" cy="4789529"/>
          </a:xfrm>
          <a:prstGeom prst="roundRect">
            <a:avLst>
              <a:gd name="adj" fmla="val 3000"/>
            </a:avLst>
          </a:prstGeom>
          <a:solidFill>
            <a:srgbClr val="FFFFFF"/>
          </a:solid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8" name="TextBox 7">
            <a:extLst>
              <a:ext uri="{FF2B5EF4-FFF2-40B4-BE49-F238E27FC236}">
                <a16:creationId xmlns:a16="http://schemas.microsoft.com/office/drawing/2014/main" id="{6AE030A3-0941-2778-52F7-A64C9173DAD4}"/>
              </a:ext>
            </a:extLst>
          </p:cNvPr>
          <p:cNvSpPr txBox="1"/>
          <p:nvPr/>
        </p:nvSpPr>
        <p:spPr>
          <a:xfrm>
            <a:off x="502920" y="1885387"/>
            <a:ext cx="5074920" cy="20005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FOCUS TODAY VS IN THREE YEARS</a:t>
            </a:r>
            <a:endParaRPr kumimoji="0" sz="13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endParaRPr>
          </a:p>
        </p:txBody>
      </p:sp>
      <p:grpSp>
        <p:nvGrpSpPr>
          <p:cNvPr id="9" name="Group 8">
            <a:extLst>
              <a:ext uri="{FF2B5EF4-FFF2-40B4-BE49-F238E27FC236}">
                <a16:creationId xmlns:a16="http://schemas.microsoft.com/office/drawing/2014/main" id="{C84B57A7-654D-319F-1842-AFB4ED7A6988}"/>
              </a:ext>
            </a:extLst>
          </p:cNvPr>
          <p:cNvGrpSpPr/>
          <p:nvPr/>
        </p:nvGrpSpPr>
        <p:grpSpPr>
          <a:xfrm>
            <a:off x="3815714" y="5495362"/>
            <a:ext cx="1819900" cy="214997"/>
            <a:chOff x="3749039" y="5326380"/>
            <a:chExt cx="1819900" cy="214997"/>
          </a:xfrm>
        </p:grpSpPr>
        <p:sp>
          <p:nvSpPr>
            <p:cNvPr id="10" name="TextBox 9">
              <a:extLst>
                <a:ext uri="{FF2B5EF4-FFF2-40B4-BE49-F238E27FC236}">
                  <a16:creationId xmlns:a16="http://schemas.microsoft.com/office/drawing/2014/main" id="{0DC383D8-BC4A-580F-12DB-69474EE9CCD7}"/>
                </a:ext>
              </a:extLst>
            </p:cNvPr>
            <p:cNvSpPr txBox="1"/>
            <p:nvPr/>
          </p:nvSpPr>
          <p:spPr>
            <a:xfrm>
              <a:off x="3749039" y="5372100"/>
              <a:ext cx="731520" cy="169277"/>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1"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endParaRPr>
            </a:p>
          </p:txBody>
        </p:sp>
        <p:sp>
          <p:nvSpPr>
            <p:cNvPr id="13" name="TextBox 12">
              <a:extLst>
                <a:ext uri="{FF2B5EF4-FFF2-40B4-BE49-F238E27FC236}">
                  <a16:creationId xmlns:a16="http://schemas.microsoft.com/office/drawing/2014/main" id="{0FE46E98-FA47-7087-C6AD-12A318724BFB}"/>
                </a:ext>
              </a:extLst>
            </p:cNvPr>
            <p:cNvSpPr txBox="1"/>
            <p:nvPr/>
          </p:nvSpPr>
          <p:spPr>
            <a:xfrm>
              <a:off x="4306581" y="5326380"/>
              <a:ext cx="1262358" cy="153888"/>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r>
                <a:rPr kumimoji="0" lang="en-US" sz="1000" b="1"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Change in 3 Years</a:t>
              </a:r>
              <a:endParaRPr kumimoji="0" sz="1000" b="1"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endParaRPr>
            </a:p>
          </p:txBody>
        </p:sp>
      </p:grpSp>
      <p:grpSp>
        <p:nvGrpSpPr>
          <p:cNvPr id="44" name="Group 43">
            <a:extLst>
              <a:ext uri="{FF2B5EF4-FFF2-40B4-BE49-F238E27FC236}">
                <a16:creationId xmlns:a16="http://schemas.microsoft.com/office/drawing/2014/main" id="{DA367EC8-BCD9-9F07-12C9-D03C66747FDE}"/>
              </a:ext>
            </a:extLst>
          </p:cNvPr>
          <p:cNvGrpSpPr/>
          <p:nvPr/>
        </p:nvGrpSpPr>
        <p:grpSpPr>
          <a:xfrm>
            <a:off x="661034" y="6316054"/>
            <a:ext cx="4709161" cy="153888"/>
            <a:chOff x="594359" y="6086112"/>
            <a:chExt cx="4709161" cy="153888"/>
          </a:xfrm>
        </p:grpSpPr>
        <p:sp>
          <p:nvSpPr>
            <p:cNvPr id="46" name="Rounded Rectangle 38">
              <a:extLst>
                <a:ext uri="{FF2B5EF4-FFF2-40B4-BE49-F238E27FC236}">
                  <a16:creationId xmlns:a16="http://schemas.microsoft.com/office/drawing/2014/main" id="{481466AC-D827-9624-25F3-034BD08AE971}"/>
                </a:ext>
              </a:extLst>
            </p:cNvPr>
            <p:cNvSpPr/>
            <p:nvPr/>
          </p:nvSpPr>
          <p:spPr>
            <a:xfrm>
              <a:off x="594359" y="6103620"/>
              <a:ext cx="128016" cy="118872"/>
            </a:xfrm>
            <a:prstGeom prst="roundRect">
              <a:avLst>
                <a:gd name="adj" fmla="val 30000"/>
              </a:avLst>
            </a:prstGeom>
            <a:solidFill>
              <a:srgbClr val="C8CB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48" name="TextBox 47">
              <a:extLst>
                <a:ext uri="{FF2B5EF4-FFF2-40B4-BE49-F238E27FC236}">
                  <a16:creationId xmlns:a16="http://schemas.microsoft.com/office/drawing/2014/main" id="{DE8638C9-D387-0619-AA9A-4BF42FBE8A9B}"/>
                </a:ext>
              </a:extLst>
            </p:cNvPr>
            <p:cNvSpPr txBox="1"/>
            <p:nvPr/>
          </p:nvSpPr>
          <p:spPr>
            <a:xfrm>
              <a:off x="795528" y="6086112"/>
              <a:ext cx="2926080" cy="153888"/>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Other</a:t>
              </a:r>
              <a:endParaRPr kumimoji="0" sz="10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p:txBody>
        </p:sp>
        <p:sp>
          <p:nvSpPr>
            <p:cNvPr id="49" name="TextBox 48">
              <a:extLst>
                <a:ext uri="{FF2B5EF4-FFF2-40B4-BE49-F238E27FC236}">
                  <a16:creationId xmlns:a16="http://schemas.microsoft.com/office/drawing/2014/main" id="{961233FC-9E78-97A8-AD0F-CE5D720A7588}"/>
                </a:ext>
              </a:extLst>
            </p:cNvPr>
            <p:cNvSpPr txBox="1"/>
            <p:nvPr/>
          </p:nvSpPr>
          <p:spPr>
            <a:xfrm>
              <a:off x="3749039" y="6086112"/>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a:p>
          </p:txBody>
        </p:sp>
        <p:sp>
          <p:nvSpPr>
            <p:cNvPr id="50" name="TextBox 49">
              <a:extLst>
                <a:ext uri="{FF2B5EF4-FFF2-40B4-BE49-F238E27FC236}">
                  <a16:creationId xmlns:a16="http://schemas.microsoft.com/office/drawing/2014/main" id="{C21B3227-8C03-4DF6-8C6D-61FAC4A698F3}"/>
                </a:ext>
              </a:extLst>
            </p:cNvPr>
            <p:cNvSpPr txBox="1"/>
            <p:nvPr/>
          </p:nvSpPr>
          <p:spPr>
            <a:xfrm>
              <a:off x="4572000" y="6086112"/>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−19% </a:t>
              </a:r>
              <a:r>
                <a:rPr kumimoji="0" sz="10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a:t>
              </a:r>
            </a:p>
          </p:txBody>
        </p:sp>
      </p:grpSp>
      <p:grpSp>
        <p:nvGrpSpPr>
          <p:cNvPr id="52" name="Group 51">
            <a:extLst>
              <a:ext uri="{FF2B5EF4-FFF2-40B4-BE49-F238E27FC236}">
                <a16:creationId xmlns:a16="http://schemas.microsoft.com/office/drawing/2014/main" id="{AD75951C-4161-47D2-72A6-1DB23F6DEFED}"/>
              </a:ext>
            </a:extLst>
          </p:cNvPr>
          <p:cNvGrpSpPr/>
          <p:nvPr/>
        </p:nvGrpSpPr>
        <p:grpSpPr>
          <a:xfrm rot="20166160">
            <a:off x="1477186" y="2400171"/>
            <a:ext cx="2933725" cy="2933725"/>
            <a:chOff x="619505" y="2055114"/>
            <a:chExt cx="2464308" cy="2464308"/>
          </a:xfrm>
        </p:grpSpPr>
        <p:sp>
          <p:nvSpPr>
            <p:cNvPr id="132" name="Arc 41%">
              <a:extLst>
                <a:ext uri="{FF2B5EF4-FFF2-40B4-BE49-F238E27FC236}">
                  <a16:creationId xmlns:a16="http://schemas.microsoft.com/office/drawing/2014/main" id="{4ED500DC-D60E-91A1-2596-0903AF70166E}"/>
                </a:ext>
              </a:extLst>
            </p:cNvPr>
            <p:cNvSpPr/>
            <p:nvPr/>
          </p:nvSpPr>
          <p:spPr>
            <a:xfrm>
              <a:off x="619505" y="2055114"/>
              <a:ext cx="2464308" cy="2464308"/>
            </a:xfrm>
            <a:prstGeom prst="blockArc">
              <a:avLst>
                <a:gd name="adj1" fmla="val 16236000"/>
                <a:gd name="adj2" fmla="val 3419999"/>
                <a:gd name="adj3" fmla="val 15306"/>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3" name="Arc 18%">
              <a:extLst>
                <a:ext uri="{FF2B5EF4-FFF2-40B4-BE49-F238E27FC236}">
                  <a16:creationId xmlns:a16="http://schemas.microsoft.com/office/drawing/2014/main" id="{8E2850BB-69FE-06F4-5D8F-A8E541BEAE87}"/>
                </a:ext>
              </a:extLst>
            </p:cNvPr>
            <p:cNvSpPr/>
            <p:nvPr/>
          </p:nvSpPr>
          <p:spPr>
            <a:xfrm>
              <a:off x="619505" y="2055114"/>
              <a:ext cx="2464308" cy="2464308"/>
            </a:xfrm>
            <a:prstGeom prst="blockArc">
              <a:avLst>
                <a:gd name="adj1" fmla="val 3492000"/>
                <a:gd name="adj2" fmla="val 7308000"/>
                <a:gd name="adj3" fmla="val 15306"/>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4" name="Arc 12%">
              <a:extLst>
                <a:ext uri="{FF2B5EF4-FFF2-40B4-BE49-F238E27FC236}">
                  <a16:creationId xmlns:a16="http://schemas.microsoft.com/office/drawing/2014/main" id="{6D6F45F6-41D2-86FB-6846-FCF8A283ED9F}"/>
                </a:ext>
              </a:extLst>
            </p:cNvPr>
            <p:cNvSpPr/>
            <p:nvPr/>
          </p:nvSpPr>
          <p:spPr>
            <a:xfrm>
              <a:off x="619505" y="2055114"/>
              <a:ext cx="2464308" cy="2464308"/>
            </a:xfrm>
            <a:prstGeom prst="blockArc">
              <a:avLst>
                <a:gd name="adj1" fmla="val 7380000"/>
                <a:gd name="adj2" fmla="val 9900000"/>
                <a:gd name="adj3" fmla="val 15306"/>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5" name="Arc 29%">
              <a:extLst>
                <a:ext uri="{FF2B5EF4-FFF2-40B4-BE49-F238E27FC236}">
                  <a16:creationId xmlns:a16="http://schemas.microsoft.com/office/drawing/2014/main" id="{C4975829-DC2C-5C8F-8E5A-9C5957E8EA45}"/>
                </a:ext>
              </a:extLst>
            </p:cNvPr>
            <p:cNvSpPr/>
            <p:nvPr/>
          </p:nvSpPr>
          <p:spPr>
            <a:xfrm>
              <a:off x="619505" y="2055114"/>
              <a:ext cx="2464308" cy="2464308"/>
            </a:xfrm>
            <a:prstGeom prst="blockArc">
              <a:avLst>
                <a:gd name="adj1" fmla="val 9971999"/>
                <a:gd name="adj2" fmla="val 16163999"/>
                <a:gd name="adj3" fmla="val 15306"/>
              </a:avLst>
            </a:prstGeom>
            <a:solidFill>
              <a:srgbClr val="C8CB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grpSp>
        <p:nvGrpSpPr>
          <p:cNvPr id="53" name="Group 52">
            <a:extLst>
              <a:ext uri="{FF2B5EF4-FFF2-40B4-BE49-F238E27FC236}">
                <a16:creationId xmlns:a16="http://schemas.microsoft.com/office/drawing/2014/main" id="{12F0CAFF-54B0-BA65-CCEB-EC05BBA5CF97}"/>
              </a:ext>
            </a:extLst>
          </p:cNvPr>
          <p:cNvGrpSpPr/>
          <p:nvPr/>
        </p:nvGrpSpPr>
        <p:grpSpPr>
          <a:xfrm rot="90755">
            <a:off x="2152037" y="3075022"/>
            <a:ext cx="1584022" cy="1584022"/>
            <a:chOff x="1021840" y="2457450"/>
            <a:chExt cx="1659636" cy="1659636"/>
          </a:xfrm>
        </p:grpSpPr>
        <p:sp>
          <p:nvSpPr>
            <p:cNvPr id="128" name="Arc 34%">
              <a:extLst>
                <a:ext uri="{FF2B5EF4-FFF2-40B4-BE49-F238E27FC236}">
                  <a16:creationId xmlns:a16="http://schemas.microsoft.com/office/drawing/2014/main" id="{3BB6A91D-9C45-98DB-2C87-378E3E434901}"/>
                </a:ext>
              </a:extLst>
            </p:cNvPr>
            <p:cNvSpPr/>
            <p:nvPr/>
          </p:nvSpPr>
          <p:spPr>
            <a:xfrm>
              <a:off x="1021840" y="2457450"/>
              <a:ext cx="1659636" cy="1659636"/>
            </a:xfrm>
            <a:prstGeom prst="blockArc">
              <a:avLst>
                <a:gd name="adj1" fmla="val 16236000"/>
                <a:gd name="adj2" fmla="val 1907999"/>
                <a:gd name="adj3" fmla="val 21212"/>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29" name="Arc 10%">
              <a:extLst>
                <a:ext uri="{FF2B5EF4-FFF2-40B4-BE49-F238E27FC236}">
                  <a16:creationId xmlns:a16="http://schemas.microsoft.com/office/drawing/2014/main" id="{66D12488-C401-1566-217F-06EE70985891}"/>
                </a:ext>
              </a:extLst>
            </p:cNvPr>
            <p:cNvSpPr/>
            <p:nvPr/>
          </p:nvSpPr>
          <p:spPr>
            <a:xfrm>
              <a:off x="1021840" y="2457450"/>
              <a:ext cx="1659636" cy="1659636"/>
            </a:xfrm>
            <a:prstGeom prst="blockArc">
              <a:avLst>
                <a:gd name="adj1" fmla="val 1980000"/>
                <a:gd name="adj2" fmla="val 4067999"/>
                <a:gd name="adj3" fmla="val 21212"/>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0" name="Arc 20%">
              <a:extLst>
                <a:ext uri="{FF2B5EF4-FFF2-40B4-BE49-F238E27FC236}">
                  <a16:creationId xmlns:a16="http://schemas.microsoft.com/office/drawing/2014/main" id="{2E9EDB04-7897-5CCC-91B1-9E1F66004318}"/>
                </a:ext>
              </a:extLst>
            </p:cNvPr>
            <p:cNvSpPr/>
            <p:nvPr/>
          </p:nvSpPr>
          <p:spPr>
            <a:xfrm>
              <a:off x="1021840" y="2457450"/>
              <a:ext cx="1659636" cy="1659636"/>
            </a:xfrm>
            <a:prstGeom prst="blockArc">
              <a:avLst>
                <a:gd name="adj1" fmla="val 4140000"/>
                <a:gd name="adj2" fmla="val 8387999"/>
                <a:gd name="adj3" fmla="val 21212"/>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1" name="Arc 36%">
              <a:extLst>
                <a:ext uri="{FF2B5EF4-FFF2-40B4-BE49-F238E27FC236}">
                  <a16:creationId xmlns:a16="http://schemas.microsoft.com/office/drawing/2014/main" id="{6016305E-470D-FC2B-82DD-516FFCF743AA}"/>
                </a:ext>
              </a:extLst>
            </p:cNvPr>
            <p:cNvSpPr/>
            <p:nvPr/>
          </p:nvSpPr>
          <p:spPr>
            <a:xfrm>
              <a:off x="1021840" y="2457450"/>
              <a:ext cx="1659636" cy="1659636"/>
            </a:xfrm>
            <a:prstGeom prst="blockArc">
              <a:avLst>
                <a:gd name="adj1" fmla="val 8460000"/>
                <a:gd name="adj2" fmla="val 16163999"/>
                <a:gd name="adj3" fmla="val 21212"/>
              </a:avLst>
            </a:prstGeom>
            <a:solidFill>
              <a:srgbClr val="C8CB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sp>
        <p:nvSpPr>
          <p:cNvPr id="54" name="TextBox 53">
            <a:extLst>
              <a:ext uri="{FF2B5EF4-FFF2-40B4-BE49-F238E27FC236}">
                <a16:creationId xmlns:a16="http://schemas.microsoft.com/office/drawing/2014/main" id="{2F3B4152-9095-489B-A1A7-F555D9713EFF}"/>
              </a:ext>
            </a:extLst>
          </p:cNvPr>
          <p:cNvSpPr txBox="1"/>
          <p:nvPr/>
        </p:nvSpPr>
        <p:spPr>
          <a:xfrm>
            <a:off x="3903198" y="3161827"/>
            <a:ext cx="309380" cy="184665"/>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41%</a:t>
            </a:r>
          </a:p>
        </p:txBody>
      </p:sp>
      <p:sp>
        <p:nvSpPr>
          <p:cNvPr id="55" name="TextBox 54">
            <a:extLst>
              <a:ext uri="{FF2B5EF4-FFF2-40B4-BE49-F238E27FC236}">
                <a16:creationId xmlns:a16="http://schemas.microsoft.com/office/drawing/2014/main" id="{2A7EA6A2-2AEA-6EA8-BBA6-5CF0902E48EC}"/>
              </a:ext>
            </a:extLst>
          </p:cNvPr>
          <p:cNvSpPr txBox="1"/>
          <p:nvPr/>
        </p:nvSpPr>
        <p:spPr>
          <a:xfrm>
            <a:off x="3350063" y="4880043"/>
            <a:ext cx="309380" cy="184665"/>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23D20"/>
                </a:solidFill>
                <a:effectLst/>
                <a:uLnTx/>
                <a:uFillTx/>
                <a:latin typeface="Segoe UI" panose="020B0502040204020203" pitchFamily="34" charset="0"/>
                <a:ea typeface="+mn-ea"/>
                <a:cs typeface="Segoe UI" panose="020B0502040204020203" pitchFamily="34" charset="0"/>
                <a:sym typeface="Arial"/>
              </a:rPr>
              <a:t>18%</a:t>
            </a:r>
          </a:p>
        </p:txBody>
      </p:sp>
      <p:sp>
        <p:nvSpPr>
          <p:cNvPr id="57" name="TextBox 56">
            <a:extLst>
              <a:ext uri="{FF2B5EF4-FFF2-40B4-BE49-F238E27FC236}">
                <a16:creationId xmlns:a16="http://schemas.microsoft.com/office/drawing/2014/main" id="{592A399B-D020-3F9B-ECEC-35EFE2E11ED4}"/>
              </a:ext>
            </a:extLst>
          </p:cNvPr>
          <p:cNvSpPr txBox="1"/>
          <p:nvPr/>
        </p:nvSpPr>
        <p:spPr>
          <a:xfrm>
            <a:off x="2124707" y="4843867"/>
            <a:ext cx="309380" cy="184665"/>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12%</a:t>
            </a:r>
          </a:p>
        </p:txBody>
      </p:sp>
      <p:sp>
        <p:nvSpPr>
          <p:cNvPr id="61" name="TextBox 60">
            <a:extLst>
              <a:ext uri="{FF2B5EF4-FFF2-40B4-BE49-F238E27FC236}">
                <a16:creationId xmlns:a16="http://schemas.microsoft.com/office/drawing/2014/main" id="{A525FC36-585D-34C1-6D16-2F20D50C6593}"/>
              </a:ext>
            </a:extLst>
          </p:cNvPr>
          <p:cNvSpPr txBox="1"/>
          <p:nvPr/>
        </p:nvSpPr>
        <p:spPr>
          <a:xfrm>
            <a:off x="3373568" y="3539180"/>
            <a:ext cx="309380" cy="184665"/>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34%</a:t>
            </a:r>
          </a:p>
        </p:txBody>
      </p:sp>
      <p:sp>
        <p:nvSpPr>
          <p:cNvPr id="62" name="TextBox 61">
            <a:extLst>
              <a:ext uri="{FF2B5EF4-FFF2-40B4-BE49-F238E27FC236}">
                <a16:creationId xmlns:a16="http://schemas.microsoft.com/office/drawing/2014/main" id="{A46CA9A5-9005-29CC-3082-BF570B328A5D}"/>
              </a:ext>
            </a:extLst>
          </p:cNvPr>
          <p:cNvSpPr txBox="1"/>
          <p:nvPr/>
        </p:nvSpPr>
        <p:spPr>
          <a:xfrm>
            <a:off x="3157802" y="4266915"/>
            <a:ext cx="309380" cy="184665"/>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23D20"/>
                </a:solidFill>
                <a:effectLst/>
                <a:uLnTx/>
                <a:uFillTx/>
                <a:latin typeface="Segoe UI" panose="020B0502040204020203" pitchFamily="34" charset="0"/>
                <a:ea typeface="+mn-ea"/>
                <a:cs typeface="Segoe UI" panose="020B0502040204020203" pitchFamily="34" charset="0"/>
                <a:sym typeface="Arial"/>
              </a:rPr>
              <a:t>10%</a:t>
            </a:r>
          </a:p>
        </p:txBody>
      </p:sp>
      <p:sp>
        <p:nvSpPr>
          <p:cNvPr id="63" name="TextBox 62">
            <a:extLst>
              <a:ext uri="{FF2B5EF4-FFF2-40B4-BE49-F238E27FC236}">
                <a16:creationId xmlns:a16="http://schemas.microsoft.com/office/drawing/2014/main" id="{11CA4733-EFE0-D44A-B433-56DEAD61A57E}"/>
              </a:ext>
            </a:extLst>
          </p:cNvPr>
          <p:cNvSpPr txBox="1"/>
          <p:nvPr/>
        </p:nvSpPr>
        <p:spPr>
          <a:xfrm>
            <a:off x="2634668" y="4359247"/>
            <a:ext cx="309380" cy="184665"/>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20%</a:t>
            </a:r>
          </a:p>
        </p:txBody>
      </p:sp>
      <p:sp>
        <p:nvSpPr>
          <p:cNvPr id="209" name="Rounded Rectangle 42">
            <a:extLst>
              <a:ext uri="{FF2B5EF4-FFF2-40B4-BE49-F238E27FC236}">
                <a16:creationId xmlns:a16="http://schemas.microsoft.com/office/drawing/2014/main" id="{D975212E-94B3-AB5D-7D29-2F4C231F611D}"/>
              </a:ext>
            </a:extLst>
          </p:cNvPr>
          <p:cNvSpPr/>
          <p:nvPr/>
        </p:nvSpPr>
        <p:spPr>
          <a:xfrm>
            <a:off x="5935979" y="1794280"/>
            <a:ext cx="5925312" cy="1477590"/>
          </a:xfrm>
          <a:prstGeom prst="roundRect">
            <a:avLst>
              <a:gd name="adj" fmla="val 5000"/>
            </a:avLst>
          </a:prstGeom>
          <a:solidFill>
            <a:srgbClr val="046A3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231" name="Group 230">
            <a:extLst>
              <a:ext uri="{FF2B5EF4-FFF2-40B4-BE49-F238E27FC236}">
                <a16:creationId xmlns:a16="http://schemas.microsoft.com/office/drawing/2014/main" id="{60815CD6-3162-065A-85A4-CDB76DD0EB86}"/>
              </a:ext>
            </a:extLst>
          </p:cNvPr>
          <p:cNvGrpSpPr/>
          <p:nvPr/>
        </p:nvGrpSpPr>
        <p:grpSpPr>
          <a:xfrm>
            <a:off x="6022720" y="2365777"/>
            <a:ext cx="677825" cy="677825"/>
            <a:chOff x="6035039" y="2027288"/>
            <a:chExt cx="457200" cy="457200"/>
          </a:xfrm>
        </p:grpSpPr>
        <p:sp>
          <p:nvSpPr>
            <p:cNvPr id="210" name="Rounded Rectangle 43">
              <a:extLst>
                <a:ext uri="{FF2B5EF4-FFF2-40B4-BE49-F238E27FC236}">
                  <a16:creationId xmlns:a16="http://schemas.microsoft.com/office/drawing/2014/main" id="{CC8A44C2-3A1E-D693-7E9D-578BEF83D18A}"/>
                </a:ext>
              </a:extLst>
            </p:cNvPr>
            <p:cNvSpPr/>
            <p:nvPr/>
          </p:nvSpPr>
          <p:spPr>
            <a:xfrm>
              <a:off x="6035039" y="2027288"/>
              <a:ext cx="457200" cy="45720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11" name="Picture 210" descr="ic_robot_w.png">
              <a:extLst>
                <a:ext uri="{FF2B5EF4-FFF2-40B4-BE49-F238E27FC236}">
                  <a16:creationId xmlns:a16="http://schemas.microsoft.com/office/drawing/2014/main" id="{79C19088-EC0F-7C22-3E4C-5E040C5D8CBC}"/>
                </a:ext>
              </a:extLst>
            </p:cNvPr>
            <p:cNvPicPr>
              <a:picLocks noChangeAspect="1"/>
            </p:cNvPicPr>
            <p:nvPr/>
          </p:nvPicPr>
          <p:blipFill>
            <a:blip r:embed="rId3"/>
            <a:stretch>
              <a:fillRect/>
            </a:stretch>
          </p:blipFill>
          <p:spPr>
            <a:xfrm>
              <a:off x="6135623" y="2127872"/>
              <a:ext cx="256032" cy="256032"/>
            </a:xfrm>
            <a:prstGeom prst="rect">
              <a:avLst/>
            </a:prstGeom>
          </p:spPr>
        </p:pic>
      </p:grpSp>
      <p:sp>
        <p:nvSpPr>
          <p:cNvPr id="212" name="TextBox 211">
            <a:extLst>
              <a:ext uri="{FF2B5EF4-FFF2-40B4-BE49-F238E27FC236}">
                <a16:creationId xmlns:a16="http://schemas.microsoft.com/office/drawing/2014/main" id="{9F94F080-F1D6-9D39-4E9E-4388B5DDB532}"/>
              </a:ext>
            </a:extLst>
          </p:cNvPr>
          <p:cNvSpPr txBox="1"/>
          <p:nvPr/>
        </p:nvSpPr>
        <p:spPr>
          <a:xfrm>
            <a:off x="6211060" y="1975931"/>
            <a:ext cx="4559047" cy="2308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43B02A">
                    <a:lumMod val="20000"/>
                    <a:lumOff val="80000"/>
                  </a:srgbClr>
                </a:solidFill>
                <a:effectLst/>
                <a:uLnTx/>
                <a:uFillTx/>
                <a:latin typeface="Segoe UI" panose="020B0502040204020203" pitchFamily="34" charset="0"/>
                <a:ea typeface="+mn-ea"/>
                <a:cs typeface="Segoe UI" panose="020B0502040204020203" pitchFamily="34" charset="0"/>
                <a:sym typeface="Arial"/>
              </a:rPr>
              <a:t>1. AI-enabled tools remain #1, and keep growing</a:t>
            </a:r>
          </a:p>
        </p:txBody>
      </p:sp>
      <p:sp>
        <p:nvSpPr>
          <p:cNvPr id="213" name="Rounded Rectangle 46">
            <a:extLst>
              <a:ext uri="{FF2B5EF4-FFF2-40B4-BE49-F238E27FC236}">
                <a16:creationId xmlns:a16="http://schemas.microsoft.com/office/drawing/2014/main" id="{D1BA2DCA-BAA3-52F0-AFD0-32F3A4762EBC}"/>
              </a:ext>
            </a:extLst>
          </p:cNvPr>
          <p:cNvSpPr/>
          <p:nvPr/>
        </p:nvSpPr>
        <p:spPr>
          <a:xfrm>
            <a:off x="10656950" y="1989007"/>
            <a:ext cx="1152905" cy="310896"/>
          </a:xfrm>
          <a:prstGeom prst="roundRect">
            <a:avLst>
              <a:gd name="adj" fmla="val 5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34% → 41%</a:t>
            </a:r>
          </a:p>
        </p:txBody>
      </p:sp>
      <p:sp>
        <p:nvSpPr>
          <p:cNvPr id="215" name="TextBox 214">
            <a:extLst>
              <a:ext uri="{FF2B5EF4-FFF2-40B4-BE49-F238E27FC236}">
                <a16:creationId xmlns:a16="http://schemas.microsoft.com/office/drawing/2014/main" id="{0BD8D9F5-9B3C-2FAC-29E4-5210E8F255CB}"/>
              </a:ext>
            </a:extLst>
          </p:cNvPr>
          <p:cNvSpPr txBox="1"/>
          <p:nvPr/>
        </p:nvSpPr>
        <p:spPr>
          <a:xfrm>
            <a:off x="6766969" y="2412679"/>
            <a:ext cx="4938873" cy="686919"/>
          </a:xfrm>
          <a:prstGeom prst="rect">
            <a:avLst/>
          </a:prstGeom>
          <a:noFill/>
        </p:spPr>
        <p:txBody>
          <a:bodyPr wrap="square" lIns="0" tIns="0" rIns="0" bIns="0" anchor="t">
            <a:spAutoFit/>
          </a:bodyPr>
          <a:lstStyle/>
          <a:p>
            <a:pPr marL="0" marR="0" lvl="0" indent="0" algn="l" defTabSz="457200" rtl="0" eaLnBrk="1" fontAlgn="auto" latinLnBrk="0" hangingPunct="1">
              <a:lnSpc>
                <a:spcPct val="114000"/>
              </a:lnSpc>
              <a:spcBef>
                <a:spcPts val="0"/>
              </a:spcBef>
              <a:spcAft>
                <a:spcPts val="300"/>
              </a:spcAft>
              <a:buClrTx/>
              <a:buSzTx/>
              <a:buFontTx/>
              <a:buNone/>
              <a:tabLst/>
              <a:defRPr/>
            </a:pPr>
            <a:r>
              <a:rPr kumimoji="0" sz="1000" b="0" i="0" u="none" strike="noStrike" kern="1200" cap="none" spc="0" normalizeH="0" baseline="0" noProof="0">
                <a:ln>
                  <a:noFill/>
                </a:ln>
                <a:solidFill>
                  <a:srgbClr val="43B02A">
                    <a:lumMod val="20000"/>
                    <a:lumOff val="80000"/>
                  </a:srgbClr>
                </a:solidFill>
                <a:effectLst/>
                <a:uLnTx/>
                <a:uFillTx/>
                <a:latin typeface="Segoe UI" panose="020B0502040204020203" pitchFamily="34" charset="0"/>
                <a:ea typeface="+mn-ea"/>
                <a:cs typeface="Segoe UI" panose="020B0502040204020203" pitchFamily="34" charset="0"/>
                <a:sym typeface="Arial"/>
              </a:rPr>
              <a:t>As expected, AI-enabled tools are already the most common way organizations scale fraud and investigations operations, and their lead widens over the next three years. Focus on AI rises at Top 100 banks (35% to 40%), large banks (34% to 43%) and, most sharply, large insurance carriers (10% to 40%).</a:t>
            </a:r>
          </a:p>
        </p:txBody>
      </p:sp>
      <p:sp>
        <p:nvSpPr>
          <p:cNvPr id="216" name="Rounded Rectangle 49">
            <a:extLst>
              <a:ext uri="{FF2B5EF4-FFF2-40B4-BE49-F238E27FC236}">
                <a16:creationId xmlns:a16="http://schemas.microsoft.com/office/drawing/2014/main" id="{D745B02D-C78B-47D9-8380-235DBB16830D}"/>
              </a:ext>
            </a:extLst>
          </p:cNvPr>
          <p:cNvSpPr/>
          <p:nvPr/>
        </p:nvSpPr>
        <p:spPr>
          <a:xfrm>
            <a:off x="5935979" y="3454303"/>
            <a:ext cx="5925312" cy="1477590"/>
          </a:xfrm>
          <a:prstGeom prst="roundRect">
            <a:avLst>
              <a:gd name="adj" fmla="val 5000"/>
            </a:avLst>
          </a:prstGeom>
          <a:solidFill>
            <a:schemeClr val="bg1">
              <a:lumMod val="75000"/>
            </a:schemeClr>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230" name="Group 229">
            <a:extLst>
              <a:ext uri="{FF2B5EF4-FFF2-40B4-BE49-F238E27FC236}">
                <a16:creationId xmlns:a16="http://schemas.microsoft.com/office/drawing/2014/main" id="{CEB1DBD4-CE47-3627-A50D-B16B9E766484}"/>
              </a:ext>
            </a:extLst>
          </p:cNvPr>
          <p:cNvGrpSpPr/>
          <p:nvPr/>
        </p:nvGrpSpPr>
        <p:grpSpPr>
          <a:xfrm>
            <a:off x="6022720" y="4025801"/>
            <a:ext cx="677825" cy="677825"/>
            <a:chOff x="6062472" y="3873371"/>
            <a:chExt cx="457200" cy="457200"/>
          </a:xfrm>
        </p:grpSpPr>
        <p:sp>
          <p:nvSpPr>
            <p:cNvPr id="217" name="Rounded Rectangle 50">
              <a:extLst>
                <a:ext uri="{FF2B5EF4-FFF2-40B4-BE49-F238E27FC236}">
                  <a16:creationId xmlns:a16="http://schemas.microsoft.com/office/drawing/2014/main" id="{8627049E-0CAA-2AF5-8C6B-EDBE536B6E90}"/>
                </a:ext>
              </a:extLst>
            </p:cNvPr>
            <p:cNvSpPr/>
            <p:nvPr/>
          </p:nvSpPr>
          <p:spPr>
            <a:xfrm>
              <a:off x="6062472" y="3873371"/>
              <a:ext cx="457200" cy="457200"/>
            </a:xfrm>
            <a:prstGeom prst="roundRect">
              <a:avLst>
                <a:gd name="adj" fmla="val 50000"/>
              </a:avLst>
            </a:prstGeom>
            <a:solidFill>
              <a:schemeClr val="tx1">
                <a:lumMod val="85000"/>
                <a:lumOff val="1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18" name="Picture 217" descr="ic_userminus_w.png">
              <a:extLst>
                <a:ext uri="{FF2B5EF4-FFF2-40B4-BE49-F238E27FC236}">
                  <a16:creationId xmlns:a16="http://schemas.microsoft.com/office/drawing/2014/main" id="{358C549E-05C8-A156-D175-B96144E4C1B5}"/>
                </a:ext>
              </a:extLst>
            </p:cNvPr>
            <p:cNvPicPr>
              <a:picLocks noChangeAspect="1"/>
            </p:cNvPicPr>
            <p:nvPr/>
          </p:nvPicPr>
          <p:blipFill>
            <a:blip r:embed="rId4"/>
            <a:stretch>
              <a:fillRect/>
            </a:stretch>
          </p:blipFill>
          <p:spPr>
            <a:xfrm>
              <a:off x="6163056" y="3973954"/>
              <a:ext cx="256032" cy="256032"/>
            </a:xfrm>
            <a:prstGeom prst="rect">
              <a:avLst/>
            </a:prstGeom>
          </p:spPr>
        </p:pic>
      </p:grpSp>
      <p:sp>
        <p:nvSpPr>
          <p:cNvPr id="219" name="TextBox 218">
            <a:extLst>
              <a:ext uri="{FF2B5EF4-FFF2-40B4-BE49-F238E27FC236}">
                <a16:creationId xmlns:a16="http://schemas.microsoft.com/office/drawing/2014/main" id="{80CD7924-2C45-4D93-09ED-C810A9A11860}"/>
              </a:ext>
            </a:extLst>
          </p:cNvPr>
          <p:cNvSpPr txBox="1"/>
          <p:nvPr/>
        </p:nvSpPr>
        <p:spPr>
          <a:xfrm>
            <a:off x="6211060" y="3643649"/>
            <a:ext cx="4559047" cy="2308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262626"/>
                </a:solidFill>
                <a:effectLst/>
                <a:uLnTx/>
                <a:uFillTx/>
                <a:latin typeface="Segoe UI" panose="020B0502040204020203" pitchFamily="34" charset="0"/>
                <a:ea typeface="+mn-ea"/>
                <a:cs typeface="Segoe UI" panose="020B0502040204020203" pitchFamily="34" charset="0"/>
                <a:sym typeface="Arial"/>
              </a:rPr>
              <a:t>2. A clear shift away from adding headcount</a:t>
            </a:r>
          </a:p>
        </p:txBody>
      </p:sp>
      <p:sp>
        <p:nvSpPr>
          <p:cNvPr id="220" name="Rounded Rectangle 53">
            <a:extLst>
              <a:ext uri="{FF2B5EF4-FFF2-40B4-BE49-F238E27FC236}">
                <a16:creationId xmlns:a16="http://schemas.microsoft.com/office/drawing/2014/main" id="{129EFB10-6CD1-B5EF-3038-C5DDED269C62}"/>
              </a:ext>
            </a:extLst>
          </p:cNvPr>
          <p:cNvSpPr/>
          <p:nvPr/>
        </p:nvSpPr>
        <p:spPr>
          <a:xfrm>
            <a:off x="10656950" y="3649030"/>
            <a:ext cx="1152905" cy="310896"/>
          </a:xfrm>
          <a:prstGeom prst="roundRect">
            <a:avLst>
              <a:gd name="adj" fmla="val 5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20% → 12%</a:t>
            </a:r>
          </a:p>
        </p:txBody>
      </p:sp>
      <p:sp>
        <p:nvSpPr>
          <p:cNvPr id="222" name="TextBox 221">
            <a:extLst>
              <a:ext uri="{FF2B5EF4-FFF2-40B4-BE49-F238E27FC236}">
                <a16:creationId xmlns:a16="http://schemas.microsoft.com/office/drawing/2014/main" id="{E2542DBF-CF67-D7AE-DF0A-E1AFB92B0982}"/>
              </a:ext>
            </a:extLst>
          </p:cNvPr>
          <p:cNvSpPr txBox="1"/>
          <p:nvPr/>
        </p:nvSpPr>
        <p:spPr>
          <a:xfrm>
            <a:off x="6766969" y="4072702"/>
            <a:ext cx="4938873" cy="686919"/>
          </a:xfrm>
          <a:prstGeom prst="rect">
            <a:avLst/>
          </a:prstGeom>
          <a:noFill/>
        </p:spPr>
        <p:txBody>
          <a:bodyPr wrap="square" lIns="0" tIns="0" rIns="0" bIns="0" anchor="t">
            <a:spAutoFit/>
          </a:bodyPr>
          <a:lstStyle/>
          <a:p>
            <a:pPr marL="0" marR="0" lvl="0" indent="0" algn="l" defTabSz="457200" rtl="0" eaLnBrk="1" fontAlgn="auto" latinLnBrk="0" hangingPunct="1">
              <a:lnSpc>
                <a:spcPct val="114000"/>
              </a:lnSpc>
              <a:spcBef>
                <a:spcPts val="0"/>
              </a:spcBef>
              <a:spcAft>
                <a:spcPts val="300"/>
              </a:spcAft>
              <a:buClrTx/>
              <a:buSzTx/>
              <a:buFontTx/>
              <a:buNone/>
              <a:tabLst/>
              <a:defRPr/>
            </a:pPr>
            <a:r>
              <a:rPr kumimoji="0"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Unsurprisingly,</a:t>
            </a: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 adding headcount </a:t>
            </a:r>
            <a:r>
              <a:rPr kumimoji="0"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is losing ground. Combined focus on hiring full-time staff and outsourcing to contractors falls from 20% to 12%, with hiring alone halving </a:t>
            </a:r>
            <a:r>
              <a:rPr kumimoji="0" lang="en-CA"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a:t>
            </a:r>
            <a:r>
              <a:rPr kumimoji="0"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10% to 5%)</a:t>
            </a: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 across all respondents</a:t>
            </a:r>
            <a:r>
              <a:rPr kumimoji="0"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 The shift is sharpest at large insurance carriers, where outsourcing drops from 30% to 0%.</a:t>
            </a:r>
          </a:p>
        </p:txBody>
      </p:sp>
      <p:sp>
        <p:nvSpPr>
          <p:cNvPr id="223" name="Rounded Rectangle 56">
            <a:extLst>
              <a:ext uri="{FF2B5EF4-FFF2-40B4-BE49-F238E27FC236}">
                <a16:creationId xmlns:a16="http://schemas.microsoft.com/office/drawing/2014/main" id="{3D06BAB4-A0FF-90CC-79BD-9C9526766D28}"/>
              </a:ext>
            </a:extLst>
          </p:cNvPr>
          <p:cNvSpPr/>
          <p:nvPr/>
        </p:nvSpPr>
        <p:spPr>
          <a:xfrm>
            <a:off x="5935979" y="5114326"/>
            <a:ext cx="5925312" cy="1477590"/>
          </a:xfrm>
          <a:prstGeom prst="roundRect">
            <a:avLst>
              <a:gd name="adj" fmla="val 5000"/>
            </a:avLst>
          </a:prstGeom>
          <a:solidFill>
            <a:schemeClr val="accent1"/>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232" name="Group 231">
            <a:extLst>
              <a:ext uri="{FF2B5EF4-FFF2-40B4-BE49-F238E27FC236}">
                <a16:creationId xmlns:a16="http://schemas.microsoft.com/office/drawing/2014/main" id="{6320F574-67B5-2C86-2864-827B38793CB8}"/>
              </a:ext>
            </a:extLst>
          </p:cNvPr>
          <p:cNvGrpSpPr/>
          <p:nvPr/>
        </p:nvGrpSpPr>
        <p:grpSpPr>
          <a:xfrm>
            <a:off x="6022720" y="5685824"/>
            <a:ext cx="677825" cy="677825"/>
            <a:chOff x="6099048" y="5347335"/>
            <a:chExt cx="457200" cy="457200"/>
          </a:xfrm>
        </p:grpSpPr>
        <p:sp>
          <p:nvSpPr>
            <p:cNvPr id="224" name="Rounded Rectangle 57">
              <a:extLst>
                <a:ext uri="{FF2B5EF4-FFF2-40B4-BE49-F238E27FC236}">
                  <a16:creationId xmlns:a16="http://schemas.microsoft.com/office/drawing/2014/main" id="{8B3180C2-9D90-5681-6F2B-F3B56E2E538C}"/>
                </a:ext>
              </a:extLst>
            </p:cNvPr>
            <p:cNvSpPr/>
            <p:nvPr/>
          </p:nvSpPr>
          <p:spPr>
            <a:xfrm>
              <a:off x="6099048" y="5347335"/>
              <a:ext cx="457200" cy="457200"/>
            </a:xfrm>
            <a:prstGeom prst="roundRect">
              <a:avLst>
                <a:gd name="adj"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25" name="Picture 224" descr="ic_flow_w.png">
              <a:extLst>
                <a:ext uri="{FF2B5EF4-FFF2-40B4-BE49-F238E27FC236}">
                  <a16:creationId xmlns:a16="http://schemas.microsoft.com/office/drawing/2014/main" id="{B097B4FC-159C-84F4-9DA4-071AFEEFF0DF}"/>
                </a:ext>
              </a:extLst>
            </p:cNvPr>
            <p:cNvPicPr>
              <a:picLocks noChangeAspect="1"/>
            </p:cNvPicPr>
            <p:nvPr/>
          </p:nvPicPr>
          <p:blipFill>
            <a:blip r:embed="rId5"/>
            <a:stretch>
              <a:fillRect/>
            </a:stretch>
          </p:blipFill>
          <p:spPr>
            <a:xfrm>
              <a:off x="6199632" y="5447919"/>
              <a:ext cx="256032" cy="256032"/>
            </a:xfrm>
            <a:prstGeom prst="rect">
              <a:avLst/>
            </a:prstGeom>
          </p:spPr>
        </p:pic>
      </p:grpSp>
      <p:sp>
        <p:nvSpPr>
          <p:cNvPr id="226" name="TextBox 225">
            <a:extLst>
              <a:ext uri="{FF2B5EF4-FFF2-40B4-BE49-F238E27FC236}">
                <a16:creationId xmlns:a16="http://schemas.microsoft.com/office/drawing/2014/main" id="{AF196AE9-36AE-1B4E-10E1-ABD8841652E1}"/>
              </a:ext>
            </a:extLst>
          </p:cNvPr>
          <p:cNvSpPr txBox="1"/>
          <p:nvPr/>
        </p:nvSpPr>
        <p:spPr>
          <a:xfrm>
            <a:off x="6211060" y="5303673"/>
            <a:ext cx="4559047" cy="2308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3. The future need for </a:t>
            </a:r>
            <a:r>
              <a:rPr kumimoji="0" sz="15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process redesign</a:t>
            </a:r>
          </a:p>
        </p:txBody>
      </p:sp>
      <p:sp>
        <p:nvSpPr>
          <p:cNvPr id="227" name="Rounded Rectangle 60">
            <a:extLst>
              <a:ext uri="{FF2B5EF4-FFF2-40B4-BE49-F238E27FC236}">
                <a16:creationId xmlns:a16="http://schemas.microsoft.com/office/drawing/2014/main" id="{EFB45EEB-F67C-C257-1CB1-D58307517CB7}"/>
              </a:ext>
            </a:extLst>
          </p:cNvPr>
          <p:cNvSpPr/>
          <p:nvPr/>
        </p:nvSpPr>
        <p:spPr>
          <a:xfrm>
            <a:off x="11166738" y="5309053"/>
            <a:ext cx="643117" cy="310896"/>
          </a:xfrm>
          <a:prstGeom prst="roundRect">
            <a:avLst>
              <a:gd name="adj" fmla="val 5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srgbClr val="023D20"/>
                </a:solidFill>
                <a:effectLst/>
                <a:uLnTx/>
                <a:uFillTx/>
                <a:latin typeface="Segoe UI" panose="020B0502040204020203" pitchFamily="34" charset="0"/>
                <a:ea typeface="+mn-ea"/>
                <a:cs typeface="Segoe UI" panose="020B0502040204020203" pitchFamily="34" charset="0"/>
                <a:sym typeface="Arial"/>
              </a:rPr>
              <a:t>1.8x</a:t>
            </a:r>
          </a:p>
        </p:txBody>
      </p:sp>
      <p:sp>
        <p:nvSpPr>
          <p:cNvPr id="229" name="TextBox 228">
            <a:extLst>
              <a:ext uri="{FF2B5EF4-FFF2-40B4-BE49-F238E27FC236}">
                <a16:creationId xmlns:a16="http://schemas.microsoft.com/office/drawing/2014/main" id="{5E7EE1ED-CC71-6429-545C-663EB4D7D572}"/>
              </a:ext>
            </a:extLst>
          </p:cNvPr>
          <p:cNvSpPr txBox="1"/>
          <p:nvPr/>
        </p:nvSpPr>
        <p:spPr>
          <a:xfrm>
            <a:off x="6766969" y="5732725"/>
            <a:ext cx="4938873" cy="686919"/>
          </a:xfrm>
          <a:prstGeom prst="rect">
            <a:avLst/>
          </a:prstGeom>
          <a:noFill/>
        </p:spPr>
        <p:txBody>
          <a:bodyPr wrap="square" lIns="0" tIns="0" rIns="0" bIns="0" anchor="t">
            <a:spAutoFit/>
          </a:bodyPr>
          <a:lstStyle/>
          <a:p>
            <a:pPr marL="0" marR="0" lvl="0" indent="0" algn="l" defTabSz="457200" rtl="0" eaLnBrk="1" fontAlgn="auto" latinLnBrk="0" hangingPunct="1">
              <a:lnSpc>
                <a:spcPct val="114000"/>
              </a:lnSpc>
              <a:spcBef>
                <a:spcPts val="0"/>
              </a:spcBef>
              <a:spcAft>
                <a:spcPts val="300"/>
              </a:spcAft>
              <a:buClrTx/>
              <a:buSzTx/>
              <a:buFont typeface="Arial"/>
              <a:buNone/>
              <a:tabLst/>
              <a:defRPr/>
            </a:pPr>
            <a:r>
              <a:rPr kumimoji="0" lang="en-US" sz="1000" b="0" i="0" u="none" strike="noStrike" kern="1200" cap="none" spc="0" normalizeH="0" baseline="0" noProof="0">
                <a:ln>
                  <a:noFill/>
                </a:ln>
                <a:solidFill>
                  <a:srgbClr val="FFFFFF"/>
                </a:solidFill>
                <a:effectLst/>
                <a:uLnTx/>
                <a:uFillTx/>
                <a:latin typeface="Segoe UI" panose="020B0502040204020203" pitchFamily="34" charset="0"/>
                <a:cs typeface="Segoe UI" panose="020B0502040204020203" pitchFamily="34" charset="0"/>
                <a:sym typeface="Arial"/>
              </a:rPr>
              <a:t>To capture AI’s value, organizations must redesign the processes around it, adding AI to existing workflows only goes so far. </a:t>
            </a:r>
            <a:r>
              <a:rPr kumimoji="0"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Focus on redesigning processes and playbooks,</a:t>
            </a:r>
            <a:r>
              <a:rPr kumimoji="0" lang="en-US"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 </a:t>
            </a:r>
            <a:r>
              <a:rPr kumimoji="0"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nearly doubles from 10% to 18%. </a:t>
            </a:r>
            <a:r>
              <a:rPr kumimoji="0" lang="en-US"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For the </a:t>
            </a:r>
            <a:r>
              <a:rPr kumimoji="0"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Top 100 banks</a:t>
            </a:r>
            <a:r>
              <a:rPr kumimoji="0" lang="en-US"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 this rises nearly 2x</a:t>
            </a:r>
            <a:r>
              <a:rPr kumimoji="0"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 (8% to 15%) and </a:t>
            </a:r>
            <a:r>
              <a:rPr kumimoji="0" lang="en-US"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for the </a:t>
            </a:r>
            <a:r>
              <a:rPr kumimoji="0"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Top 50 carriers</a:t>
            </a:r>
            <a:r>
              <a:rPr kumimoji="0" lang="en-US"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 it increases nearly 4x</a:t>
            </a:r>
            <a:r>
              <a:rPr kumimoji="0"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 (7% to 27%).</a:t>
            </a:r>
          </a:p>
        </p:txBody>
      </p:sp>
      <p:sp>
        <p:nvSpPr>
          <p:cNvPr id="239" name="TextBox 238"/>
          <p:cNvSpPr txBox="1"/>
          <p:nvPr/>
        </p:nvSpPr>
        <p:spPr>
          <a:xfrm>
            <a:off x="550534" y="6426619"/>
            <a:ext cx="5074920" cy="138499"/>
          </a:xfrm>
          <a:prstGeom prst="rect">
            <a:avLst/>
          </a:prstGeom>
          <a:noFill/>
        </p:spPr>
        <p:txBody>
          <a:bodyPr wrap="square" lIns="0" tIns="0" rIns="0" bIns="0" anchor="t">
            <a:spAutoFit/>
          </a:bodyPr>
          <a:lstStyle/>
          <a:p>
            <a:pPr algn="ctr"/>
            <a:r>
              <a:rPr sz="900" b="1" i="0">
                <a:solidFill>
                  <a:srgbClr val="046A38"/>
                </a:solidFill>
                <a:latin typeface="Segoe UI"/>
              </a:rPr>
              <a:t>▲ Gaining importance</a:t>
            </a:r>
            <a:r>
              <a:rPr sz="900" b="0" i="0">
                <a:solidFill>
                  <a:srgbClr val="404040"/>
                </a:solidFill>
                <a:latin typeface="Segoe UI"/>
              </a:rPr>
              <a:t> </a:t>
            </a:r>
            <a:r>
              <a:rPr lang="en-CA" sz="900" b="1" kern="1200">
                <a:solidFill>
                  <a:schemeClr val="tx1">
                    <a:lumMod val="75000"/>
                    <a:lumOff val="25000"/>
                  </a:schemeClr>
                </a:solidFill>
                <a:latin typeface="Segoe UI" panose="020B0502040204020203" pitchFamily="34" charset="0"/>
                <a:cs typeface="Segoe UI" panose="020B0502040204020203" pitchFamily="34" charset="0"/>
              </a:rPr>
              <a:t>· </a:t>
            </a:r>
            <a:r>
              <a:rPr sz="900" b="1" i="0">
                <a:solidFill>
                  <a:srgbClr val="DA291C"/>
                </a:solidFill>
                <a:latin typeface="Segoe UI"/>
              </a:rPr>
              <a:t>▼ Losing importance</a:t>
            </a:r>
            <a:endParaRPr sz="900" b="0" i="0">
              <a:solidFill>
                <a:srgbClr val="404040"/>
              </a:solidFill>
              <a:latin typeface="Segoe UI"/>
            </a:endParaRPr>
          </a:p>
        </p:txBody>
      </p:sp>
      <p:sp>
        <p:nvSpPr>
          <p:cNvPr id="240" name="Oval 239"/>
          <p:cNvSpPr/>
          <p:nvPr/>
        </p:nvSpPr>
        <p:spPr>
          <a:xfrm>
            <a:off x="4221275" y="2719104"/>
            <a:ext cx="366405" cy="366405"/>
          </a:xfrm>
          <a:prstGeom prst="ellipse">
            <a:avLst/>
          </a:prstGeom>
          <a:solidFill>
            <a:schemeClr val="tx1"/>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chemeClr val="bg1"/>
                </a:solidFill>
                <a:latin typeface="Segoe UI"/>
              </a:rPr>
              <a:t>1</a:t>
            </a:r>
          </a:p>
        </p:txBody>
      </p:sp>
      <p:sp>
        <p:nvSpPr>
          <p:cNvPr id="241" name="Oval 240"/>
          <p:cNvSpPr/>
          <p:nvPr/>
        </p:nvSpPr>
        <p:spPr>
          <a:xfrm>
            <a:off x="1848646" y="5171716"/>
            <a:ext cx="366405" cy="366405"/>
          </a:xfrm>
          <a:prstGeom prst="ellipse">
            <a:avLst/>
          </a:prstGeom>
          <a:solidFill>
            <a:schemeClr val="tx1"/>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chemeClr val="bg1"/>
                </a:solidFill>
                <a:latin typeface="Segoe UI"/>
              </a:rPr>
              <a:t>2</a:t>
            </a:r>
          </a:p>
        </p:txBody>
      </p:sp>
      <p:sp>
        <p:nvSpPr>
          <p:cNvPr id="242" name="Oval 241"/>
          <p:cNvSpPr/>
          <p:nvPr/>
        </p:nvSpPr>
        <p:spPr>
          <a:xfrm>
            <a:off x="3573487" y="5186969"/>
            <a:ext cx="366405" cy="366405"/>
          </a:xfrm>
          <a:prstGeom prst="ellipse">
            <a:avLst/>
          </a:prstGeom>
          <a:solidFill>
            <a:schemeClr val="tx1"/>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chemeClr val="bg1"/>
                </a:solidFill>
                <a:latin typeface="Segoe UI"/>
              </a:rPr>
              <a:t>3</a:t>
            </a:r>
          </a:p>
        </p:txBody>
      </p:sp>
      <p:sp>
        <p:nvSpPr>
          <p:cNvPr id="24" name="Rectangle 23">
            <a:extLst>
              <a:ext uri="{FF2B5EF4-FFF2-40B4-BE49-F238E27FC236}">
                <a16:creationId xmlns:a16="http://schemas.microsoft.com/office/drawing/2014/main" id="{230274F0-3DCF-78E8-AE20-37364CC2B427}"/>
              </a:ext>
            </a:extLst>
          </p:cNvPr>
          <p:cNvSpPr/>
          <p:nvPr/>
        </p:nvSpPr>
        <p:spPr>
          <a:xfrm>
            <a:off x="2272886" y="2325404"/>
            <a:ext cx="1342324" cy="261610"/>
          </a:xfrm>
          <a:prstGeom prst="rect">
            <a:avLst/>
          </a:prstGeom>
          <a:noFill/>
        </p:spPr>
        <p:txBody>
          <a:bodyPr wrap="none" lIns="91440" tIns="45720" rIns="91440" bIns="45720">
            <a:prstTxWarp prst="textArchUp">
              <a:avLst>
                <a:gd name="adj" fmla="val 10991590"/>
              </a:avLst>
            </a:prstTxWarp>
            <a:spAutoFit/>
            <a:scene3d>
              <a:camera prst="orthographicFront">
                <a:rot lat="420000" lon="0" rev="0"/>
              </a:camera>
              <a:lightRig rig="threePt" dir="t"/>
            </a:scene3d>
          </a:bodyPr>
          <a:lstStyle/>
          <a:p>
            <a:pPr algn="ctr"/>
            <a:r>
              <a:rPr lang="en-US" sz="1100" b="1">
                <a:ln w="0"/>
                <a:solidFill>
                  <a:schemeClr val="tx1"/>
                </a:solidFill>
                <a:effectLst/>
                <a:latin typeface="Segoe UI" panose="020B0502040204020203" pitchFamily="34" charset="0"/>
                <a:cs typeface="Segoe UI" panose="020B0502040204020203" pitchFamily="34" charset="0"/>
              </a:rPr>
              <a:t>FOCUS IN 3 YEARS</a:t>
            </a:r>
            <a:endParaRPr lang="en-US" sz="1100" b="1" cap="none" spc="0">
              <a:ln w="0"/>
              <a:solidFill>
                <a:schemeClr val="tx1"/>
              </a:solidFill>
              <a:effectLst/>
              <a:latin typeface="Segoe UI" panose="020B0502040204020203" pitchFamily="34" charset="0"/>
              <a:cs typeface="Segoe UI" panose="020B0502040204020203" pitchFamily="34" charset="0"/>
            </a:endParaRPr>
          </a:p>
        </p:txBody>
      </p:sp>
      <p:grpSp>
        <p:nvGrpSpPr>
          <p:cNvPr id="32" name="Group 31">
            <a:extLst>
              <a:ext uri="{FF2B5EF4-FFF2-40B4-BE49-F238E27FC236}">
                <a16:creationId xmlns:a16="http://schemas.microsoft.com/office/drawing/2014/main" id="{E8FF2BA6-FDA1-FDBC-59AC-5BA676B6B7BB}"/>
              </a:ext>
            </a:extLst>
          </p:cNvPr>
          <p:cNvGrpSpPr/>
          <p:nvPr/>
        </p:nvGrpSpPr>
        <p:grpSpPr>
          <a:xfrm>
            <a:off x="661034" y="6113865"/>
            <a:ext cx="4709161" cy="153888"/>
            <a:chOff x="594359" y="5738640"/>
            <a:chExt cx="4709161" cy="153888"/>
          </a:xfrm>
        </p:grpSpPr>
        <p:sp>
          <p:nvSpPr>
            <p:cNvPr id="33" name="Rounded Rectangle 26">
              <a:extLst>
                <a:ext uri="{FF2B5EF4-FFF2-40B4-BE49-F238E27FC236}">
                  <a16:creationId xmlns:a16="http://schemas.microsoft.com/office/drawing/2014/main" id="{5708A951-7CDF-E1E9-1C80-83103E15A457}"/>
                </a:ext>
              </a:extLst>
            </p:cNvPr>
            <p:cNvSpPr/>
            <p:nvPr/>
          </p:nvSpPr>
          <p:spPr>
            <a:xfrm>
              <a:off x="594359" y="5756148"/>
              <a:ext cx="128016" cy="118872"/>
            </a:xfrm>
            <a:prstGeom prst="roundRect">
              <a:avLst>
                <a:gd name="adj" fmla="val 30000"/>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34" name="TextBox 33">
              <a:extLst>
                <a:ext uri="{FF2B5EF4-FFF2-40B4-BE49-F238E27FC236}">
                  <a16:creationId xmlns:a16="http://schemas.microsoft.com/office/drawing/2014/main" id="{96580202-1782-42DB-4079-9881691EC18E}"/>
                </a:ext>
              </a:extLst>
            </p:cNvPr>
            <p:cNvSpPr txBox="1"/>
            <p:nvPr/>
          </p:nvSpPr>
          <p:spPr>
            <a:xfrm>
              <a:off x="795528" y="5738640"/>
              <a:ext cx="2926080" cy="153888"/>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1  Process redesign</a:t>
              </a:r>
            </a:p>
          </p:txBody>
        </p:sp>
        <p:sp>
          <p:nvSpPr>
            <p:cNvPr id="35" name="TextBox 34">
              <a:extLst>
                <a:ext uri="{FF2B5EF4-FFF2-40B4-BE49-F238E27FC236}">
                  <a16:creationId xmlns:a16="http://schemas.microsoft.com/office/drawing/2014/main" id="{DE2D16CA-853E-4140-A04C-02750CB294C6}"/>
                </a:ext>
              </a:extLst>
            </p:cNvPr>
            <p:cNvSpPr txBox="1"/>
            <p:nvPr/>
          </p:nvSpPr>
          <p:spPr>
            <a:xfrm>
              <a:off x="3749039" y="5738640"/>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a:p>
          </p:txBody>
        </p:sp>
        <p:sp>
          <p:nvSpPr>
            <p:cNvPr id="36" name="TextBox 35">
              <a:extLst>
                <a:ext uri="{FF2B5EF4-FFF2-40B4-BE49-F238E27FC236}">
                  <a16:creationId xmlns:a16="http://schemas.microsoft.com/office/drawing/2014/main" id="{7E809FEF-DEB9-0B5E-0A7F-36805FEBCEB2}"/>
                </a:ext>
              </a:extLst>
            </p:cNvPr>
            <p:cNvSpPr txBox="1"/>
            <p:nvPr/>
          </p:nvSpPr>
          <p:spPr>
            <a:xfrm>
              <a:off x="4572000" y="5738640"/>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+80% </a:t>
              </a:r>
              <a:r>
                <a:rPr kumimoji="0" sz="1000" b="0"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a:t>
              </a:r>
            </a:p>
          </p:txBody>
        </p:sp>
      </p:grpSp>
      <p:sp>
        <p:nvSpPr>
          <p:cNvPr id="41" name="Oval 40">
            <a:extLst>
              <a:ext uri="{FF2B5EF4-FFF2-40B4-BE49-F238E27FC236}">
                <a16:creationId xmlns:a16="http://schemas.microsoft.com/office/drawing/2014/main" id="{4D0DE9C1-3F3E-995D-62D6-0F581115C08D}"/>
              </a:ext>
            </a:extLst>
          </p:cNvPr>
          <p:cNvSpPr/>
          <p:nvPr/>
        </p:nvSpPr>
        <p:spPr>
          <a:xfrm>
            <a:off x="827464" y="6111189"/>
            <a:ext cx="169200" cy="169200"/>
          </a:xfrm>
          <a:prstGeom prst="ellipse">
            <a:avLst/>
          </a:prstGeom>
          <a:solidFill>
            <a:srgbClr val="86BC25"/>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50" b="1">
                <a:solidFill>
                  <a:srgbClr val="023D20"/>
                </a:solidFill>
                <a:latin typeface="Segoe UI"/>
              </a:rPr>
              <a:t>3</a:t>
            </a:r>
          </a:p>
        </p:txBody>
      </p:sp>
      <p:sp>
        <p:nvSpPr>
          <p:cNvPr id="38" name="Rounded Rectangle 30">
            <a:extLst>
              <a:ext uri="{FF2B5EF4-FFF2-40B4-BE49-F238E27FC236}">
                <a16:creationId xmlns:a16="http://schemas.microsoft.com/office/drawing/2014/main" id="{E044F2CA-B2C8-F5EE-E55C-BBADC4C082E5}"/>
              </a:ext>
            </a:extLst>
          </p:cNvPr>
          <p:cNvSpPr/>
          <p:nvPr/>
        </p:nvSpPr>
        <p:spPr>
          <a:xfrm>
            <a:off x="661034" y="5929185"/>
            <a:ext cx="128016" cy="118872"/>
          </a:xfrm>
          <a:prstGeom prst="roundRect">
            <a:avLst>
              <a:gd name="adj" fmla="val 30000"/>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40" name="TextBox 39">
            <a:extLst>
              <a:ext uri="{FF2B5EF4-FFF2-40B4-BE49-F238E27FC236}">
                <a16:creationId xmlns:a16="http://schemas.microsoft.com/office/drawing/2014/main" id="{F18D89E8-B3C6-8CD9-BAB8-7D7251D8066D}"/>
              </a:ext>
            </a:extLst>
          </p:cNvPr>
          <p:cNvSpPr txBox="1"/>
          <p:nvPr/>
        </p:nvSpPr>
        <p:spPr>
          <a:xfrm>
            <a:off x="862203" y="5911677"/>
            <a:ext cx="2926080" cy="153888"/>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2. Adding headcount (hiring + outsourcing)</a:t>
            </a:r>
          </a:p>
        </p:txBody>
      </p:sp>
      <p:sp>
        <p:nvSpPr>
          <p:cNvPr id="42" name="TextBox 41">
            <a:extLst>
              <a:ext uri="{FF2B5EF4-FFF2-40B4-BE49-F238E27FC236}">
                <a16:creationId xmlns:a16="http://schemas.microsoft.com/office/drawing/2014/main" id="{70C21C21-DC55-9418-063C-0A2089AFEC14}"/>
              </a:ext>
            </a:extLst>
          </p:cNvPr>
          <p:cNvSpPr txBox="1"/>
          <p:nvPr/>
        </p:nvSpPr>
        <p:spPr>
          <a:xfrm>
            <a:off x="3815714" y="5911677"/>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a:p>
        </p:txBody>
      </p:sp>
      <p:sp>
        <p:nvSpPr>
          <p:cNvPr id="43" name="TextBox 42">
            <a:extLst>
              <a:ext uri="{FF2B5EF4-FFF2-40B4-BE49-F238E27FC236}">
                <a16:creationId xmlns:a16="http://schemas.microsoft.com/office/drawing/2014/main" id="{D4671481-A49F-CD0D-2787-F0E0CCDC06A2}"/>
              </a:ext>
            </a:extLst>
          </p:cNvPr>
          <p:cNvSpPr txBox="1"/>
          <p:nvPr/>
        </p:nvSpPr>
        <p:spPr>
          <a:xfrm>
            <a:off x="4638675" y="5911677"/>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DA291C"/>
                </a:solidFill>
                <a:effectLst/>
                <a:uLnTx/>
                <a:uFillTx/>
                <a:latin typeface="Segoe UI" panose="020B0502040204020203" pitchFamily="34" charset="0"/>
                <a:ea typeface="+mn-ea"/>
                <a:cs typeface="Segoe UI" panose="020B0502040204020203" pitchFamily="34" charset="0"/>
                <a:sym typeface="Arial"/>
              </a:rPr>
              <a:t>−40% </a:t>
            </a:r>
            <a:r>
              <a:rPr kumimoji="0" sz="1000" b="0" i="0" u="none" strike="noStrike" kern="1200" cap="none" spc="0" normalizeH="0" baseline="0" noProof="0">
                <a:ln>
                  <a:noFill/>
                </a:ln>
                <a:solidFill>
                  <a:srgbClr val="DA291C"/>
                </a:solidFill>
                <a:effectLst/>
                <a:uLnTx/>
                <a:uFillTx/>
                <a:latin typeface="Segoe UI" panose="020B0502040204020203" pitchFamily="34" charset="0"/>
                <a:ea typeface="+mn-ea"/>
                <a:cs typeface="Segoe UI" panose="020B0502040204020203" pitchFamily="34" charset="0"/>
                <a:sym typeface="Arial"/>
              </a:rPr>
              <a:t>▼</a:t>
            </a:r>
          </a:p>
        </p:txBody>
      </p:sp>
      <p:sp>
        <p:nvSpPr>
          <p:cNvPr id="56" name="Oval 55">
            <a:extLst>
              <a:ext uri="{FF2B5EF4-FFF2-40B4-BE49-F238E27FC236}">
                <a16:creationId xmlns:a16="http://schemas.microsoft.com/office/drawing/2014/main" id="{4CB8F956-D157-F5F5-5315-CF07E7100ED1}"/>
              </a:ext>
            </a:extLst>
          </p:cNvPr>
          <p:cNvSpPr/>
          <p:nvPr/>
        </p:nvSpPr>
        <p:spPr>
          <a:xfrm>
            <a:off x="827464" y="5904232"/>
            <a:ext cx="169200" cy="169200"/>
          </a:xfrm>
          <a:prstGeom prst="ellipse">
            <a:avLst/>
          </a:prstGeom>
          <a:solidFill>
            <a:srgbClr val="8A8D90"/>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50" b="1">
                <a:solidFill>
                  <a:srgbClr val="FFFFFF"/>
                </a:solidFill>
                <a:latin typeface="Segoe UI"/>
              </a:rPr>
              <a:t>2</a:t>
            </a:r>
          </a:p>
        </p:txBody>
      </p:sp>
      <p:grpSp>
        <p:nvGrpSpPr>
          <p:cNvPr id="14" name="Group 13">
            <a:extLst>
              <a:ext uri="{FF2B5EF4-FFF2-40B4-BE49-F238E27FC236}">
                <a16:creationId xmlns:a16="http://schemas.microsoft.com/office/drawing/2014/main" id="{818272F8-2A67-0E60-9B75-1C281E6B61A2}"/>
              </a:ext>
            </a:extLst>
          </p:cNvPr>
          <p:cNvGrpSpPr/>
          <p:nvPr/>
        </p:nvGrpSpPr>
        <p:grpSpPr>
          <a:xfrm>
            <a:off x="661034" y="5709489"/>
            <a:ext cx="4709161" cy="153888"/>
            <a:chOff x="594359" y="5564904"/>
            <a:chExt cx="4709161" cy="153888"/>
          </a:xfrm>
        </p:grpSpPr>
        <p:grpSp>
          <p:nvGrpSpPr>
            <p:cNvPr id="26" name="Group 25">
              <a:extLst>
                <a:ext uri="{FF2B5EF4-FFF2-40B4-BE49-F238E27FC236}">
                  <a16:creationId xmlns:a16="http://schemas.microsoft.com/office/drawing/2014/main" id="{38568044-C97E-B23C-1B52-4EAC9407AD2D}"/>
                </a:ext>
              </a:extLst>
            </p:cNvPr>
            <p:cNvGrpSpPr/>
            <p:nvPr/>
          </p:nvGrpSpPr>
          <p:grpSpPr>
            <a:xfrm>
              <a:off x="795528" y="5564904"/>
              <a:ext cx="4507992" cy="153888"/>
              <a:chOff x="795528" y="5564904"/>
              <a:chExt cx="4507992" cy="153888"/>
            </a:xfrm>
          </p:grpSpPr>
          <p:sp>
            <p:nvSpPr>
              <p:cNvPr id="29" name="TextBox 28">
                <a:extLst>
                  <a:ext uri="{FF2B5EF4-FFF2-40B4-BE49-F238E27FC236}">
                    <a16:creationId xmlns:a16="http://schemas.microsoft.com/office/drawing/2014/main" id="{2F729F82-3206-619C-F190-E05E0A3574B6}"/>
                  </a:ext>
                </a:extLst>
              </p:cNvPr>
              <p:cNvSpPr txBox="1"/>
              <p:nvPr/>
            </p:nvSpPr>
            <p:spPr>
              <a:xfrm>
                <a:off x="795528" y="5564904"/>
                <a:ext cx="2926080" cy="153888"/>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1. </a:t>
                </a: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AI-enabled tools</a:t>
                </a:r>
              </a:p>
            </p:txBody>
          </p:sp>
          <p:sp>
            <p:nvSpPr>
              <p:cNvPr id="30" name="TextBox 29">
                <a:extLst>
                  <a:ext uri="{FF2B5EF4-FFF2-40B4-BE49-F238E27FC236}">
                    <a16:creationId xmlns:a16="http://schemas.microsoft.com/office/drawing/2014/main" id="{95075D1D-B603-8947-2C58-31656DC79113}"/>
                  </a:ext>
                </a:extLst>
              </p:cNvPr>
              <p:cNvSpPr txBox="1"/>
              <p:nvPr/>
            </p:nvSpPr>
            <p:spPr>
              <a:xfrm>
                <a:off x="3749039" y="5564904"/>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a:p>
            </p:txBody>
          </p:sp>
          <p:sp>
            <p:nvSpPr>
              <p:cNvPr id="31" name="TextBox 30">
                <a:extLst>
                  <a:ext uri="{FF2B5EF4-FFF2-40B4-BE49-F238E27FC236}">
                    <a16:creationId xmlns:a16="http://schemas.microsoft.com/office/drawing/2014/main" id="{59AAAEA7-13E4-DF13-4788-EF58B5E2A911}"/>
                  </a:ext>
                </a:extLst>
              </p:cNvPr>
              <p:cNvSpPr txBox="1"/>
              <p:nvPr/>
            </p:nvSpPr>
            <p:spPr>
              <a:xfrm>
                <a:off x="4572000" y="5564904"/>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+21% </a:t>
                </a:r>
                <a:r>
                  <a:rPr kumimoji="0" sz="1000" b="0"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a:t>
                </a:r>
              </a:p>
            </p:txBody>
          </p:sp>
        </p:grpSp>
        <p:sp>
          <p:nvSpPr>
            <p:cNvPr id="27" name="Rounded Rectangle 18">
              <a:extLst>
                <a:ext uri="{FF2B5EF4-FFF2-40B4-BE49-F238E27FC236}">
                  <a16:creationId xmlns:a16="http://schemas.microsoft.com/office/drawing/2014/main" id="{D367344A-A86E-286C-2A89-9EFC4C9E2E3B}"/>
                </a:ext>
              </a:extLst>
            </p:cNvPr>
            <p:cNvSpPr/>
            <p:nvPr/>
          </p:nvSpPr>
          <p:spPr>
            <a:xfrm>
              <a:off x="594359" y="5582412"/>
              <a:ext cx="128016" cy="118872"/>
            </a:xfrm>
            <a:prstGeom prst="roundRect">
              <a:avLst>
                <a:gd name="adj" fmla="val 3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sp>
        <p:nvSpPr>
          <p:cNvPr id="59" name="Oval 58">
            <a:extLst>
              <a:ext uri="{FF2B5EF4-FFF2-40B4-BE49-F238E27FC236}">
                <a16:creationId xmlns:a16="http://schemas.microsoft.com/office/drawing/2014/main" id="{0ED31F04-07E7-6CB2-2CB0-F2A2D0E78D20}"/>
              </a:ext>
            </a:extLst>
          </p:cNvPr>
          <p:cNvSpPr/>
          <p:nvPr/>
        </p:nvSpPr>
        <p:spPr>
          <a:xfrm>
            <a:off x="827464" y="5706813"/>
            <a:ext cx="169200" cy="169200"/>
          </a:xfrm>
          <a:prstGeom prst="ellipse">
            <a:avLst/>
          </a:prstGeom>
          <a:solidFill>
            <a:srgbClr val="046A38"/>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50" b="1">
                <a:solidFill>
                  <a:srgbClr val="FFFFFF"/>
                </a:solidFill>
                <a:latin typeface="Segoe UI"/>
              </a:rPr>
              <a:t>1</a:t>
            </a:r>
          </a:p>
        </p:txBody>
      </p:sp>
      <p:grpSp>
        <p:nvGrpSpPr>
          <p:cNvPr id="146" name="Group 145">
            <a:extLst>
              <a:ext uri="{FF2B5EF4-FFF2-40B4-BE49-F238E27FC236}">
                <a16:creationId xmlns:a16="http://schemas.microsoft.com/office/drawing/2014/main" id="{654676CB-216A-6328-C393-0596A9BAC590}"/>
              </a:ext>
            </a:extLst>
          </p:cNvPr>
          <p:cNvGrpSpPr/>
          <p:nvPr/>
        </p:nvGrpSpPr>
        <p:grpSpPr>
          <a:xfrm>
            <a:off x="249638" y="464705"/>
            <a:ext cx="11521440" cy="585793"/>
            <a:chOff x="249638" y="464705"/>
            <a:chExt cx="11521440" cy="585793"/>
          </a:xfrm>
        </p:grpSpPr>
        <p:sp>
          <p:nvSpPr>
            <p:cNvPr id="147" name="Text 22">
              <a:extLst>
                <a:ext uri="{FF2B5EF4-FFF2-40B4-BE49-F238E27FC236}">
                  <a16:creationId xmlns:a16="http://schemas.microsoft.com/office/drawing/2014/main" id="{75223A1A-4B36-DC63-83C4-1B21A2467724}"/>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1" spc="80">
                  <a:solidFill>
                    <a:srgbClr val="4EA72E"/>
                  </a:solidFill>
                  <a:latin typeface="Segoe UI" panose="020B0502040204020203" pitchFamily="34" charset="0"/>
                  <a:ea typeface="Arial" pitchFamily="34" charset="-122"/>
                  <a:cs typeface="Segoe UI" panose="020B0502040204020203" pitchFamily="34" charset="0"/>
                </a:rPr>
                <a:t>S</a:t>
              </a:r>
              <a:r>
                <a:rPr kumimoji="0" lang="en-US" sz="1500" b="1" i="0" u="none" strike="noStrike" kern="0" cap="none" spc="80" normalizeH="0" baseline="0" noProof="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CALING THE OPERATION</a:t>
              </a:r>
            </a:p>
          </p:txBody>
        </p:sp>
        <p:sp>
          <p:nvSpPr>
            <p:cNvPr id="148" name="TextBox 147">
              <a:extLst>
                <a:ext uri="{FF2B5EF4-FFF2-40B4-BE49-F238E27FC236}">
                  <a16:creationId xmlns:a16="http://schemas.microsoft.com/office/drawing/2014/main" id="{341310A2-84E4-61BF-3F07-8846123B7246}"/>
                </a:ext>
              </a:extLst>
            </p:cNvPr>
            <p:cNvSpPr txBox="1"/>
            <p:nvPr/>
          </p:nvSpPr>
          <p:spPr>
            <a:xfrm>
              <a:off x="249638" y="711944"/>
              <a:ext cx="11521440" cy="338554"/>
            </a:xfrm>
            <a:prstGeom prst="rect">
              <a:avLst/>
            </a:prstGeom>
            <a:noFill/>
          </p:spPr>
          <p:txBody>
            <a:bodyPr wrap="square" lIns="0" tIns="0" rIns="0" bIns="0" anchor="t">
              <a:spAutoFit/>
            </a:bodyPr>
            <a:lstStyle/>
            <a:p>
              <a:pPr lvl="0" defTabSz="457200">
                <a:buClrTx/>
                <a:defRPr/>
              </a:pPr>
              <a:r>
                <a:rPr lang="en-US" sz="2200" b="1" kern="1200">
                  <a:solidFill>
                    <a:srgbClr val="111111"/>
                  </a:solidFill>
                  <a:latin typeface="Segoe UI" panose="020B0502040204020203" pitchFamily="34" charset="0"/>
                  <a:cs typeface="Segoe UI" panose="020B0502040204020203" pitchFamily="34" charset="0"/>
                </a:rPr>
                <a:t>AI keeps growing, headcount steps back, and process redesign is the surprise</a:t>
              </a:r>
            </a:p>
          </p:txBody>
        </p:sp>
      </p:grpSp>
      <p:sp>
        <p:nvSpPr>
          <p:cNvPr id="155" name="TextBox 154">
            <a:extLst>
              <a:ext uri="{FF2B5EF4-FFF2-40B4-BE49-F238E27FC236}">
                <a16:creationId xmlns:a16="http://schemas.microsoft.com/office/drawing/2014/main" id="{438A6427-0FF3-31ED-4320-B9B5EFECD14B}"/>
              </a:ext>
            </a:extLst>
          </p:cNvPr>
          <p:cNvSpPr txBox="1"/>
          <p:nvPr/>
        </p:nvSpPr>
        <p:spPr>
          <a:xfrm>
            <a:off x="320040" y="1155192"/>
            <a:ext cx="11521440" cy="646331"/>
          </a:xfrm>
          <a:prstGeom prst="rect">
            <a:avLst/>
          </a:prstGeom>
          <a:noFill/>
        </p:spPr>
        <p:txBody>
          <a:bodyPr wrap="square" lIns="0" tIns="0" rIns="0" bIns="0" anchor="t">
            <a:spAutoFit/>
          </a:bodyPr>
          <a:lstStyle/>
          <a:p>
            <a:pPr lvl="0" defTabSz="457200">
              <a:buClrTx/>
              <a:defRPr/>
            </a:pPr>
            <a:r>
              <a:rPr lang="en-US">
                <a:latin typeface="Segoe UI" panose="020B0502040204020203" pitchFamily="34" charset="0"/>
                <a:cs typeface="Segoe UI" panose="020B0502040204020203" pitchFamily="34" charset="0"/>
              </a:rPr>
              <a:t>With most programs already self-rated as mature, the focus turns to how leaders plan to scale from here. Organizations were asked how they scale fraud and investigations operations today, and where their focus will be over the next three years. Across both banking and insurance, the answers point in the same direction.</a:t>
            </a:r>
            <a:endParaRPr lang="en-US" kern="1200">
              <a:solidFill>
                <a:srgbClr val="404040"/>
              </a:solidFill>
              <a:latin typeface="Segoe UI" panose="020B0502040204020203" pitchFamily="34" charset="0"/>
              <a:cs typeface="Segoe UI" panose="020B0502040204020203" pitchFamily="34" charset="0"/>
            </a:endParaRPr>
          </a:p>
        </p:txBody>
      </p:sp>
      <p:sp>
        <p:nvSpPr>
          <p:cNvPr id="6" name="Oval 5">
            <a:extLst>
              <a:ext uri="{FF2B5EF4-FFF2-40B4-BE49-F238E27FC236}">
                <a16:creationId xmlns:a16="http://schemas.microsoft.com/office/drawing/2014/main" id="{FB785E7B-D61A-05F7-4F82-2ACECE4AD0BB}"/>
              </a:ext>
            </a:extLst>
          </p:cNvPr>
          <p:cNvSpPr/>
          <p:nvPr/>
        </p:nvSpPr>
        <p:spPr>
          <a:xfrm>
            <a:off x="6027342" y="1900803"/>
            <a:ext cx="366405" cy="366405"/>
          </a:xfrm>
          <a:prstGeom prst="ellipse">
            <a:avLst/>
          </a:prstGeom>
          <a:solidFill>
            <a:schemeClr val="tx1"/>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chemeClr val="bg1"/>
                </a:solidFill>
                <a:latin typeface="Segoe UI"/>
              </a:rPr>
              <a:t>1</a:t>
            </a:r>
          </a:p>
        </p:txBody>
      </p:sp>
      <p:sp>
        <p:nvSpPr>
          <p:cNvPr id="12" name="Oval 11">
            <a:extLst>
              <a:ext uri="{FF2B5EF4-FFF2-40B4-BE49-F238E27FC236}">
                <a16:creationId xmlns:a16="http://schemas.microsoft.com/office/drawing/2014/main" id="{493526E0-022A-38EF-223D-3708A8EBBD8E}"/>
              </a:ext>
            </a:extLst>
          </p:cNvPr>
          <p:cNvSpPr/>
          <p:nvPr/>
        </p:nvSpPr>
        <p:spPr>
          <a:xfrm>
            <a:off x="6027342" y="3589456"/>
            <a:ext cx="366405" cy="366405"/>
          </a:xfrm>
          <a:prstGeom prst="ellipse">
            <a:avLst/>
          </a:prstGeom>
          <a:solidFill>
            <a:schemeClr val="tx1"/>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chemeClr val="bg1"/>
                </a:solidFill>
                <a:latin typeface="Segoe UI"/>
              </a:rPr>
              <a:t>2</a:t>
            </a:r>
          </a:p>
        </p:txBody>
      </p:sp>
      <p:sp>
        <p:nvSpPr>
          <p:cNvPr id="16" name="Oval 15">
            <a:extLst>
              <a:ext uri="{FF2B5EF4-FFF2-40B4-BE49-F238E27FC236}">
                <a16:creationId xmlns:a16="http://schemas.microsoft.com/office/drawing/2014/main" id="{FD5E5165-8571-9CDF-F110-9C7DD0508AB3}"/>
              </a:ext>
            </a:extLst>
          </p:cNvPr>
          <p:cNvSpPr/>
          <p:nvPr/>
        </p:nvSpPr>
        <p:spPr>
          <a:xfrm>
            <a:off x="6027342" y="5243759"/>
            <a:ext cx="366405" cy="366405"/>
          </a:xfrm>
          <a:prstGeom prst="ellipse">
            <a:avLst/>
          </a:prstGeom>
          <a:solidFill>
            <a:schemeClr val="tx1"/>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chemeClr val="bg1"/>
                </a:solidFill>
                <a:latin typeface="Segoe UI"/>
              </a:rPr>
              <a:t>3</a:t>
            </a:r>
          </a:p>
        </p:txBody>
      </p:sp>
      <p:sp>
        <p:nvSpPr>
          <p:cNvPr id="18" name="Rectangle 17">
            <a:extLst>
              <a:ext uri="{FF2B5EF4-FFF2-40B4-BE49-F238E27FC236}">
                <a16:creationId xmlns:a16="http://schemas.microsoft.com/office/drawing/2014/main" id="{284ACE73-DD08-FF1B-EA0B-06B3BEF9D734}"/>
              </a:ext>
            </a:extLst>
          </p:cNvPr>
          <p:cNvSpPr/>
          <p:nvPr/>
        </p:nvSpPr>
        <p:spPr>
          <a:xfrm>
            <a:off x="2399991" y="3019451"/>
            <a:ext cx="1088114" cy="261610"/>
          </a:xfrm>
          <a:prstGeom prst="rect">
            <a:avLst/>
          </a:prstGeom>
          <a:noFill/>
        </p:spPr>
        <p:txBody>
          <a:bodyPr wrap="none" lIns="91440" tIns="45720" rIns="91440" bIns="45720">
            <a:prstTxWarp prst="textArchUp">
              <a:avLst>
                <a:gd name="adj" fmla="val 10468689"/>
              </a:avLst>
            </a:prstTxWarp>
            <a:spAutoFit/>
            <a:scene3d>
              <a:camera prst="orthographicFront">
                <a:rot lat="420000" lon="0" rev="0"/>
              </a:camera>
              <a:lightRig rig="threePt" dir="t"/>
            </a:scene3d>
          </a:bodyPr>
          <a:lstStyle/>
          <a:p>
            <a:pPr algn="ctr"/>
            <a:r>
              <a:rPr lang="en-US" sz="1100" b="1">
                <a:ln w="0"/>
                <a:solidFill>
                  <a:schemeClr val="tx1"/>
                </a:solidFill>
                <a:effectLst/>
                <a:latin typeface="Segoe UI" panose="020B0502040204020203" pitchFamily="34" charset="0"/>
                <a:cs typeface="Segoe UI" panose="020B0502040204020203" pitchFamily="34" charset="0"/>
              </a:rPr>
              <a:t>FOCUS TODAY</a:t>
            </a:r>
            <a:endParaRPr lang="en-US" sz="1100" b="1" cap="none" spc="0">
              <a:ln w="0"/>
              <a:solidFill>
                <a:schemeClr val="tx1"/>
              </a:solidFill>
              <a:effectLst/>
              <a:latin typeface="Segoe UI" panose="020B0502040204020203" pitchFamily="34" charset="0"/>
              <a:cs typeface="Segoe UI" panose="020B0502040204020203" pitchFamily="34" charset="0"/>
            </a:endParaRPr>
          </a:p>
        </p:txBody>
      </p:sp>
      <p:sp>
        <p:nvSpPr>
          <p:cNvPr id="4" name="Rectangle 3">
            <a:extLst>
              <a:ext uri="{FF2B5EF4-FFF2-40B4-BE49-F238E27FC236}">
                <a16:creationId xmlns:a16="http://schemas.microsoft.com/office/drawing/2014/main" id="{F5F2357E-865C-3A5E-AD7F-46EE5E6A3FB1}"/>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lvl="0" algn="just">
              <a:buClrTx/>
              <a:defRPr/>
            </a:pPr>
            <a:r>
              <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rPr>
              <a:t>For detailed data please refer to </a:t>
            </a:r>
            <a:r>
              <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hlinkClick r:id="rId6" action="ppaction://hlinksldjump"/>
              </a:rPr>
              <a:t>Appendix </a:t>
            </a:r>
            <a:endPar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endParaRPr>
          </a:p>
        </p:txBody>
      </p:sp>
    </p:spTree>
    <p:extLst>
      <p:ext uri="{BB962C8B-B14F-4D97-AF65-F5344CB8AC3E}">
        <p14:creationId xmlns:p14="http://schemas.microsoft.com/office/powerpoint/2010/main" val="1613939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blip>
          <a:srcRect/>
          <a:stretch>
            <a:fillRect t="-9000" b="-9000"/>
          </a:stretch>
        </a:blipFill>
        <a:effectLst/>
      </p:bgPr>
    </p:bg>
    <p:spTree>
      <p:nvGrpSpPr>
        <p:cNvPr id="1" name="">
          <a:extLst>
            <a:ext uri="{FF2B5EF4-FFF2-40B4-BE49-F238E27FC236}">
              <a16:creationId xmlns:a16="http://schemas.microsoft.com/office/drawing/2014/main" id="{6D52B074-7025-5481-0B38-5D5BF5A48524}"/>
            </a:ext>
          </a:extLst>
        </p:cNvPr>
        <p:cNvGrpSpPr/>
        <p:nvPr/>
      </p:nvGrpSpPr>
      <p:grpSpPr>
        <a:xfrm>
          <a:off x="0" y="0"/>
          <a:ext cx="0" cy="0"/>
          <a:chOff x="0" y="0"/>
          <a:chExt cx="0" cy="0"/>
        </a:xfrm>
      </p:grpSpPr>
      <p:sp>
        <p:nvSpPr>
          <p:cNvPr id="10" name="Text Placeholder 3">
            <a:extLst>
              <a:ext uri="{FF2B5EF4-FFF2-40B4-BE49-F238E27FC236}">
                <a16:creationId xmlns:a16="http://schemas.microsoft.com/office/drawing/2014/main" id="{80281C64-5DE0-08AB-F211-6229FF02E066}"/>
              </a:ext>
            </a:extLst>
          </p:cNvPr>
          <p:cNvSpPr txBox="1">
            <a:spLocks/>
          </p:cNvSpPr>
          <p:nvPr/>
        </p:nvSpPr>
        <p:spPr>
          <a:xfrm>
            <a:off x="0" y="0"/>
            <a:ext cx="12192000" cy="6858000"/>
          </a:xfrm>
          <a:prstGeom prst="rect">
            <a:avLst/>
          </a:prstGeom>
          <a:solidFill>
            <a:schemeClr val="tx1">
              <a:lumMod val="75000"/>
              <a:lumOff val="25000"/>
              <a:alpha val="70000"/>
            </a:schemeClr>
          </a:solidFill>
          <a:ln>
            <a:noFill/>
          </a:ln>
        </p:spPr>
        <p:txBody>
          <a:bodyPr spcFirstLastPara="1" wrap="square" lIns="365760" tIns="182880" rIns="0" bIns="0" anchor="ctr"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Open Sans"/>
                <a:ea typeface="Open Sans"/>
                <a:cs typeface="Open Sans"/>
                <a:sym typeface="Open Sans"/>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Open Sans"/>
                <a:ea typeface="Open Sans"/>
                <a:cs typeface="Open Sans"/>
                <a:sym typeface="Open Sans"/>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rPr>
              <a:t>Regulatory &amp; Market Change</a:t>
            </a: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lang="en-US">
              <a:solidFill>
                <a:srgbClr val="FFFFFF"/>
              </a:solidFill>
              <a:effectLst>
                <a:glow rad="101600">
                  <a:srgbClr val="000000">
                    <a:alpha val="22000"/>
                  </a:srgbClr>
                </a:glow>
              </a:effectLst>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p:txBody>
      </p:sp>
      <p:sp>
        <p:nvSpPr>
          <p:cNvPr id="3" name="TextBox 2">
            <a:extLst>
              <a:ext uri="{FF2B5EF4-FFF2-40B4-BE49-F238E27FC236}">
                <a16:creationId xmlns:a16="http://schemas.microsoft.com/office/drawing/2014/main" id="{861FDDDC-4607-285D-7021-56A50DE397D2}"/>
              </a:ext>
            </a:extLst>
          </p:cNvPr>
          <p:cNvSpPr txBox="1"/>
          <p:nvPr/>
        </p:nvSpPr>
        <p:spPr>
          <a:xfrm>
            <a:off x="4992000" y="5435771"/>
            <a:ext cx="7200000" cy="1015663"/>
          </a:xfrm>
          <a:prstGeom prst="rect">
            <a:avLst/>
          </a:prstGeom>
          <a:noFill/>
        </p:spPr>
        <p:txBody>
          <a:bodyPr wrap="square" lIns="0" rIns="360000">
            <a:spAutoFit/>
          </a:bodyPr>
          <a:lstStyle/>
          <a:p>
            <a:pPr marL="0" marR="0" lvl="0" indent="0" algn="r" defTabSz="914400" rtl="0" eaLnBrk="1" fontAlgn="auto" latinLnBrk="0" hangingPunct="1">
              <a:spcBef>
                <a:spcPts val="0"/>
              </a:spcBef>
              <a:spcAft>
                <a:spcPts val="0"/>
              </a:spcAft>
              <a:buClr>
                <a:srgbClr val="000000"/>
              </a:buClr>
              <a:buSzTx/>
              <a:buFont typeface="Arial"/>
              <a:buNone/>
              <a:tabLst/>
              <a:defRPr/>
            </a:pPr>
            <a:r>
              <a:rPr kumimoji="0" lang="en-US" sz="1500" b="0" i="1" u="none" strike="noStrike" kern="0" cap="none" spc="0" normalizeH="0" baseline="0" noProof="0">
                <a:ln>
                  <a:noFill/>
                </a:ln>
                <a:solidFill>
                  <a:srgbClr val="FFFFFF"/>
                </a:solidFill>
                <a:effectLst/>
                <a:uLnTx/>
                <a:uFillTx/>
                <a:latin typeface="Segoe UI" panose="020B0502040204020203" pitchFamily="34" charset="0"/>
                <a:ea typeface="Calibri" pitchFamily="34" charset="-122"/>
                <a:cs typeface="Segoe UI" panose="020B0502040204020203" pitchFamily="34" charset="0"/>
                <a:sym typeface="Arial"/>
              </a:rPr>
              <a:t>“In the coming period, companies can add dynamic digital checks like device tracking and face scanning through video conferencing during the sign-up process to minimize fraud.” </a:t>
            </a:r>
            <a:r>
              <a:rPr kumimoji="0" lang="en-US" sz="1500" b="1" i="1" u="none" strike="noStrike" kern="0" cap="none" spc="0" normalizeH="0" baseline="0" noProof="0">
                <a:ln>
                  <a:noFill/>
                </a:ln>
                <a:solidFill>
                  <a:srgbClr val="FFFFFF"/>
                </a:solidFill>
                <a:effectLst/>
                <a:uLnTx/>
                <a:uFillTx/>
                <a:latin typeface="Segoe UI" panose="020B0502040204020203" pitchFamily="34" charset="0"/>
                <a:ea typeface="Calibri" pitchFamily="34" charset="-122"/>
                <a:cs typeface="Segoe UI" panose="020B0502040204020203" pitchFamily="34" charset="0"/>
                <a:sym typeface="Arial"/>
              </a:rPr>
              <a:t>– Senior Manager of Fraud Risk &amp; Governance at Top 50 Global Insurance Firm</a:t>
            </a:r>
            <a:endParaRPr kumimoji="0" lang="en-US" sz="1500" b="1"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5" name="TextBox 4">
            <a:extLst>
              <a:ext uri="{FF2B5EF4-FFF2-40B4-BE49-F238E27FC236}">
                <a16:creationId xmlns:a16="http://schemas.microsoft.com/office/drawing/2014/main" id="{F7BA8EDE-0369-2304-7D3F-2573FDF6C684}"/>
              </a:ext>
            </a:extLst>
          </p:cNvPr>
          <p:cNvSpPr txBox="1"/>
          <p:nvPr/>
        </p:nvSpPr>
        <p:spPr>
          <a:xfrm>
            <a:off x="0" y="4308303"/>
            <a:ext cx="7200000" cy="1015663"/>
          </a:xfrm>
          <a:prstGeom prst="rect">
            <a:avLst/>
          </a:prstGeom>
          <a:noFill/>
        </p:spPr>
        <p:txBody>
          <a:bodyPr wrap="square" lIns="360000">
            <a:spAutoFit/>
          </a:bodyPr>
          <a:lstStyle/>
          <a:p>
            <a:r>
              <a:rPr lang="en-US" sz="1500" i="1">
                <a:solidFill>
                  <a:srgbClr val="FFFFFF"/>
                </a:solidFill>
                <a:latin typeface="Segoe UI" panose="020B0502040204020203" pitchFamily="34" charset="0"/>
                <a:ea typeface="Calibri" pitchFamily="34" charset="-122"/>
                <a:cs typeface="Segoe UI" panose="020B0502040204020203" pitchFamily="34" charset="0"/>
                <a:sym typeface="Open Sans"/>
              </a:rPr>
              <a:t>"Deepfakes, AI, and synthetic IDs. AI is getting more advance, but regulations are slow[ing] down AI detection and fraudsters have a green field with AI with no oversight." </a:t>
            </a:r>
            <a:r>
              <a:rPr lang="en-US" sz="1500" b="1" i="1">
                <a:solidFill>
                  <a:srgbClr val="FFFFFF"/>
                </a:solidFill>
                <a:latin typeface="Segoe UI" panose="020B0502040204020203" pitchFamily="34" charset="0"/>
                <a:ea typeface="Calibri" pitchFamily="34" charset="-122"/>
                <a:cs typeface="Segoe UI" panose="020B0502040204020203" pitchFamily="34" charset="0"/>
                <a:sym typeface="Open Sans"/>
              </a:rPr>
              <a:t>– Senior Manager of Fraud Strategy &amp; Transformation at Large U.S. Financial Institution</a:t>
            </a:r>
            <a:endParaRPr lang="en-US" sz="1500" b="1">
              <a:latin typeface="Segoe UI" panose="020B0502040204020203" pitchFamily="34" charset="0"/>
              <a:ea typeface="Open Sans"/>
              <a:cs typeface="Segoe UI" panose="020B0502040204020203" pitchFamily="34" charset="0"/>
              <a:sym typeface="Open Sans"/>
            </a:endParaRPr>
          </a:p>
        </p:txBody>
      </p:sp>
    </p:spTree>
    <p:extLst>
      <p:ext uri="{BB962C8B-B14F-4D97-AF65-F5344CB8AC3E}">
        <p14:creationId xmlns:p14="http://schemas.microsoft.com/office/powerpoint/2010/main" val="37691155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50D7C-60E8-61B9-4FFF-17120D67BC4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4A40D31-958F-BDE6-84D4-32882E3D3471}"/>
              </a:ext>
            </a:extLst>
          </p:cNvPr>
          <p:cNvSpPr/>
          <p:nvPr/>
        </p:nvSpPr>
        <p:spPr>
          <a:xfrm>
            <a:off x="0" y="0"/>
            <a:ext cx="12191695" cy="3383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65" name="Rectangle 64">
            <a:extLst>
              <a:ext uri="{FF2B5EF4-FFF2-40B4-BE49-F238E27FC236}">
                <a16:creationId xmlns:a16="http://schemas.microsoft.com/office/drawing/2014/main" id="{0B52354D-4EB1-A450-A9C3-2F7EBAC5B1D7}"/>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a:ln>
                  <a:noFill/>
                </a:ln>
                <a:solidFill>
                  <a:prstClr val="white"/>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REGULATORY &amp; MARKET CHANGE</a:t>
            </a:r>
          </a:p>
        </p:txBody>
      </p:sp>
      <p:sp>
        <p:nvSpPr>
          <p:cNvPr id="15" name="Rounded Rectangle 7">
            <a:extLst>
              <a:ext uri="{FF2B5EF4-FFF2-40B4-BE49-F238E27FC236}">
                <a16:creationId xmlns:a16="http://schemas.microsoft.com/office/drawing/2014/main" id="{9EA536E0-F277-15DA-FEDA-1635656DD100}"/>
              </a:ext>
            </a:extLst>
          </p:cNvPr>
          <p:cNvSpPr/>
          <p:nvPr/>
        </p:nvSpPr>
        <p:spPr>
          <a:xfrm>
            <a:off x="320040" y="1868776"/>
            <a:ext cx="5235934" cy="333550"/>
          </a:xfrm>
          <a:prstGeom prst="roundRect">
            <a:avLst>
              <a:gd name="adj" fmla="val 15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8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48%</a:t>
            </a:r>
          </a:p>
        </p:txBody>
      </p:sp>
      <p:sp>
        <p:nvSpPr>
          <p:cNvPr id="19" name="Rounded Rectangle 9">
            <a:extLst>
              <a:ext uri="{FF2B5EF4-FFF2-40B4-BE49-F238E27FC236}">
                <a16:creationId xmlns:a16="http://schemas.microsoft.com/office/drawing/2014/main" id="{BA5BDED5-10D6-62A0-D11D-90543DD3386B}"/>
              </a:ext>
            </a:extLst>
          </p:cNvPr>
          <p:cNvSpPr/>
          <p:nvPr/>
        </p:nvSpPr>
        <p:spPr>
          <a:xfrm>
            <a:off x="320040" y="2257189"/>
            <a:ext cx="365760" cy="365760"/>
          </a:xfrm>
          <a:prstGeom prst="roundRect">
            <a:avLst>
              <a:gd name="adj" fmla="val 5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1" name="Picture 20" descr="ic_tools_w.png">
            <a:extLst>
              <a:ext uri="{FF2B5EF4-FFF2-40B4-BE49-F238E27FC236}">
                <a16:creationId xmlns:a16="http://schemas.microsoft.com/office/drawing/2014/main" id="{A561603B-8668-DFC1-EEC2-037E4A88480C}"/>
              </a:ext>
            </a:extLst>
          </p:cNvPr>
          <p:cNvPicPr>
            <a:picLocks noChangeAspect="1"/>
          </p:cNvPicPr>
          <p:nvPr/>
        </p:nvPicPr>
        <p:blipFill>
          <a:blip r:embed="rId3"/>
          <a:stretch>
            <a:fillRect/>
          </a:stretch>
        </p:blipFill>
        <p:spPr>
          <a:xfrm>
            <a:off x="400508" y="2337657"/>
            <a:ext cx="204825" cy="204825"/>
          </a:xfrm>
          <a:prstGeom prst="rect">
            <a:avLst/>
          </a:prstGeom>
        </p:spPr>
      </p:pic>
      <p:sp>
        <p:nvSpPr>
          <p:cNvPr id="23" name="TextBox 22">
            <a:extLst>
              <a:ext uri="{FF2B5EF4-FFF2-40B4-BE49-F238E27FC236}">
                <a16:creationId xmlns:a16="http://schemas.microsoft.com/office/drawing/2014/main" id="{6A9DC6BC-5F4E-08EB-3950-B52F64E4A0B9}"/>
              </a:ext>
            </a:extLst>
          </p:cNvPr>
          <p:cNvSpPr txBox="1"/>
          <p:nvPr/>
        </p:nvSpPr>
        <p:spPr>
          <a:xfrm>
            <a:off x="777240" y="2257190"/>
            <a:ext cx="4994818" cy="20005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300" b="1"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Remediating existing gaps</a:t>
            </a:r>
          </a:p>
        </p:txBody>
      </p:sp>
      <p:sp>
        <p:nvSpPr>
          <p:cNvPr id="25" name="TextBox 24">
            <a:extLst>
              <a:ext uri="{FF2B5EF4-FFF2-40B4-BE49-F238E27FC236}">
                <a16:creationId xmlns:a16="http://schemas.microsoft.com/office/drawing/2014/main" id="{87CE4E8F-3398-5EFD-810F-187A9F12683A}"/>
              </a:ext>
            </a:extLst>
          </p:cNvPr>
          <p:cNvSpPr txBox="1"/>
          <p:nvPr/>
        </p:nvSpPr>
        <p:spPr>
          <a:xfrm>
            <a:off x="777240" y="2478236"/>
            <a:ext cx="4994818" cy="15388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Fixing known compliance and control weaknesses</a:t>
            </a:r>
          </a:p>
        </p:txBody>
      </p:sp>
      <p:sp>
        <p:nvSpPr>
          <p:cNvPr id="27" name="Rounded Rectangle 13">
            <a:extLst>
              <a:ext uri="{FF2B5EF4-FFF2-40B4-BE49-F238E27FC236}">
                <a16:creationId xmlns:a16="http://schemas.microsoft.com/office/drawing/2014/main" id="{3DB750E4-63E9-C76A-6D81-D11FC90D8982}"/>
              </a:ext>
            </a:extLst>
          </p:cNvPr>
          <p:cNvSpPr/>
          <p:nvPr/>
        </p:nvSpPr>
        <p:spPr>
          <a:xfrm>
            <a:off x="5641452" y="1868776"/>
            <a:ext cx="4194311" cy="333550"/>
          </a:xfrm>
          <a:prstGeom prst="roundRect">
            <a:avLst>
              <a:gd name="adj" fmla="val 15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CA" sz="18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39%</a:t>
            </a:r>
          </a:p>
        </p:txBody>
      </p:sp>
      <p:grpSp>
        <p:nvGrpSpPr>
          <p:cNvPr id="207" name="Group 206">
            <a:extLst>
              <a:ext uri="{FF2B5EF4-FFF2-40B4-BE49-F238E27FC236}">
                <a16:creationId xmlns:a16="http://schemas.microsoft.com/office/drawing/2014/main" id="{081F1FC8-DF04-5ADF-F468-32B1B8B91CD7}"/>
              </a:ext>
            </a:extLst>
          </p:cNvPr>
          <p:cNvGrpSpPr/>
          <p:nvPr/>
        </p:nvGrpSpPr>
        <p:grpSpPr>
          <a:xfrm>
            <a:off x="5641452" y="2275478"/>
            <a:ext cx="365760" cy="365760"/>
            <a:chOff x="5881786" y="2434293"/>
            <a:chExt cx="365760" cy="365760"/>
          </a:xfrm>
        </p:grpSpPr>
        <p:sp>
          <p:nvSpPr>
            <p:cNvPr id="31" name="Rounded Rectangle 15">
              <a:extLst>
                <a:ext uri="{FF2B5EF4-FFF2-40B4-BE49-F238E27FC236}">
                  <a16:creationId xmlns:a16="http://schemas.microsoft.com/office/drawing/2014/main" id="{7CFA363B-E6DD-A701-8BDD-111C00239FA8}"/>
                </a:ext>
              </a:extLst>
            </p:cNvPr>
            <p:cNvSpPr/>
            <p:nvPr/>
          </p:nvSpPr>
          <p:spPr>
            <a:xfrm>
              <a:off x="5881786" y="2434293"/>
              <a:ext cx="365760" cy="365760"/>
            </a:xfrm>
            <a:prstGeom prst="roundRect">
              <a:avLst>
                <a:gd name="adj" fmla="val 5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33" name="Picture 32" descr="ic_binoc_w.png">
              <a:extLst>
                <a:ext uri="{FF2B5EF4-FFF2-40B4-BE49-F238E27FC236}">
                  <a16:creationId xmlns:a16="http://schemas.microsoft.com/office/drawing/2014/main" id="{3FFF9AED-09FA-08A0-DB9E-88F242AA0398}"/>
                </a:ext>
              </a:extLst>
            </p:cNvPr>
            <p:cNvPicPr>
              <a:picLocks noChangeAspect="1"/>
            </p:cNvPicPr>
            <p:nvPr/>
          </p:nvPicPr>
          <p:blipFill>
            <a:blip r:embed="rId4"/>
            <a:stretch>
              <a:fillRect/>
            </a:stretch>
          </p:blipFill>
          <p:spPr>
            <a:xfrm>
              <a:off x="5962253" y="2514760"/>
              <a:ext cx="204825" cy="204825"/>
            </a:xfrm>
            <a:prstGeom prst="rect">
              <a:avLst/>
            </a:prstGeom>
          </p:spPr>
        </p:pic>
      </p:grpSp>
      <p:sp>
        <p:nvSpPr>
          <p:cNvPr id="35" name="TextBox 34">
            <a:extLst>
              <a:ext uri="{FF2B5EF4-FFF2-40B4-BE49-F238E27FC236}">
                <a16:creationId xmlns:a16="http://schemas.microsoft.com/office/drawing/2014/main" id="{3C7D6C3D-248F-6D2A-60EB-256A11449FF7}"/>
              </a:ext>
            </a:extLst>
          </p:cNvPr>
          <p:cNvSpPr txBox="1"/>
          <p:nvPr/>
        </p:nvSpPr>
        <p:spPr>
          <a:xfrm>
            <a:off x="6080364" y="2257190"/>
            <a:ext cx="3955420" cy="20005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023D20"/>
                </a:solidFill>
                <a:effectLst/>
                <a:uLnTx/>
                <a:uFillTx/>
                <a:latin typeface="Segoe UI" panose="020B0502040204020203" pitchFamily="34" charset="0"/>
                <a:ea typeface="+mn-ea"/>
                <a:cs typeface="Segoe UI" panose="020B0502040204020203" pitchFamily="34" charset="0"/>
                <a:sym typeface="Arial"/>
              </a:rPr>
              <a:t>Meeting upcoming regulation</a:t>
            </a:r>
          </a:p>
        </p:txBody>
      </p:sp>
      <p:sp>
        <p:nvSpPr>
          <p:cNvPr id="37" name="TextBox 36">
            <a:extLst>
              <a:ext uri="{FF2B5EF4-FFF2-40B4-BE49-F238E27FC236}">
                <a16:creationId xmlns:a16="http://schemas.microsoft.com/office/drawing/2014/main" id="{9E8C6F67-BB66-6F37-C8AD-5F6E07C4B569}"/>
              </a:ext>
            </a:extLst>
          </p:cNvPr>
          <p:cNvSpPr txBox="1"/>
          <p:nvPr/>
        </p:nvSpPr>
        <p:spPr>
          <a:xfrm>
            <a:off x="6080364" y="2478236"/>
            <a:ext cx="3955420" cy="15388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Building ahead of new and draft requirements</a:t>
            </a:r>
          </a:p>
        </p:txBody>
      </p:sp>
      <p:sp>
        <p:nvSpPr>
          <p:cNvPr id="39" name="Rounded Rectangle 19">
            <a:extLst>
              <a:ext uri="{FF2B5EF4-FFF2-40B4-BE49-F238E27FC236}">
                <a16:creationId xmlns:a16="http://schemas.microsoft.com/office/drawing/2014/main" id="{4DDDF606-9EA5-2624-1B00-D8338977D8D0}"/>
              </a:ext>
            </a:extLst>
          </p:cNvPr>
          <p:cNvSpPr/>
          <p:nvPr/>
        </p:nvSpPr>
        <p:spPr>
          <a:xfrm>
            <a:off x="9921240" y="1868776"/>
            <a:ext cx="1911095" cy="333550"/>
          </a:xfrm>
          <a:prstGeom prst="roundRect">
            <a:avLst>
              <a:gd name="adj" fmla="val 15000"/>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8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13%</a:t>
            </a:r>
          </a:p>
        </p:txBody>
      </p:sp>
      <p:grpSp>
        <p:nvGrpSpPr>
          <p:cNvPr id="209" name="Group 208">
            <a:extLst>
              <a:ext uri="{FF2B5EF4-FFF2-40B4-BE49-F238E27FC236}">
                <a16:creationId xmlns:a16="http://schemas.microsoft.com/office/drawing/2014/main" id="{EE1E171E-99FC-9B31-D415-3115894F9143}"/>
              </a:ext>
            </a:extLst>
          </p:cNvPr>
          <p:cNvGrpSpPr/>
          <p:nvPr/>
        </p:nvGrpSpPr>
        <p:grpSpPr>
          <a:xfrm>
            <a:off x="9921240" y="2275478"/>
            <a:ext cx="365760" cy="365760"/>
            <a:chOff x="10385846" y="2434293"/>
            <a:chExt cx="365760" cy="365760"/>
          </a:xfrm>
        </p:grpSpPr>
        <p:sp>
          <p:nvSpPr>
            <p:cNvPr id="43" name="Rounded Rectangle 21">
              <a:extLst>
                <a:ext uri="{FF2B5EF4-FFF2-40B4-BE49-F238E27FC236}">
                  <a16:creationId xmlns:a16="http://schemas.microsoft.com/office/drawing/2014/main" id="{56B65900-34BE-9E1E-A03C-532FC6F02EA8}"/>
                </a:ext>
              </a:extLst>
            </p:cNvPr>
            <p:cNvSpPr/>
            <p:nvPr/>
          </p:nvSpPr>
          <p:spPr>
            <a:xfrm>
              <a:off x="10385846" y="2434293"/>
              <a:ext cx="365760" cy="365760"/>
            </a:xfrm>
            <a:prstGeom prst="roundRect">
              <a:avLst>
                <a:gd name="adj" fmla="val 50000"/>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45" name="Picture 44" descr="ic_minus_w.png">
              <a:extLst>
                <a:ext uri="{FF2B5EF4-FFF2-40B4-BE49-F238E27FC236}">
                  <a16:creationId xmlns:a16="http://schemas.microsoft.com/office/drawing/2014/main" id="{70654E4B-2430-C2B5-11C9-C26EEC30DDDA}"/>
                </a:ext>
              </a:extLst>
            </p:cNvPr>
            <p:cNvPicPr>
              <a:picLocks noChangeAspect="1"/>
            </p:cNvPicPr>
            <p:nvPr/>
          </p:nvPicPr>
          <p:blipFill>
            <a:blip r:embed="rId5"/>
            <a:stretch>
              <a:fillRect/>
            </a:stretch>
          </p:blipFill>
          <p:spPr>
            <a:xfrm>
              <a:off x="10466313" y="2514760"/>
              <a:ext cx="204825" cy="204825"/>
            </a:xfrm>
            <a:prstGeom prst="rect">
              <a:avLst/>
            </a:prstGeom>
          </p:spPr>
        </p:pic>
      </p:grpSp>
      <p:sp>
        <p:nvSpPr>
          <p:cNvPr id="47" name="TextBox 46">
            <a:extLst>
              <a:ext uri="{FF2B5EF4-FFF2-40B4-BE49-F238E27FC236}">
                <a16:creationId xmlns:a16="http://schemas.microsoft.com/office/drawing/2014/main" id="{920FB115-E40A-213A-FF89-34C34F8E1548}"/>
              </a:ext>
            </a:extLst>
          </p:cNvPr>
          <p:cNvSpPr txBox="1"/>
          <p:nvPr/>
        </p:nvSpPr>
        <p:spPr>
          <a:xfrm>
            <a:off x="10360152" y="2257189"/>
            <a:ext cx="1389888" cy="20005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Not a driver</a:t>
            </a:r>
          </a:p>
        </p:txBody>
      </p:sp>
      <p:sp>
        <p:nvSpPr>
          <p:cNvPr id="49" name="TextBox 48">
            <a:extLst>
              <a:ext uri="{FF2B5EF4-FFF2-40B4-BE49-F238E27FC236}">
                <a16:creationId xmlns:a16="http://schemas.microsoft.com/office/drawing/2014/main" id="{EC5E0D81-7872-F885-D7E1-316824DD583E}"/>
              </a:ext>
            </a:extLst>
          </p:cNvPr>
          <p:cNvSpPr txBox="1"/>
          <p:nvPr/>
        </p:nvSpPr>
        <p:spPr>
          <a:xfrm>
            <a:off x="10360152" y="2478235"/>
            <a:ext cx="1389888" cy="15388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Other priorities lead</a:t>
            </a:r>
          </a:p>
        </p:txBody>
      </p:sp>
      <p:sp>
        <p:nvSpPr>
          <p:cNvPr id="51" name="TextBox 50">
            <a:extLst>
              <a:ext uri="{FF2B5EF4-FFF2-40B4-BE49-F238E27FC236}">
                <a16:creationId xmlns:a16="http://schemas.microsoft.com/office/drawing/2014/main" id="{5050E19F-621A-8389-1700-5B987C34A70B}"/>
              </a:ext>
            </a:extLst>
          </p:cNvPr>
          <p:cNvSpPr txBox="1"/>
          <p:nvPr/>
        </p:nvSpPr>
        <p:spPr>
          <a:xfrm>
            <a:off x="320040" y="2985223"/>
            <a:ext cx="5669280" cy="230832"/>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sym typeface="Arial"/>
              </a:rPr>
              <a:t>REMEDIATION TAKES PRIORITY FOR SMALLER INSTITUTIONS</a:t>
            </a:r>
            <a:endPar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sym typeface="Arial"/>
            </a:endParaRPr>
          </a:p>
        </p:txBody>
      </p:sp>
      <p:sp>
        <p:nvSpPr>
          <p:cNvPr id="53" name="Rounded Rectangle 26">
            <a:extLst>
              <a:ext uri="{FF2B5EF4-FFF2-40B4-BE49-F238E27FC236}">
                <a16:creationId xmlns:a16="http://schemas.microsoft.com/office/drawing/2014/main" id="{3CB21993-8133-11CF-7891-D38E08F3B9F2}"/>
              </a:ext>
            </a:extLst>
          </p:cNvPr>
          <p:cNvSpPr/>
          <p:nvPr/>
        </p:nvSpPr>
        <p:spPr>
          <a:xfrm>
            <a:off x="338328" y="3405456"/>
            <a:ext cx="2798064" cy="2719061"/>
          </a:xfrm>
          <a:prstGeom prst="roundRect">
            <a:avLst>
              <a:gd name="adj" fmla="val 5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55" name="Rounded Rectangle 27">
            <a:extLst>
              <a:ext uri="{FF2B5EF4-FFF2-40B4-BE49-F238E27FC236}">
                <a16:creationId xmlns:a16="http://schemas.microsoft.com/office/drawing/2014/main" id="{247E382D-7518-61E6-3A5A-0E0975811561}"/>
              </a:ext>
            </a:extLst>
          </p:cNvPr>
          <p:cNvSpPr/>
          <p:nvPr/>
        </p:nvSpPr>
        <p:spPr>
          <a:xfrm>
            <a:off x="429768" y="3450409"/>
            <a:ext cx="540000" cy="540000"/>
          </a:xfrm>
          <a:prstGeom prst="roundRect">
            <a:avLst>
              <a:gd name="adj" fmla="val 50000"/>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57" name="Picture 56" descr="ic_bank_w.png">
            <a:extLst>
              <a:ext uri="{FF2B5EF4-FFF2-40B4-BE49-F238E27FC236}">
                <a16:creationId xmlns:a16="http://schemas.microsoft.com/office/drawing/2014/main" id="{93CC5BF3-F2B0-3189-AA7E-63AB7C0F3430}"/>
              </a:ext>
            </a:extLst>
          </p:cNvPr>
          <p:cNvPicPr>
            <a:picLocks noChangeAspect="1"/>
          </p:cNvPicPr>
          <p:nvPr/>
        </p:nvPicPr>
        <p:blipFill>
          <a:blip r:embed="rId6"/>
          <a:stretch>
            <a:fillRect/>
          </a:stretch>
        </p:blipFill>
        <p:spPr>
          <a:xfrm>
            <a:off x="548567" y="3569208"/>
            <a:ext cx="302400" cy="302400"/>
          </a:xfrm>
          <a:prstGeom prst="rect">
            <a:avLst/>
          </a:prstGeom>
        </p:spPr>
      </p:pic>
      <p:sp>
        <p:nvSpPr>
          <p:cNvPr id="59" name="TextBox 58">
            <a:extLst>
              <a:ext uri="{FF2B5EF4-FFF2-40B4-BE49-F238E27FC236}">
                <a16:creationId xmlns:a16="http://schemas.microsoft.com/office/drawing/2014/main" id="{7F2F4E9F-60EC-3386-6987-724B6B80F083}"/>
              </a:ext>
            </a:extLst>
          </p:cNvPr>
          <p:cNvSpPr txBox="1"/>
          <p:nvPr/>
        </p:nvSpPr>
        <p:spPr>
          <a:xfrm>
            <a:off x="1051558" y="3608914"/>
            <a:ext cx="2103120" cy="2308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500" b="1" i="0" u="none" strike="noStrike" kern="1200" cap="none" spc="0" normalizeH="0" baseline="0" noProof="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sym typeface="Arial"/>
              </a:rPr>
              <a:t>BANKING</a:t>
            </a:r>
          </a:p>
        </p:txBody>
      </p:sp>
      <p:sp>
        <p:nvSpPr>
          <p:cNvPr id="61" name="TextBox 60">
            <a:extLst>
              <a:ext uri="{FF2B5EF4-FFF2-40B4-BE49-F238E27FC236}">
                <a16:creationId xmlns:a16="http://schemas.microsoft.com/office/drawing/2014/main" id="{B59BD90A-0F10-4605-04E8-68877CB47B57}"/>
              </a:ext>
            </a:extLst>
          </p:cNvPr>
          <p:cNvSpPr txBox="1"/>
          <p:nvPr/>
        </p:nvSpPr>
        <p:spPr>
          <a:xfrm>
            <a:off x="457200" y="4099630"/>
            <a:ext cx="2560320" cy="15388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Top 100 Global FIs </a:t>
            </a:r>
          </a:p>
        </p:txBody>
      </p:sp>
      <p:sp>
        <p:nvSpPr>
          <p:cNvPr id="63" name="Rounded Rectangle 31">
            <a:extLst>
              <a:ext uri="{FF2B5EF4-FFF2-40B4-BE49-F238E27FC236}">
                <a16:creationId xmlns:a16="http://schemas.microsoft.com/office/drawing/2014/main" id="{1AA4D6FA-6B38-9A17-BCB9-3DFEB5EEADA3}"/>
              </a:ext>
            </a:extLst>
          </p:cNvPr>
          <p:cNvSpPr/>
          <p:nvPr/>
        </p:nvSpPr>
        <p:spPr>
          <a:xfrm>
            <a:off x="457200" y="4309942"/>
            <a:ext cx="1059972" cy="164592"/>
          </a:xfrm>
          <a:prstGeom prst="roundRect">
            <a:avLst>
              <a:gd name="adj" fmla="val 3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66" name="Rounded Rectangle 32">
            <a:extLst>
              <a:ext uri="{FF2B5EF4-FFF2-40B4-BE49-F238E27FC236}">
                <a16:creationId xmlns:a16="http://schemas.microsoft.com/office/drawing/2014/main" id="{B116E1BF-8DE0-CCD6-E1D0-5081091C4C5D}"/>
              </a:ext>
            </a:extLst>
          </p:cNvPr>
          <p:cNvSpPr/>
          <p:nvPr/>
        </p:nvSpPr>
        <p:spPr>
          <a:xfrm>
            <a:off x="1517172" y="4309942"/>
            <a:ext cx="1211397" cy="164592"/>
          </a:xfrm>
          <a:prstGeom prst="roundRect">
            <a:avLst>
              <a:gd name="adj" fmla="val 3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68" name="Rounded Rectangle 33">
            <a:extLst>
              <a:ext uri="{FF2B5EF4-FFF2-40B4-BE49-F238E27FC236}">
                <a16:creationId xmlns:a16="http://schemas.microsoft.com/office/drawing/2014/main" id="{68D2A7AC-1D39-329B-744A-F133312D5B81}"/>
              </a:ext>
            </a:extLst>
          </p:cNvPr>
          <p:cNvSpPr/>
          <p:nvPr/>
        </p:nvSpPr>
        <p:spPr>
          <a:xfrm>
            <a:off x="2728569" y="4309942"/>
            <a:ext cx="252374" cy="164592"/>
          </a:xfrm>
          <a:prstGeom prst="roundRect">
            <a:avLst>
              <a:gd name="adj" fmla="val 30000"/>
            </a:avLst>
          </a:prstGeom>
          <a:solidFill>
            <a:srgbClr val="558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70" name="TextBox 69">
            <a:extLst>
              <a:ext uri="{FF2B5EF4-FFF2-40B4-BE49-F238E27FC236}">
                <a16:creationId xmlns:a16="http://schemas.microsoft.com/office/drawing/2014/main" id="{E299BC18-0676-C1B4-A661-9D9C3BB8D746}"/>
              </a:ext>
            </a:extLst>
          </p:cNvPr>
          <p:cNvSpPr txBox="1"/>
          <p:nvPr/>
        </p:nvSpPr>
        <p:spPr>
          <a:xfrm>
            <a:off x="457200" y="4492822"/>
            <a:ext cx="2560320" cy="138499"/>
          </a:xfrm>
          <a:prstGeom prst="rect">
            <a:avLst/>
          </a:prstGeom>
          <a:noFill/>
        </p:spPr>
        <p:txBody>
          <a:bodyPr wrap="square" lIns="0" tIns="0" rIns="0" bIns="0" anchor="t">
            <a:spAutoFit/>
          </a:bodyPr>
          <a:lstStyle/>
          <a:p>
            <a:pPr lvl="0" defTabSz="457200">
              <a:buClrTx/>
              <a:defRPr/>
            </a:pPr>
            <a:r>
              <a:rPr kumimoji="0" lang="en-CA" sz="900" b="1"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42% remediating</a:t>
            </a:r>
            <a:r>
              <a:rPr kumimoji="0" lang="en-CA" sz="900" b="0"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 </a:t>
            </a:r>
            <a:r>
              <a:rPr lang="en-CA" sz="900" b="1" kern="1200">
                <a:solidFill>
                  <a:schemeClr val="tx1">
                    <a:lumMod val="75000"/>
                    <a:lumOff val="25000"/>
                  </a:schemeClr>
                </a:solidFill>
                <a:latin typeface="Segoe UI" panose="020B0502040204020203" pitchFamily="34" charset="0"/>
                <a:cs typeface="Segoe UI" panose="020B0502040204020203" pitchFamily="34" charset="0"/>
              </a:rPr>
              <a:t>·</a:t>
            </a:r>
            <a:r>
              <a:rPr kumimoji="0" sz="9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r>
              <a:rPr kumimoji="0" sz="900" b="1" i="0" u="none" strike="noStrike" kern="1200" cap="none" spc="0" normalizeH="0" baseline="0" noProof="0">
                <a:ln>
                  <a:noFill/>
                </a:ln>
                <a:solidFill>
                  <a:srgbClr val="6FBF5A"/>
                </a:solidFill>
                <a:effectLst/>
                <a:uLnTx/>
                <a:uFillTx/>
                <a:latin typeface="Segoe UI" panose="020B0502040204020203" pitchFamily="34" charset="0"/>
                <a:ea typeface="+mn-ea"/>
                <a:cs typeface="Segoe UI" panose="020B0502040204020203" pitchFamily="34" charset="0"/>
                <a:sym typeface="Arial"/>
              </a:rPr>
              <a:t>48% upcoming</a:t>
            </a:r>
            <a:r>
              <a:rPr kumimoji="0" lang="en-US" sz="900" b="1" i="0" u="none" strike="noStrike" kern="1200" cap="none" spc="0" normalizeH="0" baseline="0" noProof="0">
                <a:ln>
                  <a:noFill/>
                </a:ln>
                <a:solidFill>
                  <a:srgbClr val="6FBF5A"/>
                </a:solidFill>
                <a:effectLst/>
                <a:uLnTx/>
                <a:uFillTx/>
                <a:latin typeface="Segoe UI" panose="020B0502040204020203" pitchFamily="34" charset="0"/>
                <a:ea typeface="+mn-ea"/>
                <a:cs typeface="Segoe UI" panose="020B0502040204020203" pitchFamily="34" charset="0"/>
                <a:sym typeface="Arial"/>
              </a:rPr>
              <a:t> </a:t>
            </a:r>
            <a:endParaRPr kumimoji="0" sz="900" b="1" i="0" u="none" strike="noStrike" kern="1200" cap="none" spc="0" normalizeH="0" baseline="0" noProof="0">
              <a:ln>
                <a:noFill/>
              </a:ln>
              <a:solidFill>
                <a:srgbClr val="6FBF5A"/>
              </a:solidFill>
              <a:effectLst/>
              <a:uLnTx/>
              <a:uFillTx/>
              <a:latin typeface="Segoe UI" panose="020B0502040204020203" pitchFamily="34" charset="0"/>
              <a:ea typeface="+mn-ea"/>
              <a:cs typeface="Segoe UI" panose="020B0502040204020203" pitchFamily="34" charset="0"/>
              <a:sym typeface="Arial"/>
            </a:endParaRPr>
          </a:p>
        </p:txBody>
      </p:sp>
      <p:sp>
        <p:nvSpPr>
          <p:cNvPr id="72" name="TextBox 71">
            <a:extLst>
              <a:ext uri="{FF2B5EF4-FFF2-40B4-BE49-F238E27FC236}">
                <a16:creationId xmlns:a16="http://schemas.microsoft.com/office/drawing/2014/main" id="{D34B6BFD-52CE-926A-E414-696130E3A0C2}"/>
              </a:ext>
            </a:extLst>
          </p:cNvPr>
          <p:cNvSpPr txBox="1"/>
          <p:nvPr/>
        </p:nvSpPr>
        <p:spPr>
          <a:xfrm>
            <a:off x="457200" y="4739710"/>
            <a:ext cx="2560320" cy="15388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Large FIs </a:t>
            </a:r>
          </a:p>
        </p:txBody>
      </p:sp>
      <p:sp>
        <p:nvSpPr>
          <p:cNvPr id="74" name="Rounded Rectangle 36">
            <a:extLst>
              <a:ext uri="{FF2B5EF4-FFF2-40B4-BE49-F238E27FC236}">
                <a16:creationId xmlns:a16="http://schemas.microsoft.com/office/drawing/2014/main" id="{536A357D-5A97-C645-E172-51BCE65FA7D3}"/>
              </a:ext>
            </a:extLst>
          </p:cNvPr>
          <p:cNvSpPr/>
          <p:nvPr/>
        </p:nvSpPr>
        <p:spPr>
          <a:xfrm>
            <a:off x="457200" y="4950022"/>
            <a:ext cx="1362821" cy="164592"/>
          </a:xfrm>
          <a:prstGeom prst="roundRect">
            <a:avLst>
              <a:gd name="adj" fmla="val 3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76" name="Rounded Rectangle 37">
            <a:extLst>
              <a:ext uri="{FF2B5EF4-FFF2-40B4-BE49-F238E27FC236}">
                <a16:creationId xmlns:a16="http://schemas.microsoft.com/office/drawing/2014/main" id="{69D7CB97-6733-904F-CF8C-FC7E876E6869}"/>
              </a:ext>
            </a:extLst>
          </p:cNvPr>
          <p:cNvSpPr/>
          <p:nvPr/>
        </p:nvSpPr>
        <p:spPr>
          <a:xfrm>
            <a:off x="1820021" y="4950022"/>
            <a:ext cx="731885" cy="164592"/>
          </a:xfrm>
          <a:prstGeom prst="roundRect">
            <a:avLst>
              <a:gd name="adj" fmla="val 3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78" name="Rounded Rectangle 38">
            <a:extLst>
              <a:ext uri="{FF2B5EF4-FFF2-40B4-BE49-F238E27FC236}">
                <a16:creationId xmlns:a16="http://schemas.microsoft.com/office/drawing/2014/main" id="{532FC1DF-30BC-C3AD-5E82-2EC1917A7E3E}"/>
              </a:ext>
            </a:extLst>
          </p:cNvPr>
          <p:cNvSpPr/>
          <p:nvPr/>
        </p:nvSpPr>
        <p:spPr>
          <a:xfrm>
            <a:off x="2551907" y="4950022"/>
            <a:ext cx="429036" cy="164592"/>
          </a:xfrm>
          <a:prstGeom prst="roundRect">
            <a:avLst>
              <a:gd name="adj" fmla="val 30000"/>
            </a:avLst>
          </a:prstGeom>
          <a:solidFill>
            <a:srgbClr val="558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80" name="TextBox 79">
            <a:extLst>
              <a:ext uri="{FF2B5EF4-FFF2-40B4-BE49-F238E27FC236}">
                <a16:creationId xmlns:a16="http://schemas.microsoft.com/office/drawing/2014/main" id="{960B568E-1856-38FA-0D9D-65CD4820DD86}"/>
              </a:ext>
            </a:extLst>
          </p:cNvPr>
          <p:cNvSpPr txBox="1"/>
          <p:nvPr/>
        </p:nvSpPr>
        <p:spPr>
          <a:xfrm>
            <a:off x="457200" y="5132902"/>
            <a:ext cx="2560320" cy="138499"/>
          </a:xfrm>
          <a:prstGeom prst="rect">
            <a:avLst/>
          </a:prstGeom>
          <a:noFill/>
        </p:spPr>
        <p:txBody>
          <a:bodyPr wrap="square" lIns="0" tIns="0" rIns="0" bIns="0" anchor="t">
            <a:spAutoFit/>
          </a:bodyPr>
          <a:lstStyle/>
          <a:p>
            <a:pPr lvl="0" defTabSz="457200">
              <a:buClrTx/>
              <a:defRPr/>
            </a:pPr>
            <a:r>
              <a:rPr kumimoji="0" lang="en-US" sz="900" b="1"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54% remediating</a:t>
            </a:r>
            <a:r>
              <a:rPr kumimoji="0" lang="en-US" sz="900" b="0"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 </a:t>
            </a:r>
            <a:r>
              <a:rPr lang="en-CA" sz="900" b="1" kern="1200">
                <a:solidFill>
                  <a:schemeClr val="tx1">
                    <a:lumMod val="75000"/>
                    <a:lumOff val="25000"/>
                  </a:schemeClr>
                </a:solidFill>
                <a:latin typeface="Segoe UI" panose="020B0502040204020203" pitchFamily="34" charset="0"/>
                <a:cs typeface="Segoe UI" panose="020B0502040204020203" pitchFamily="34" charset="0"/>
              </a:rPr>
              <a:t>·</a:t>
            </a:r>
            <a:r>
              <a:rPr kumimoji="0" lang="en-CA" sz="9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r>
              <a:rPr kumimoji="0" lang="en-CA" sz="900" b="1" i="0" u="none" strike="noStrike" kern="1200" cap="none" spc="0" normalizeH="0" baseline="0" noProof="0">
                <a:ln>
                  <a:noFill/>
                </a:ln>
                <a:solidFill>
                  <a:srgbClr val="6FBF5A"/>
                </a:solidFill>
                <a:effectLst/>
                <a:uLnTx/>
                <a:uFillTx/>
                <a:latin typeface="Segoe UI" panose="020B0502040204020203" pitchFamily="34" charset="0"/>
                <a:ea typeface="+mn-ea"/>
                <a:cs typeface="Segoe UI" panose="020B0502040204020203" pitchFamily="34" charset="0"/>
                <a:sym typeface="Arial"/>
              </a:rPr>
              <a:t>29% upcoming</a:t>
            </a:r>
          </a:p>
        </p:txBody>
      </p:sp>
      <p:sp>
        <p:nvSpPr>
          <p:cNvPr id="83" name="TextBox 82">
            <a:extLst>
              <a:ext uri="{FF2B5EF4-FFF2-40B4-BE49-F238E27FC236}">
                <a16:creationId xmlns:a16="http://schemas.microsoft.com/office/drawing/2014/main" id="{2B5EA2C3-6B0E-FA84-4C86-D358F5112252}"/>
              </a:ext>
            </a:extLst>
          </p:cNvPr>
          <p:cNvSpPr txBox="1"/>
          <p:nvPr/>
        </p:nvSpPr>
        <p:spPr>
          <a:xfrm>
            <a:off x="457200" y="5465962"/>
            <a:ext cx="256032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Top 100 Global Financial Institutions look ahead on upcoming while Large Financial Institutions are nearly twice as likely to focus on remediation</a:t>
            </a:r>
            <a:endParaRPr kumimoji="0" sz="9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endParaRPr>
          </a:p>
        </p:txBody>
      </p:sp>
      <p:sp>
        <p:nvSpPr>
          <p:cNvPr id="87" name="Rounded Rectangle 41">
            <a:extLst>
              <a:ext uri="{FF2B5EF4-FFF2-40B4-BE49-F238E27FC236}">
                <a16:creationId xmlns:a16="http://schemas.microsoft.com/office/drawing/2014/main" id="{019D10F1-32A3-81F0-5150-7EA335CA41A0}"/>
              </a:ext>
            </a:extLst>
          </p:cNvPr>
          <p:cNvSpPr/>
          <p:nvPr/>
        </p:nvSpPr>
        <p:spPr>
          <a:xfrm>
            <a:off x="3209544" y="3376939"/>
            <a:ext cx="2798064" cy="2719061"/>
          </a:xfrm>
          <a:prstGeom prst="roundRect">
            <a:avLst>
              <a:gd name="adj" fmla="val 5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91" name="Rounded Rectangle 42">
            <a:extLst>
              <a:ext uri="{FF2B5EF4-FFF2-40B4-BE49-F238E27FC236}">
                <a16:creationId xmlns:a16="http://schemas.microsoft.com/office/drawing/2014/main" id="{531A1A04-D92B-5956-982C-26012EE6F265}"/>
              </a:ext>
            </a:extLst>
          </p:cNvPr>
          <p:cNvSpPr/>
          <p:nvPr/>
        </p:nvSpPr>
        <p:spPr>
          <a:xfrm>
            <a:off x="3319272" y="3450409"/>
            <a:ext cx="540000" cy="540000"/>
          </a:xfrm>
          <a:prstGeom prst="roundRect">
            <a:avLst>
              <a:gd name="adj" fmla="val 50000"/>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94" name="Picture 93" descr="ic_shield_w.png">
            <a:extLst>
              <a:ext uri="{FF2B5EF4-FFF2-40B4-BE49-F238E27FC236}">
                <a16:creationId xmlns:a16="http://schemas.microsoft.com/office/drawing/2014/main" id="{C47F472F-82E9-7D84-A782-B82F12B8E78F}"/>
              </a:ext>
            </a:extLst>
          </p:cNvPr>
          <p:cNvPicPr>
            <a:picLocks noChangeAspect="1"/>
          </p:cNvPicPr>
          <p:nvPr/>
        </p:nvPicPr>
        <p:blipFill>
          <a:blip r:embed="rId7"/>
          <a:stretch>
            <a:fillRect/>
          </a:stretch>
        </p:blipFill>
        <p:spPr>
          <a:xfrm>
            <a:off x="3438071" y="3569208"/>
            <a:ext cx="302400" cy="302400"/>
          </a:xfrm>
          <a:prstGeom prst="rect">
            <a:avLst/>
          </a:prstGeom>
        </p:spPr>
      </p:pic>
      <p:sp>
        <p:nvSpPr>
          <p:cNvPr id="97" name="TextBox 96">
            <a:extLst>
              <a:ext uri="{FF2B5EF4-FFF2-40B4-BE49-F238E27FC236}">
                <a16:creationId xmlns:a16="http://schemas.microsoft.com/office/drawing/2014/main" id="{7DFBF664-782B-B417-11D6-6D7AF34BB78A}"/>
              </a:ext>
            </a:extLst>
          </p:cNvPr>
          <p:cNvSpPr txBox="1"/>
          <p:nvPr/>
        </p:nvSpPr>
        <p:spPr>
          <a:xfrm>
            <a:off x="3941062" y="3608914"/>
            <a:ext cx="2103120" cy="2308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500" b="1" i="0" u="none" strike="noStrike" kern="1200" cap="none" spc="0" normalizeH="0" baseline="0" noProof="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sym typeface="Arial"/>
              </a:rPr>
              <a:t>INSURANCE</a:t>
            </a:r>
          </a:p>
        </p:txBody>
      </p:sp>
      <p:sp>
        <p:nvSpPr>
          <p:cNvPr id="101" name="TextBox 100">
            <a:extLst>
              <a:ext uri="{FF2B5EF4-FFF2-40B4-BE49-F238E27FC236}">
                <a16:creationId xmlns:a16="http://schemas.microsoft.com/office/drawing/2014/main" id="{2B0C3D95-999F-D503-2CD1-3B30D8E03510}"/>
              </a:ext>
            </a:extLst>
          </p:cNvPr>
          <p:cNvSpPr txBox="1"/>
          <p:nvPr/>
        </p:nvSpPr>
        <p:spPr>
          <a:xfrm>
            <a:off x="3346704" y="4099630"/>
            <a:ext cx="2560320" cy="15388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Top 50 Global Carriers </a:t>
            </a:r>
          </a:p>
        </p:txBody>
      </p:sp>
      <p:sp>
        <p:nvSpPr>
          <p:cNvPr id="105" name="Rounded Rectangle 46">
            <a:extLst>
              <a:ext uri="{FF2B5EF4-FFF2-40B4-BE49-F238E27FC236}">
                <a16:creationId xmlns:a16="http://schemas.microsoft.com/office/drawing/2014/main" id="{909F4EAA-89E2-E666-0D01-A5D404EF8F28}"/>
              </a:ext>
            </a:extLst>
          </p:cNvPr>
          <p:cNvSpPr/>
          <p:nvPr/>
        </p:nvSpPr>
        <p:spPr>
          <a:xfrm>
            <a:off x="3346704" y="4309942"/>
            <a:ext cx="832835" cy="164592"/>
          </a:xfrm>
          <a:prstGeom prst="roundRect">
            <a:avLst>
              <a:gd name="adj" fmla="val 3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09" name="Rounded Rectangle 47">
            <a:extLst>
              <a:ext uri="{FF2B5EF4-FFF2-40B4-BE49-F238E27FC236}">
                <a16:creationId xmlns:a16="http://schemas.microsoft.com/office/drawing/2014/main" id="{288F5202-EE92-6A05-6B43-DFB2AF9687EB}"/>
              </a:ext>
            </a:extLst>
          </p:cNvPr>
          <p:cNvSpPr/>
          <p:nvPr/>
        </p:nvSpPr>
        <p:spPr>
          <a:xfrm>
            <a:off x="4179539" y="4309942"/>
            <a:ext cx="1186159" cy="164592"/>
          </a:xfrm>
          <a:prstGeom prst="roundRect">
            <a:avLst>
              <a:gd name="adj" fmla="val 3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11" name="Rounded Rectangle 48">
            <a:extLst>
              <a:ext uri="{FF2B5EF4-FFF2-40B4-BE49-F238E27FC236}">
                <a16:creationId xmlns:a16="http://schemas.microsoft.com/office/drawing/2014/main" id="{79D68776-17B7-4712-E0E8-4076B392C78D}"/>
              </a:ext>
            </a:extLst>
          </p:cNvPr>
          <p:cNvSpPr/>
          <p:nvPr/>
        </p:nvSpPr>
        <p:spPr>
          <a:xfrm>
            <a:off x="5365699" y="4309942"/>
            <a:ext cx="504748" cy="164592"/>
          </a:xfrm>
          <a:prstGeom prst="roundRect">
            <a:avLst>
              <a:gd name="adj" fmla="val 30000"/>
            </a:avLst>
          </a:prstGeom>
          <a:solidFill>
            <a:srgbClr val="558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13" name="TextBox 112">
            <a:extLst>
              <a:ext uri="{FF2B5EF4-FFF2-40B4-BE49-F238E27FC236}">
                <a16:creationId xmlns:a16="http://schemas.microsoft.com/office/drawing/2014/main" id="{E64A5243-F01A-A1CE-7283-DD3C79FAA3D1}"/>
              </a:ext>
            </a:extLst>
          </p:cNvPr>
          <p:cNvSpPr txBox="1"/>
          <p:nvPr/>
        </p:nvSpPr>
        <p:spPr>
          <a:xfrm>
            <a:off x="3346704" y="4492822"/>
            <a:ext cx="2560320" cy="138499"/>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33% remediating</a:t>
            </a:r>
            <a:r>
              <a:rPr kumimoji="0" lang="en-CA" sz="900" b="0"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  </a:t>
            </a:r>
            <a:r>
              <a:rPr kumimoji="0" sz="900" b="1" i="0" u="none" strike="noStrike" kern="1200" cap="none" spc="0" normalizeH="0" baseline="0" noProof="0">
                <a:ln>
                  <a:noFill/>
                </a:ln>
                <a:solidFill>
                  <a:schemeClr val="tx1">
                    <a:lumMod val="75000"/>
                    <a:lumOff val="25000"/>
                  </a:schemeClr>
                </a:solidFill>
                <a:effectLst/>
                <a:uLnTx/>
                <a:uFillTx/>
                <a:latin typeface="Segoe UI" panose="020B0502040204020203" pitchFamily="34" charset="0"/>
                <a:ea typeface="+mn-ea"/>
                <a:cs typeface="Segoe UI" panose="020B0502040204020203" pitchFamily="34" charset="0"/>
                <a:sym typeface="Arial"/>
              </a:rPr>
              <a:t>·</a:t>
            </a:r>
            <a:r>
              <a:rPr kumimoji="0" sz="9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r>
              <a:rPr kumimoji="0" sz="900" b="1" i="0" u="none" strike="noStrike" kern="1200" cap="none" spc="0" normalizeH="0" baseline="0" noProof="0">
                <a:ln>
                  <a:noFill/>
                </a:ln>
                <a:solidFill>
                  <a:srgbClr val="6FBF5A"/>
                </a:solidFill>
                <a:effectLst/>
                <a:uLnTx/>
                <a:uFillTx/>
                <a:latin typeface="Segoe UI" panose="020B0502040204020203" pitchFamily="34" charset="0"/>
                <a:ea typeface="+mn-ea"/>
                <a:cs typeface="Segoe UI" panose="020B0502040204020203" pitchFamily="34" charset="0"/>
                <a:sym typeface="Arial"/>
              </a:rPr>
              <a:t>47% upcoming</a:t>
            </a:r>
          </a:p>
        </p:txBody>
      </p:sp>
      <p:sp>
        <p:nvSpPr>
          <p:cNvPr id="117" name="TextBox 116">
            <a:extLst>
              <a:ext uri="{FF2B5EF4-FFF2-40B4-BE49-F238E27FC236}">
                <a16:creationId xmlns:a16="http://schemas.microsoft.com/office/drawing/2014/main" id="{323A9F63-B641-F4CE-98BE-1E914F4A6334}"/>
              </a:ext>
            </a:extLst>
          </p:cNvPr>
          <p:cNvSpPr txBox="1"/>
          <p:nvPr/>
        </p:nvSpPr>
        <p:spPr>
          <a:xfrm>
            <a:off x="3346704" y="4739710"/>
            <a:ext cx="2560320" cy="15388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Large Carriers </a:t>
            </a:r>
          </a:p>
        </p:txBody>
      </p:sp>
      <p:sp>
        <p:nvSpPr>
          <p:cNvPr id="121" name="Rounded Rectangle 51">
            <a:extLst>
              <a:ext uri="{FF2B5EF4-FFF2-40B4-BE49-F238E27FC236}">
                <a16:creationId xmlns:a16="http://schemas.microsoft.com/office/drawing/2014/main" id="{04362CDF-C0AD-33B9-343C-8D206875C852}"/>
              </a:ext>
            </a:extLst>
          </p:cNvPr>
          <p:cNvSpPr/>
          <p:nvPr/>
        </p:nvSpPr>
        <p:spPr>
          <a:xfrm>
            <a:off x="3346704" y="4950022"/>
            <a:ext cx="1766620" cy="164592"/>
          </a:xfrm>
          <a:prstGeom prst="roundRect">
            <a:avLst>
              <a:gd name="adj" fmla="val 3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25" name="Rounded Rectangle 52">
            <a:extLst>
              <a:ext uri="{FF2B5EF4-FFF2-40B4-BE49-F238E27FC236}">
                <a16:creationId xmlns:a16="http://schemas.microsoft.com/office/drawing/2014/main" id="{A776D1DA-4845-89B3-F1F1-CD0034CBA9AA}"/>
              </a:ext>
            </a:extLst>
          </p:cNvPr>
          <p:cNvSpPr/>
          <p:nvPr/>
        </p:nvSpPr>
        <p:spPr>
          <a:xfrm>
            <a:off x="5113324" y="4950022"/>
            <a:ext cx="757123" cy="164592"/>
          </a:xfrm>
          <a:prstGeom prst="roundRect">
            <a:avLst>
              <a:gd name="adj" fmla="val 3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1" name="TextBox 130">
            <a:extLst>
              <a:ext uri="{FF2B5EF4-FFF2-40B4-BE49-F238E27FC236}">
                <a16:creationId xmlns:a16="http://schemas.microsoft.com/office/drawing/2014/main" id="{8F286847-A7A6-9A4E-EB6F-CAF24535E962}"/>
              </a:ext>
            </a:extLst>
          </p:cNvPr>
          <p:cNvSpPr txBox="1"/>
          <p:nvPr/>
        </p:nvSpPr>
        <p:spPr>
          <a:xfrm>
            <a:off x="3346704" y="5132902"/>
            <a:ext cx="2560320" cy="138499"/>
          </a:xfrm>
          <a:prstGeom prst="rect">
            <a:avLst/>
          </a:prstGeom>
          <a:noFill/>
        </p:spPr>
        <p:txBody>
          <a:bodyPr wrap="square" lIns="0" tIns="0" rIns="0" bIns="0" anchor="t">
            <a:spAutoFit/>
          </a:bodyPr>
          <a:lstStyle/>
          <a:p>
            <a:pPr lvl="0" defTabSz="457200">
              <a:buClrTx/>
              <a:defRPr/>
            </a:pPr>
            <a:r>
              <a:rPr kumimoji="0" lang="en-US" sz="900" b="1"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70% remediating</a:t>
            </a:r>
            <a:r>
              <a:rPr kumimoji="0" lang="en-US" sz="900" b="0"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 </a:t>
            </a:r>
            <a:r>
              <a:rPr lang="en-CA" sz="900" b="1" kern="1200">
                <a:solidFill>
                  <a:schemeClr val="tx1">
                    <a:lumMod val="75000"/>
                    <a:lumOff val="25000"/>
                  </a:schemeClr>
                </a:solidFill>
                <a:latin typeface="Segoe UI" panose="020B0502040204020203" pitchFamily="34" charset="0"/>
                <a:cs typeface="Segoe UI" panose="020B0502040204020203" pitchFamily="34" charset="0"/>
              </a:rPr>
              <a:t>·</a:t>
            </a:r>
            <a:r>
              <a:rPr kumimoji="0" sz="9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r>
              <a:rPr kumimoji="0" sz="900" b="1" i="0" u="none" strike="noStrike" kern="1200" cap="none" spc="0" normalizeH="0" baseline="0" noProof="0">
                <a:ln>
                  <a:noFill/>
                </a:ln>
                <a:solidFill>
                  <a:srgbClr val="6FBF5A"/>
                </a:solidFill>
                <a:effectLst/>
                <a:uLnTx/>
                <a:uFillTx/>
                <a:latin typeface="Segoe UI" panose="020B0502040204020203" pitchFamily="34" charset="0"/>
                <a:ea typeface="+mn-ea"/>
                <a:cs typeface="Segoe UI" panose="020B0502040204020203" pitchFamily="34" charset="0"/>
                <a:sym typeface="Arial"/>
              </a:rPr>
              <a:t>30% upcoming</a:t>
            </a:r>
          </a:p>
        </p:txBody>
      </p:sp>
      <p:sp>
        <p:nvSpPr>
          <p:cNvPr id="135" name="TextBox 134">
            <a:extLst>
              <a:ext uri="{FF2B5EF4-FFF2-40B4-BE49-F238E27FC236}">
                <a16:creationId xmlns:a16="http://schemas.microsoft.com/office/drawing/2014/main" id="{4826E89B-63FF-4E0E-9F93-5D66FB6641BF}"/>
              </a:ext>
            </a:extLst>
          </p:cNvPr>
          <p:cNvSpPr txBox="1"/>
          <p:nvPr/>
        </p:nvSpPr>
        <p:spPr>
          <a:xfrm>
            <a:off x="3346704" y="5465962"/>
            <a:ext cx="256032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70% of Large Insurance Carriers prioritize remediation, compared to 33% of Top 50 Global Insurance Carriers.</a:t>
            </a:r>
            <a:endParaRPr kumimoji="0" sz="9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endParaRPr>
          </a:p>
        </p:txBody>
      </p:sp>
      <p:grpSp>
        <p:nvGrpSpPr>
          <p:cNvPr id="85" name="Group 84">
            <a:extLst>
              <a:ext uri="{FF2B5EF4-FFF2-40B4-BE49-F238E27FC236}">
                <a16:creationId xmlns:a16="http://schemas.microsoft.com/office/drawing/2014/main" id="{A75582F6-C48A-4AA8-1067-6CCC55B28FED}"/>
              </a:ext>
            </a:extLst>
          </p:cNvPr>
          <p:cNvGrpSpPr/>
          <p:nvPr/>
        </p:nvGrpSpPr>
        <p:grpSpPr>
          <a:xfrm>
            <a:off x="249638" y="464705"/>
            <a:ext cx="11521440" cy="585793"/>
            <a:chOff x="249638" y="464705"/>
            <a:chExt cx="11521440" cy="585793"/>
          </a:xfrm>
        </p:grpSpPr>
        <p:sp>
          <p:nvSpPr>
            <p:cNvPr id="86" name="Text 22">
              <a:extLst>
                <a:ext uri="{FF2B5EF4-FFF2-40B4-BE49-F238E27FC236}">
                  <a16:creationId xmlns:a16="http://schemas.microsoft.com/office/drawing/2014/main" id="{177870FA-3ACD-7332-78B6-4C372F72BFF1}"/>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80" normalizeH="0" baseline="0" noProof="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WHERE INVESTMENT IS GOING</a:t>
              </a:r>
            </a:p>
          </p:txBody>
        </p:sp>
        <p:sp>
          <p:nvSpPr>
            <p:cNvPr id="88" name="TextBox 87">
              <a:extLst>
                <a:ext uri="{FF2B5EF4-FFF2-40B4-BE49-F238E27FC236}">
                  <a16:creationId xmlns:a16="http://schemas.microsoft.com/office/drawing/2014/main" id="{DEBB915B-81C9-357E-9A6C-D4461E320A87}"/>
                </a:ext>
              </a:extLst>
            </p:cNvPr>
            <p:cNvSpPr txBox="1"/>
            <p:nvPr/>
          </p:nvSpPr>
          <p:spPr>
            <a:xfrm>
              <a:off x="249638" y="711944"/>
              <a:ext cx="11521440" cy="338554"/>
            </a:xfrm>
            <a:prstGeom prst="rect">
              <a:avLst/>
            </a:prstGeom>
            <a:noFill/>
          </p:spPr>
          <p:txBody>
            <a:bodyPr wrap="square" lIns="0" tIns="0" rIns="0" bIns="0" anchor="t">
              <a:spAutoFit/>
            </a:bodyPr>
            <a:lstStyle/>
            <a:p>
              <a:pPr lvl="0" defTabSz="457200">
                <a:buClrTx/>
                <a:defRPr/>
              </a:pPr>
              <a:r>
                <a:rPr lang="en-US" sz="2200" b="1" kern="1200">
                  <a:solidFill>
                    <a:srgbClr val="111111"/>
                  </a:solidFill>
                  <a:latin typeface="Segoe UI" panose="020B0502040204020203" pitchFamily="34" charset="0"/>
                  <a:cs typeface="Segoe UI" panose="020B0502040204020203" pitchFamily="34" charset="0"/>
                </a:rPr>
                <a:t>Fraud programs prioritize today's compliance gaps over tomorrow's regulation</a:t>
              </a:r>
            </a:p>
          </p:txBody>
        </p:sp>
      </p:grpSp>
      <p:sp>
        <p:nvSpPr>
          <p:cNvPr id="90" name="TextBox 89">
            <a:extLst>
              <a:ext uri="{FF2B5EF4-FFF2-40B4-BE49-F238E27FC236}">
                <a16:creationId xmlns:a16="http://schemas.microsoft.com/office/drawing/2014/main" id="{70A5B6AA-FFFF-C955-3358-27406A79E032}"/>
              </a:ext>
            </a:extLst>
          </p:cNvPr>
          <p:cNvSpPr txBox="1"/>
          <p:nvPr/>
        </p:nvSpPr>
        <p:spPr>
          <a:xfrm>
            <a:off x="320040" y="1155192"/>
            <a:ext cx="11521440" cy="430887"/>
          </a:xfrm>
          <a:prstGeom prst="rect">
            <a:avLst/>
          </a:prstGeom>
          <a:noFill/>
        </p:spPr>
        <p:txBody>
          <a:bodyPr wrap="square" lIns="0" tIns="0" rIns="0" bIns="0" anchor="t">
            <a:spAutoFit/>
          </a:bodyPr>
          <a:lstStyle/>
          <a:p>
            <a:pPr defTabSz="457200">
              <a:buClrTx/>
              <a:defRPr/>
            </a:pPr>
            <a:r>
              <a:rPr lang="en-US" kern="1200">
                <a:solidFill>
                  <a:srgbClr val="404040"/>
                </a:solidFill>
                <a:latin typeface="Segoe UI" panose="020B0502040204020203" pitchFamily="34" charset="0"/>
                <a:cs typeface="Segoe UI" panose="020B0502040204020203" pitchFamily="34" charset="0"/>
              </a:rPr>
              <a:t>Regulation remains a powerful driver of fraud spending: Nearly half (</a:t>
            </a:r>
            <a:r>
              <a:rPr lang="en-US" b="1" kern="1200">
                <a:solidFill>
                  <a:srgbClr val="404040"/>
                </a:solidFill>
                <a:latin typeface="Segoe UI" panose="020B0502040204020203" pitchFamily="34" charset="0"/>
                <a:cs typeface="Segoe UI" panose="020B0502040204020203" pitchFamily="34" charset="0"/>
              </a:rPr>
              <a:t>48%</a:t>
            </a:r>
            <a:r>
              <a:rPr lang="en-US" kern="1200">
                <a:solidFill>
                  <a:srgbClr val="404040"/>
                </a:solidFill>
                <a:latin typeface="Segoe UI" panose="020B0502040204020203" pitchFamily="34" charset="0"/>
                <a:cs typeface="Segoe UI" panose="020B0502040204020203" pitchFamily="34" charset="0"/>
              </a:rPr>
              <a:t>) are investing mainly to remediate existing compliance and control gaps, compared with </a:t>
            </a:r>
            <a:r>
              <a:rPr lang="en-US" b="1" kern="1200">
                <a:solidFill>
                  <a:srgbClr val="404040"/>
                </a:solidFill>
                <a:latin typeface="Segoe UI" panose="020B0502040204020203" pitchFamily="34" charset="0"/>
                <a:cs typeface="Segoe UI" panose="020B0502040204020203" pitchFamily="34" charset="0"/>
              </a:rPr>
              <a:t>39%</a:t>
            </a:r>
            <a:r>
              <a:rPr lang="en-US" kern="1200">
                <a:solidFill>
                  <a:srgbClr val="404040"/>
                </a:solidFill>
                <a:latin typeface="Segoe UI" panose="020B0502040204020203" pitchFamily="34" charset="0"/>
                <a:cs typeface="Segoe UI" panose="020B0502040204020203" pitchFamily="34" charset="0"/>
              </a:rPr>
              <a:t> investing ahead of upcoming and draft regulations. How organizations split depends heavily on their size and jurisdiction.</a:t>
            </a:r>
          </a:p>
        </p:txBody>
      </p:sp>
      <p:sp>
        <p:nvSpPr>
          <p:cNvPr id="7" name="Rectangle 6">
            <a:extLst>
              <a:ext uri="{FF2B5EF4-FFF2-40B4-BE49-F238E27FC236}">
                <a16:creationId xmlns:a16="http://schemas.microsoft.com/office/drawing/2014/main" id="{C9BC499B-EF51-8195-3EF5-13B813501B4D}"/>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lvl="0" algn="just">
              <a:buClrTx/>
              <a:defRPr/>
            </a:pPr>
            <a:r>
              <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rPr>
              <a:t>For detailed data please refer to </a:t>
            </a:r>
            <a:r>
              <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hlinkClick r:id="rId8" action="ppaction://hlinksldjump"/>
              </a:rPr>
              <a:t>Appendix</a:t>
            </a:r>
            <a:r>
              <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hlinkClick r:id="" action="ppaction://noaction"/>
              </a:rPr>
              <a:t> </a:t>
            </a:r>
            <a:endPar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endParaRPr>
          </a:p>
        </p:txBody>
      </p:sp>
      <p:sp>
        <p:nvSpPr>
          <p:cNvPr id="84" name="TextBox 83">
            <a:extLst>
              <a:ext uri="{FF2B5EF4-FFF2-40B4-BE49-F238E27FC236}">
                <a16:creationId xmlns:a16="http://schemas.microsoft.com/office/drawing/2014/main" id="{6CD6A1FD-D2B5-936A-55E1-990105715E81}"/>
              </a:ext>
            </a:extLst>
          </p:cNvPr>
          <p:cNvSpPr txBox="1"/>
          <p:nvPr/>
        </p:nvSpPr>
        <p:spPr>
          <a:xfrm>
            <a:off x="6237732" y="2985223"/>
            <a:ext cx="5669280" cy="230832"/>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sym typeface="Arial"/>
              </a:rPr>
              <a:t>REGIONAL DIFFERENCES IN INVESTMENT FOCUS</a:t>
            </a:r>
            <a:endParaRPr kumimoji="0" lang="en-CA" sz="15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sym typeface="Arial"/>
            </a:endParaRPr>
          </a:p>
        </p:txBody>
      </p:sp>
      <p:sp>
        <p:nvSpPr>
          <p:cNvPr id="89" name="Rounded Rectangle 56">
            <a:extLst>
              <a:ext uri="{FF2B5EF4-FFF2-40B4-BE49-F238E27FC236}">
                <a16:creationId xmlns:a16="http://schemas.microsoft.com/office/drawing/2014/main" id="{AC4A3BE3-4C47-2874-3D26-5142108F623B}"/>
              </a:ext>
            </a:extLst>
          </p:cNvPr>
          <p:cNvSpPr/>
          <p:nvPr/>
        </p:nvSpPr>
        <p:spPr>
          <a:xfrm>
            <a:off x="8732520" y="3332769"/>
            <a:ext cx="118872" cy="118872"/>
          </a:xfrm>
          <a:prstGeom prst="roundRect">
            <a:avLst>
              <a:gd name="adj" fmla="val 5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92" name="TextBox 91">
            <a:extLst>
              <a:ext uri="{FF2B5EF4-FFF2-40B4-BE49-F238E27FC236}">
                <a16:creationId xmlns:a16="http://schemas.microsoft.com/office/drawing/2014/main" id="{43BB945E-BB9B-C29D-06F8-0BC0735D8B66}"/>
              </a:ext>
            </a:extLst>
          </p:cNvPr>
          <p:cNvSpPr txBox="1"/>
          <p:nvPr/>
        </p:nvSpPr>
        <p:spPr>
          <a:xfrm>
            <a:off x="8897112" y="3318383"/>
            <a:ext cx="1024128"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Remediation-led</a:t>
            </a:r>
          </a:p>
        </p:txBody>
      </p:sp>
      <p:sp>
        <p:nvSpPr>
          <p:cNvPr id="93" name="Rounded Rectangle 58">
            <a:extLst>
              <a:ext uri="{FF2B5EF4-FFF2-40B4-BE49-F238E27FC236}">
                <a16:creationId xmlns:a16="http://schemas.microsoft.com/office/drawing/2014/main" id="{85166313-735B-01F3-B204-54E7FFC5F79B}"/>
              </a:ext>
            </a:extLst>
          </p:cNvPr>
          <p:cNvSpPr/>
          <p:nvPr/>
        </p:nvSpPr>
        <p:spPr>
          <a:xfrm>
            <a:off x="9921240" y="3332769"/>
            <a:ext cx="118872" cy="118872"/>
          </a:xfrm>
          <a:prstGeom prst="roundRect">
            <a:avLst>
              <a:gd name="adj" fmla="val 5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95" name="TextBox 94">
            <a:extLst>
              <a:ext uri="{FF2B5EF4-FFF2-40B4-BE49-F238E27FC236}">
                <a16:creationId xmlns:a16="http://schemas.microsoft.com/office/drawing/2014/main" id="{EDB698EB-2EF4-5D7C-F768-52A8B83D5758}"/>
              </a:ext>
            </a:extLst>
          </p:cNvPr>
          <p:cNvSpPr txBox="1"/>
          <p:nvPr/>
        </p:nvSpPr>
        <p:spPr>
          <a:xfrm>
            <a:off x="10085832" y="3318383"/>
            <a:ext cx="1024128"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Forward-looking</a:t>
            </a:r>
          </a:p>
        </p:txBody>
      </p:sp>
      <p:sp>
        <p:nvSpPr>
          <p:cNvPr id="96" name="Rounded Rectangle 60">
            <a:extLst>
              <a:ext uri="{FF2B5EF4-FFF2-40B4-BE49-F238E27FC236}">
                <a16:creationId xmlns:a16="http://schemas.microsoft.com/office/drawing/2014/main" id="{E14C3506-87D4-B5EE-43B6-60396B5FF6F8}"/>
              </a:ext>
            </a:extLst>
          </p:cNvPr>
          <p:cNvSpPr/>
          <p:nvPr/>
        </p:nvSpPr>
        <p:spPr>
          <a:xfrm>
            <a:off x="11109960" y="3332769"/>
            <a:ext cx="118872" cy="118872"/>
          </a:xfrm>
          <a:prstGeom prst="roundRect">
            <a:avLst>
              <a:gd name="adj" fmla="val 50000"/>
            </a:avLst>
          </a:prstGeom>
          <a:solidFill>
            <a:srgbClr val="558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98" name="TextBox 97">
            <a:extLst>
              <a:ext uri="{FF2B5EF4-FFF2-40B4-BE49-F238E27FC236}">
                <a16:creationId xmlns:a16="http://schemas.microsoft.com/office/drawing/2014/main" id="{1A2DEFFF-9967-2933-A3F7-4CA44B3497AB}"/>
              </a:ext>
            </a:extLst>
          </p:cNvPr>
          <p:cNvSpPr txBox="1"/>
          <p:nvPr/>
        </p:nvSpPr>
        <p:spPr>
          <a:xfrm>
            <a:off x="11274552" y="3318383"/>
            <a:ext cx="777240"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Evenly split</a:t>
            </a:r>
          </a:p>
        </p:txBody>
      </p:sp>
      <p:grpSp>
        <p:nvGrpSpPr>
          <p:cNvPr id="6" name="Group 5">
            <a:extLst>
              <a:ext uri="{FF2B5EF4-FFF2-40B4-BE49-F238E27FC236}">
                <a16:creationId xmlns:a16="http://schemas.microsoft.com/office/drawing/2014/main" id="{489A8503-4A5F-ABE9-C905-A06EAC26081F}"/>
              </a:ext>
            </a:extLst>
          </p:cNvPr>
          <p:cNvGrpSpPr/>
          <p:nvPr/>
        </p:nvGrpSpPr>
        <p:grpSpPr>
          <a:xfrm>
            <a:off x="6199632" y="3633978"/>
            <a:ext cx="5669280" cy="2468880"/>
            <a:chOff x="6199632" y="3310128"/>
            <a:chExt cx="5669280" cy="2468880"/>
          </a:xfrm>
        </p:grpSpPr>
        <p:pic>
          <p:nvPicPr>
            <p:cNvPr id="8" name="Picture 7" descr="worldmap.png">
              <a:extLst>
                <a:ext uri="{FF2B5EF4-FFF2-40B4-BE49-F238E27FC236}">
                  <a16:creationId xmlns:a16="http://schemas.microsoft.com/office/drawing/2014/main" id="{3F6AB0FF-372D-130F-EF1F-B259D07B289C}"/>
                </a:ext>
              </a:extLst>
            </p:cNvPr>
            <p:cNvPicPr>
              <a:picLocks noChangeAspect="1"/>
            </p:cNvPicPr>
            <p:nvPr/>
          </p:nvPicPr>
          <p:blipFill>
            <a:blip r:embed="rId9"/>
            <a:stretch>
              <a:fillRect/>
            </a:stretch>
          </p:blipFill>
          <p:spPr>
            <a:xfrm>
              <a:off x="6199632" y="3520440"/>
              <a:ext cx="5669280" cy="2258568"/>
            </a:xfrm>
            <a:prstGeom prst="rect">
              <a:avLst/>
            </a:prstGeom>
          </p:spPr>
        </p:pic>
        <p:sp>
          <p:nvSpPr>
            <p:cNvPr id="9" name="Rounded Rectangle 63">
              <a:extLst>
                <a:ext uri="{FF2B5EF4-FFF2-40B4-BE49-F238E27FC236}">
                  <a16:creationId xmlns:a16="http://schemas.microsoft.com/office/drawing/2014/main" id="{698A6161-B804-FBE6-E2C1-6795A551DE20}"/>
                </a:ext>
              </a:extLst>
            </p:cNvPr>
            <p:cNvSpPr/>
            <p:nvPr/>
          </p:nvSpPr>
          <p:spPr>
            <a:xfrm>
              <a:off x="7377176" y="3784600"/>
              <a:ext cx="164592" cy="164592"/>
            </a:xfrm>
            <a:prstGeom prst="roundRect">
              <a:avLst>
                <a:gd name="adj" fmla="val 50000"/>
              </a:avLst>
            </a:prstGeom>
            <a:solidFill>
              <a:srgbClr val="FFFFFF"/>
            </a:solidFill>
            <a:ln w="31750">
              <a:solidFill>
                <a:srgbClr val="CC3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0" name="Rounded Rectangle 64">
              <a:extLst>
                <a:ext uri="{FF2B5EF4-FFF2-40B4-BE49-F238E27FC236}">
                  <a16:creationId xmlns:a16="http://schemas.microsoft.com/office/drawing/2014/main" id="{FA459F99-96C8-23A1-4AFE-225825EC87A2}"/>
                </a:ext>
              </a:extLst>
            </p:cNvPr>
            <p:cNvSpPr/>
            <p:nvPr/>
          </p:nvSpPr>
          <p:spPr>
            <a:xfrm>
              <a:off x="7427468" y="3834892"/>
              <a:ext cx="64008" cy="64008"/>
            </a:xfrm>
            <a:prstGeom prst="roundRect">
              <a:avLst>
                <a:gd name="adj" fmla="val 5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1" name="Rounded Rectangle 65">
              <a:extLst>
                <a:ext uri="{FF2B5EF4-FFF2-40B4-BE49-F238E27FC236}">
                  <a16:creationId xmlns:a16="http://schemas.microsoft.com/office/drawing/2014/main" id="{60D6BD85-08A2-F70F-D89A-5416527E8EBC}"/>
                </a:ext>
              </a:extLst>
            </p:cNvPr>
            <p:cNvSpPr/>
            <p:nvPr/>
          </p:nvSpPr>
          <p:spPr>
            <a:xfrm>
              <a:off x="7408672" y="4083812"/>
              <a:ext cx="164592" cy="164592"/>
            </a:xfrm>
            <a:prstGeom prst="roundRect">
              <a:avLst>
                <a:gd name="adj" fmla="val 50000"/>
              </a:avLst>
            </a:prstGeom>
            <a:solidFill>
              <a:srgbClr val="FFFFFF"/>
            </a:solidFill>
            <a:ln w="31750">
              <a:solidFill>
                <a:srgbClr val="558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2" name="Rounded Rectangle 66">
              <a:extLst>
                <a:ext uri="{FF2B5EF4-FFF2-40B4-BE49-F238E27FC236}">
                  <a16:creationId xmlns:a16="http://schemas.microsoft.com/office/drawing/2014/main" id="{191E37E3-FAFD-AEFE-233B-D219EA43AAE0}"/>
                </a:ext>
              </a:extLst>
            </p:cNvPr>
            <p:cNvSpPr/>
            <p:nvPr/>
          </p:nvSpPr>
          <p:spPr>
            <a:xfrm>
              <a:off x="7458964" y="4134104"/>
              <a:ext cx="64008" cy="64008"/>
            </a:xfrm>
            <a:prstGeom prst="roundRect">
              <a:avLst>
                <a:gd name="adj" fmla="val 50000"/>
              </a:avLst>
            </a:prstGeom>
            <a:solidFill>
              <a:srgbClr val="558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 name="Rounded Rectangle 67">
              <a:extLst>
                <a:ext uri="{FF2B5EF4-FFF2-40B4-BE49-F238E27FC236}">
                  <a16:creationId xmlns:a16="http://schemas.microsoft.com/office/drawing/2014/main" id="{452A1A68-CC5B-B5F9-329F-B5B7C6C62F11}"/>
                </a:ext>
              </a:extLst>
            </p:cNvPr>
            <p:cNvSpPr/>
            <p:nvPr/>
          </p:nvSpPr>
          <p:spPr>
            <a:xfrm>
              <a:off x="9077960" y="3910584"/>
              <a:ext cx="164592" cy="164592"/>
            </a:xfrm>
            <a:prstGeom prst="roundRect">
              <a:avLst>
                <a:gd name="adj" fmla="val 50000"/>
              </a:avLst>
            </a:prstGeom>
            <a:solidFill>
              <a:srgbClr val="FFFFFF"/>
            </a:solidFill>
            <a:ln w="31750">
              <a:solidFill>
                <a:srgbClr val="6FBF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4" name="Rounded Rectangle 68">
              <a:extLst>
                <a:ext uri="{FF2B5EF4-FFF2-40B4-BE49-F238E27FC236}">
                  <a16:creationId xmlns:a16="http://schemas.microsoft.com/office/drawing/2014/main" id="{F3FB1470-D6D6-19CE-D454-5EF2BBDAB7A9}"/>
                </a:ext>
              </a:extLst>
            </p:cNvPr>
            <p:cNvSpPr/>
            <p:nvPr/>
          </p:nvSpPr>
          <p:spPr>
            <a:xfrm>
              <a:off x="9128252" y="3960876"/>
              <a:ext cx="64008" cy="64008"/>
            </a:xfrm>
            <a:prstGeom prst="roundRect">
              <a:avLst>
                <a:gd name="adj" fmla="val 5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6" name="Rounded Rectangle 69">
              <a:extLst>
                <a:ext uri="{FF2B5EF4-FFF2-40B4-BE49-F238E27FC236}">
                  <a16:creationId xmlns:a16="http://schemas.microsoft.com/office/drawing/2014/main" id="{C3C820CA-1482-3A63-067C-47816B1CFC83}"/>
                </a:ext>
              </a:extLst>
            </p:cNvPr>
            <p:cNvSpPr/>
            <p:nvPr/>
          </p:nvSpPr>
          <p:spPr>
            <a:xfrm>
              <a:off x="10586618" y="4676724"/>
              <a:ext cx="164592" cy="164592"/>
            </a:xfrm>
            <a:prstGeom prst="roundRect">
              <a:avLst>
                <a:gd name="adj" fmla="val 50000"/>
              </a:avLst>
            </a:prstGeom>
            <a:solidFill>
              <a:srgbClr val="FFFFFF"/>
            </a:solidFill>
            <a:ln w="31750">
              <a:solidFill>
                <a:srgbClr val="6FBF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7" name="Rounded Rectangle 70">
              <a:extLst>
                <a:ext uri="{FF2B5EF4-FFF2-40B4-BE49-F238E27FC236}">
                  <a16:creationId xmlns:a16="http://schemas.microsoft.com/office/drawing/2014/main" id="{2593220F-5A66-63DF-E2D9-7B4864F9925C}"/>
                </a:ext>
              </a:extLst>
            </p:cNvPr>
            <p:cNvSpPr/>
            <p:nvPr/>
          </p:nvSpPr>
          <p:spPr>
            <a:xfrm>
              <a:off x="10636910" y="4727016"/>
              <a:ext cx="64008" cy="64008"/>
            </a:xfrm>
            <a:prstGeom prst="roundRect">
              <a:avLst>
                <a:gd name="adj" fmla="val 5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8" name="Rounded Rectangle 71">
              <a:extLst>
                <a:ext uri="{FF2B5EF4-FFF2-40B4-BE49-F238E27FC236}">
                  <a16:creationId xmlns:a16="http://schemas.microsoft.com/office/drawing/2014/main" id="{61A4BA24-A62C-B802-E904-F8D3D85BCF7D}"/>
                </a:ext>
              </a:extLst>
            </p:cNvPr>
            <p:cNvSpPr/>
            <p:nvPr/>
          </p:nvSpPr>
          <p:spPr>
            <a:xfrm>
              <a:off x="11062208" y="5091684"/>
              <a:ext cx="164592" cy="164592"/>
            </a:xfrm>
            <a:prstGeom prst="roundRect">
              <a:avLst>
                <a:gd name="adj" fmla="val 50000"/>
              </a:avLst>
            </a:prstGeom>
            <a:solidFill>
              <a:srgbClr val="FFFFFF"/>
            </a:solidFill>
            <a:ln w="31750">
              <a:solidFill>
                <a:srgbClr val="CC3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20" name="Rounded Rectangle 72">
              <a:extLst>
                <a:ext uri="{FF2B5EF4-FFF2-40B4-BE49-F238E27FC236}">
                  <a16:creationId xmlns:a16="http://schemas.microsoft.com/office/drawing/2014/main" id="{18C16071-A505-4BE3-D881-0C82D387E16D}"/>
                </a:ext>
              </a:extLst>
            </p:cNvPr>
            <p:cNvSpPr/>
            <p:nvPr/>
          </p:nvSpPr>
          <p:spPr>
            <a:xfrm>
              <a:off x="11112500" y="5141976"/>
              <a:ext cx="64008" cy="64008"/>
            </a:xfrm>
            <a:prstGeom prst="roundRect">
              <a:avLst>
                <a:gd name="adj" fmla="val 5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cxnSp>
          <p:nvCxnSpPr>
            <p:cNvPr id="22" name="Connector 73">
              <a:extLst>
                <a:ext uri="{FF2B5EF4-FFF2-40B4-BE49-F238E27FC236}">
                  <a16:creationId xmlns:a16="http://schemas.microsoft.com/office/drawing/2014/main" id="{1BD7B43D-ECB5-C2AD-D30F-507D61505B76}"/>
                </a:ext>
              </a:extLst>
            </p:cNvPr>
            <p:cNvCxnSpPr/>
            <p:nvPr/>
          </p:nvCxnSpPr>
          <p:spPr>
            <a:xfrm>
              <a:off x="7459472" y="3767328"/>
              <a:ext cx="0" cy="99568"/>
            </a:xfrm>
            <a:prstGeom prst="line">
              <a:avLst/>
            </a:prstGeom>
            <a:ln w="15875">
              <a:solidFill>
                <a:srgbClr val="CC3300"/>
              </a:solidFill>
            </a:ln>
          </p:spPr>
          <p:style>
            <a:lnRef idx="2">
              <a:schemeClr val="accent1"/>
            </a:lnRef>
            <a:fillRef idx="0">
              <a:schemeClr val="accent1"/>
            </a:fillRef>
            <a:effectRef idx="1">
              <a:schemeClr val="accent1"/>
            </a:effectRef>
            <a:fontRef idx="minor">
              <a:schemeClr val="tx1"/>
            </a:fontRef>
          </p:style>
        </p:cxnSp>
        <p:sp>
          <p:nvSpPr>
            <p:cNvPr id="24" name="Rounded Rectangle 74">
              <a:extLst>
                <a:ext uri="{FF2B5EF4-FFF2-40B4-BE49-F238E27FC236}">
                  <a16:creationId xmlns:a16="http://schemas.microsoft.com/office/drawing/2014/main" id="{CA69ECB6-9C9E-186E-115E-82E2C88C9903}"/>
                </a:ext>
              </a:extLst>
            </p:cNvPr>
            <p:cNvSpPr/>
            <p:nvPr/>
          </p:nvSpPr>
          <p:spPr>
            <a:xfrm>
              <a:off x="6263640" y="3346704"/>
              <a:ext cx="1371600" cy="420624"/>
            </a:xfrm>
            <a:prstGeom prst="roundRect">
              <a:avLst>
                <a:gd name="adj" fmla="val 12000"/>
              </a:avLst>
            </a:prstGeom>
            <a:solidFill>
              <a:srgbClr val="FFFFFF"/>
            </a:solidFill>
            <a:ln w="15875">
              <a:solidFill>
                <a:srgbClr val="CC3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6" name="Picture 25" descr="ca.png">
              <a:extLst>
                <a:ext uri="{FF2B5EF4-FFF2-40B4-BE49-F238E27FC236}">
                  <a16:creationId xmlns:a16="http://schemas.microsoft.com/office/drawing/2014/main" id="{C3F2B6D4-6F61-02CB-88D7-95E86DAE0B62}"/>
                </a:ext>
              </a:extLst>
            </p:cNvPr>
            <p:cNvPicPr>
              <a:picLocks noChangeAspect="1"/>
            </p:cNvPicPr>
            <p:nvPr/>
          </p:nvPicPr>
          <p:blipFill>
            <a:blip r:embed="rId10"/>
            <a:stretch>
              <a:fillRect/>
            </a:stretch>
          </p:blipFill>
          <p:spPr>
            <a:xfrm>
              <a:off x="6336792" y="3410712"/>
              <a:ext cx="233172" cy="155448"/>
            </a:xfrm>
            <a:prstGeom prst="roundRect">
              <a:avLst/>
            </a:prstGeom>
            <a:ln w="6350">
              <a:solidFill>
                <a:srgbClr val="D0D0CE"/>
              </a:solidFill>
            </a:ln>
          </p:spPr>
        </p:pic>
        <p:sp>
          <p:nvSpPr>
            <p:cNvPr id="28" name="TextBox 27">
              <a:extLst>
                <a:ext uri="{FF2B5EF4-FFF2-40B4-BE49-F238E27FC236}">
                  <a16:creationId xmlns:a16="http://schemas.microsoft.com/office/drawing/2014/main" id="{5B226606-F6A5-66BE-67C2-37C17BAEFC83}"/>
                </a:ext>
              </a:extLst>
            </p:cNvPr>
            <p:cNvSpPr txBox="1"/>
            <p:nvPr/>
          </p:nvSpPr>
          <p:spPr>
            <a:xfrm>
              <a:off x="6624827" y="3406920"/>
              <a:ext cx="982980" cy="153888"/>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Canad</a:t>
              </a:r>
              <a:r>
                <a:rPr kumimoji="0" lang="en-US"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a</a:t>
              </a:r>
              <a:endParaRPr kumimoji="0" sz="10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endParaRPr>
            </a:p>
          </p:txBody>
        </p:sp>
        <p:sp>
          <p:nvSpPr>
            <p:cNvPr id="29" name="TextBox 28">
              <a:extLst>
                <a:ext uri="{FF2B5EF4-FFF2-40B4-BE49-F238E27FC236}">
                  <a16:creationId xmlns:a16="http://schemas.microsoft.com/office/drawing/2014/main" id="{89A66D82-EE71-4EB8-27D1-E627CC69882D}"/>
                </a:ext>
              </a:extLst>
            </p:cNvPr>
            <p:cNvSpPr txBox="1"/>
            <p:nvPr/>
          </p:nvSpPr>
          <p:spPr>
            <a:xfrm>
              <a:off x="6316914" y="3591043"/>
              <a:ext cx="1340330"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63%</a:t>
              </a:r>
              <a:r>
                <a:rPr kumimoji="0" sz="9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  remediating</a:t>
              </a:r>
            </a:p>
          </p:txBody>
        </p:sp>
        <p:cxnSp>
          <p:nvCxnSpPr>
            <p:cNvPr id="30" name="Connector 78">
              <a:extLst>
                <a:ext uri="{FF2B5EF4-FFF2-40B4-BE49-F238E27FC236}">
                  <a16:creationId xmlns:a16="http://schemas.microsoft.com/office/drawing/2014/main" id="{42A59DCF-AF54-A32D-01F3-9F4F0C7DA723}"/>
                </a:ext>
              </a:extLst>
            </p:cNvPr>
            <p:cNvCxnSpPr/>
            <p:nvPr/>
          </p:nvCxnSpPr>
          <p:spPr>
            <a:xfrm flipV="1">
              <a:off x="7490968" y="4166108"/>
              <a:ext cx="0" cy="424180"/>
            </a:xfrm>
            <a:prstGeom prst="line">
              <a:avLst/>
            </a:prstGeom>
            <a:ln w="15875">
              <a:solidFill>
                <a:srgbClr val="558ED5"/>
              </a:solidFill>
            </a:ln>
          </p:spPr>
          <p:style>
            <a:lnRef idx="2">
              <a:schemeClr val="accent1"/>
            </a:lnRef>
            <a:fillRef idx="0">
              <a:schemeClr val="accent1"/>
            </a:fillRef>
            <a:effectRef idx="1">
              <a:schemeClr val="accent1"/>
            </a:effectRef>
            <a:fontRef idx="minor">
              <a:schemeClr val="tx1"/>
            </a:fontRef>
          </p:style>
        </p:cxnSp>
        <p:sp>
          <p:nvSpPr>
            <p:cNvPr id="32" name="Rounded Rectangle 79">
              <a:extLst>
                <a:ext uri="{FF2B5EF4-FFF2-40B4-BE49-F238E27FC236}">
                  <a16:creationId xmlns:a16="http://schemas.microsoft.com/office/drawing/2014/main" id="{0C3DD34A-74B0-D581-30D1-B02F742DE4E4}"/>
                </a:ext>
              </a:extLst>
            </p:cNvPr>
            <p:cNvSpPr/>
            <p:nvPr/>
          </p:nvSpPr>
          <p:spPr>
            <a:xfrm>
              <a:off x="6263640" y="4590288"/>
              <a:ext cx="2001992" cy="420624"/>
            </a:xfrm>
            <a:prstGeom prst="roundRect">
              <a:avLst>
                <a:gd name="adj" fmla="val 12000"/>
              </a:avLst>
            </a:prstGeom>
            <a:solidFill>
              <a:srgbClr val="FFFFFF"/>
            </a:solidFill>
            <a:ln w="15875">
              <a:solidFill>
                <a:srgbClr val="558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34" name="Picture 33" descr="us.png">
              <a:extLst>
                <a:ext uri="{FF2B5EF4-FFF2-40B4-BE49-F238E27FC236}">
                  <a16:creationId xmlns:a16="http://schemas.microsoft.com/office/drawing/2014/main" id="{F934A208-805C-2DD1-69E1-8CBFC3E8B633}"/>
                </a:ext>
              </a:extLst>
            </p:cNvPr>
            <p:cNvPicPr>
              <a:picLocks noChangeAspect="1"/>
            </p:cNvPicPr>
            <p:nvPr/>
          </p:nvPicPr>
          <p:blipFill>
            <a:blip r:embed="rId11"/>
            <a:stretch>
              <a:fillRect/>
            </a:stretch>
          </p:blipFill>
          <p:spPr>
            <a:xfrm>
              <a:off x="6336792" y="4654296"/>
              <a:ext cx="233172" cy="155448"/>
            </a:xfrm>
            <a:prstGeom prst="roundRect">
              <a:avLst/>
            </a:prstGeom>
            <a:ln w="6350">
              <a:solidFill>
                <a:srgbClr val="D0D0CE"/>
              </a:solidFill>
            </a:ln>
          </p:spPr>
        </p:pic>
        <p:sp>
          <p:nvSpPr>
            <p:cNvPr id="36" name="TextBox 35">
              <a:extLst>
                <a:ext uri="{FF2B5EF4-FFF2-40B4-BE49-F238E27FC236}">
                  <a16:creationId xmlns:a16="http://schemas.microsoft.com/office/drawing/2014/main" id="{0AE0CBD9-4EE3-6ADB-A0E0-6A0F5393049A}"/>
                </a:ext>
              </a:extLst>
            </p:cNvPr>
            <p:cNvSpPr txBox="1"/>
            <p:nvPr/>
          </p:nvSpPr>
          <p:spPr>
            <a:xfrm>
              <a:off x="6624827" y="4650503"/>
              <a:ext cx="1485899" cy="153888"/>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United States</a:t>
              </a:r>
              <a:r>
                <a:rPr kumimoji="0" sz="10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p>
          </p:txBody>
        </p:sp>
        <p:sp>
          <p:nvSpPr>
            <p:cNvPr id="38" name="TextBox 37">
              <a:extLst>
                <a:ext uri="{FF2B5EF4-FFF2-40B4-BE49-F238E27FC236}">
                  <a16:creationId xmlns:a16="http://schemas.microsoft.com/office/drawing/2014/main" id="{8CEB5FAD-2C42-62F9-E79F-E7C818DD230D}"/>
                </a:ext>
              </a:extLst>
            </p:cNvPr>
            <p:cNvSpPr txBox="1"/>
            <p:nvPr/>
          </p:nvSpPr>
          <p:spPr>
            <a:xfrm>
              <a:off x="6316914" y="4818234"/>
              <a:ext cx="1874519"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558ED5"/>
                  </a:solidFill>
                  <a:effectLst/>
                  <a:uLnTx/>
                  <a:uFillTx/>
                  <a:latin typeface="Segoe UI" panose="020B0502040204020203" pitchFamily="34" charset="0"/>
                  <a:ea typeface="+mn-ea"/>
                  <a:cs typeface="Segoe UI" panose="020B0502040204020203" pitchFamily="34" charset="0"/>
                  <a:sym typeface="Arial"/>
                </a:rPr>
                <a:t>41% / 43%</a:t>
              </a:r>
              <a:r>
                <a:rPr kumimoji="0" sz="9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  remediating / upcoming</a:t>
              </a:r>
            </a:p>
          </p:txBody>
        </p:sp>
        <p:cxnSp>
          <p:nvCxnSpPr>
            <p:cNvPr id="40" name="Connector 83">
              <a:extLst>
                <a:ext uri="{FF2B5EF4-FFF2-40B4-BE49-F238E27FC236}">
                  <a16:creationId xmlns:a16="http://schemas.microsoft.com/office/drawing/2014/main" id="{D24E1D3A-F544-173A-577D-524753A37128}"/>
                </a:ext>
              </a:extLst>
            </p:cNvPr>
            <p:cNvCxnSpPr/>
            <p:nvPr/>
          </p:nvCxnSpPr>
          <p:spPr>
            <a:xfrm>
              <a:off x="9160256" y="3730752"/>
              <a:ext cx="0" cy="262128"/>
            </a:xfrm>
            <a:prstGeom prst="line">
              <a:avLst/>
            </a:prstGeom>
            <a:ln w="15875">
              <a:solidFill>
                <a:srgbClr val="6FBF5A"/>
              </a:solidFill>
            </a:ln>
          </p:spPr>
          <p:style>
            <a:lnRef idx="2">
              <a:schemeClr val="accent1"/>
            </a:lnRef>
            <a:fillRef idx="0">
              <a:schemeClr val="accent1"/>
            </a:fillRef>
            <a:effectRef idx="1">
              <a:schemeClr val="accent1"/>
            </a:effectRef>
            <a:fontRef idx="minor">
              <a:schemeClr val="tx1"/>
            </a:fontRef>
          </p:style>
        </p:cxnSp>
        <p:sp>
          <p:nvSpPr>
            <p:cNvPr id="41" name="Rounded Rectangle 84">
              <a:extLst>
                <a:ext uri="{FF2B5EF4-FFF2-40B4-BE49-F238E27FC236}">
                  <a16:creationId xmlns:a16="http://schemas.microsoft.com/office/drawing/2014/main" id="{6F35AB97-248F-3089-2394-E6782663A227}"/>
                </a:ext>
              </a:extLst>
            </p:cNvPr>
            <p:cNvSpPr/>
            <p:nvPr/>
          </p:nvSpPr>
          <p:spPr>
            <a:xfrm>
              <a:off x="8412480" y="3310128"/>
              <a:ext cx="1417320" cy="420624"/>
            </a:xfrm>
            <a:prstGeom prst="roundRect">
              <a:avLst>
                <a:gd name="adj" fmla="val 12000"/>
              </a:avLst>
            </a:prstGeom>
            <a:solidFill>
              <a:srgbClr val="FFFFFF"/>
            </a:solidFill>
            <a:ln w="15875">
              <a:solidFill>
                <a:srgbClr val="6FBF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42" name="Picture 41" descr="eu.png">
              <a:extLst>
                <a:ext uri="{FF2B5EF4-FFF2-40B4-BE49-F238E27FC236}">
                  <a16:creationId xmlns:a16="http://schemas.microsoft.com/office/drawing/2014/main" id="{978B87DB-76B1-CDB7-B089-FCD28A04349F}"/>
                </a:ext>
              </a:extLst>
            </p:cNvPr>
            <p:cNvPicPr>
              <a:picLocks noChangeAspect="1"/>
            </p:cNvPicPr>
            <p:nvPr/>
          </p:nvPicPr>
          <p:blipFill>
            <a:blip r:embed="rId12"/>
            <a:stretch>
              <a:fillRect/>
            </a:stretch>
          </p:blipFill>
          <p:spPr>
            <a:xfrm>
              <a:off x="8485632" y="3374136"/>
              <a:ext cx="233172" cy="155448"/>
            </a:xfrm>
            <a:prstGeom prst="roundRect">
              <a:avLst/>
            </a:prstGeom>
            <a:ln w="6350">
              <a:solidFill>
                <a:srgbClr val="D0D0CE"/>
              </a:solidFill>
            </a:ln>
          </p:spPr>
        </p:pic>
        <p:pic>
          <p:nvPicPr>
            <p:cNvPr id="44" name="Picture 43" descr="uk.png">
              <a:extLst>
                <a:ext uri="{FF2B5EF4-FFF2-40B4-BE49-F238E27FC236}">
                  <a16:creationId xmlns:a16="http://schemas.microsoft.com/office/drawing/2014/main" id="{BCD17F46-3D63-3E29-81F1-496BCD46C2B3}"/>
                </a:ext>
              </a:extLst>
            </p:cNvPr>
            <p:cNvPicPr>
              <a:picLocks noChangeAspect="1"/>
            </p:cNvPicPr>
            <p:nvPr/>
          </p:nvPicPr>
          <p:blipFill>
            <a:blip r:embed="rId13"/>
            <a:stretch>
              <a:fillRect/>
            </a:stretch>
          </p:blipFill>
          <p:spPr>
            <a:xfrm>
              <a:off x="8755380" y="3374136"/>
              <a:ext cx="233172" cy="155448"/>
            </a:xfrm>
            <a:prstGeom prst="roundRect">
              <a:avLst/>
            </a:prstGeom>
            <a:ln w="6350">
              <a:solidFill>
                <a:srgbClr val="D0D0CE"/>
              </a:solidFill>
            </a:ln>
          </p:spPr>
        </p:pic>
        <p:sp>
          <p:nvSpPr>
            <p:cNvPr id="46" name="TextBox 45">
              <a:extLst>
                <a:ext uri="{FF2B5EF4-FFF2-40B4-BE49-F238E27FC236}">
                  <a16:creationId xmlns:a16="http://schemas.microsoft.com/office/drawing/2014/main" id="{9093D8AD-24BF-204D-FC6B-2FB5827F3FD9}"/>
                </a:ext>
              </a:extLst>
            </p:cNvPr>
            <p:cNvSpPr txBox="1"/>
            <p:nvPr/>
          </p:nvSpPr>
          <p:spPr>
            <a:xfrm>
              <a:off x="9043415" y="3370344"/>
              <a:ext cx="758952" cy="153888"/>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EU + </a:t>
              </a:r>
              <a:r>
                <a:rPr kumimoji="0" lang="en-US"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UK</a:t>
              </a:r>
              <a:endParaRPr kumimoji="0" sz="10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endParaRPr>
            </a:p>
          </p:txBody>
        </p:sp>
        <p:sp>
          <p:nvSpPr>
            <p:cNvPr id="48" name="TextBox 47">
              <a:extLst>
                <a:ext uri="{FF2B5EF4-FFF2-40B4-BE49-F238E27FC236}">
                  <a16:creationId xmlns:a16="http://schemas.microsoft.com/office/drawing/2014/main" id="{9D704D0C-8B9E-34AB-1166-24D9C0A4BC27}"/>
                </a:ext>
              </a:extLst>
            </p:cNvPr>
            <p:cNvSpPr txBox="1"/>
            <p:nvPr/>
          </p:nvSpPr>
          <p:spPr>
            <a:xfrm>
              <a:off x="8465753" y="3554467"/>
              <a:ext cx="1388893"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6FBF5A"/>
                  </a:solidFill>
                  <a:effectLst/>
                  <a:uLnTx/>
                  <a:uFillTx/>
                  <a:latin typeface="Segoe UI" panose="020B0502040204020203" pitchFamily="34" charset="0"/>
                  <a:ea typeface="+mn-ea"/>
                  <a:cs typeface="Segoe UI" panose="020B0502040204020203" pitchFamily="34" charset="0"/>
                  <a:sym typeface="Arial"/>
                </a:rPr>
                <a:t>50%</a:t>
              </a:r>
              <a:r>
                <a:rPr kumimoji="0" sz="9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  upcoming</a:t>
              </a:r>
            </a:p>
          </p:txBody>
        </p:sp>
        <p:cxnSp>
          <p:nvCxnSpPr>
            <p:cNvPr id="50" name="Connector 89">
              <a:extLst>
                <a:ext uri="{FF2B5EF4-FFF2-40B4-BE49-F238E27FC236}">
                  <a16:creationId xmlns:a16="http://schemas.microsoft.com/office/drawing/2014/main" id="{357B1FCD-8BF7-733B-8E33-1BEEEA45346B}"/>
                </a:ext>
              </a:extLst>
            </p:cNvPr>
            <p:cNvCxnSpPr/>
            <p:nvPr/>
          </p:nvCxnSpPr>
          <p:spPr>
            <a:xfrm>
              <a:off x="10515600" y="4759020"/>
              <a:ext cx="153314" cy="0"/>
            </a:xfrm>
            <a:prstGeom prst="line">
              <a:avLst/>
            </a:prstGeom>
            <a:ln w="15875">
              <a:solidFill>
                <a:srgbClr val="6FBF5A"/>
              </a:solidFill>
            </a:ln>
          </p:spPr>
          <p:style>
            <a:lnRef idx="2">
              <a:schemeClr val="accent1"/>
            </a:lnRef>
            <a:fillRef idx="0">
              <a:schemeClr val="accent1"/>
            </a:fillRef>
            <a:effectRef idx="1">
              <a:schemeClr val="accent1"/>
            </a:effectRef>
            <a:fontRef idx="minor">
              <a:schemeClr val="tx1"/>
            </a:fontRef>
          </p:style>
        </p:cxnSp>
        <p:sp>
          <p:nvSpPr>
            <p:cNvPr id="52" name="Rounded Rectangle 90">
              <a:extLst>
                <a:ext uri="{FF2B5EF4-FFF2-40B4-BE49-F238E27FC236}">
                  <a16:creationId xmlns:a16="http://schemas.microsoft.com/office/drawing/2014/main" id="{C20A9EDA-C1E2-06FA-402B-4EC84A4439A8}"/>
                </a:ext>
              </a:extLst>
            </p:cNvPr>
            <p:cNvSpPr/>
            <p:nvPr/>
          </p:nvSpPr>
          <p:spPr>
            <a:xfrm>
              <a:off x="9189720" y="4572000"/>
              <a:ext cx="1325880" cy="420624"/>
            </a:xfrm>
            <a:prstGeom prst="roundRect">
              <a:avLst>
                <a:gd name="adj" fmla="val 12000"/>
              </a:avLst>
            </a:prstGeom>
            <a:solidFill>
              <a:srgbClr val="FFFFFF"/>
            </a:solidFill>
            <a:ln w="15875">
              <a:solidFill>
                <a:srgbClr val="6FBF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54" name="Picture 53" descr="sg.png">
              <a:extLst>
                <a:ext uri="{FF2B5EF4-FFF2-40B4-BE49-F238E27FC236}">
                  <a16:creationId xmlns:a16="http://schemas.microsoft.com/office/drawing/2014/main" id="{86C03267-7A64-CBDE-0629-AADE26E97286}"/>
                </a:ext>
              </a:extLst>
            </p:cNvPr>
            <p:cNvPicPr>
              <a:picLocks noChangeAspect="1"/>
            </p:cNvPicPr>
            <p:nvPr/>
          </p:nvPicPr>
          <p:blipFill>
            <a:blip r:embed="rId14"/>
            <a:stretch>
              <a:fillRect/>
            </a:stretch>
          </p:blipFill>
          <p:spPr>
            <a:xfrm>
              <a:off x="9262872" y="4636008"/>
              <a:ext cx="233172" cy="155448"/>
            </a:xfrm>
            <a:prstGeom prst="roundRect">
              <a:avLst/>
            </a:prstGeom>
            <a:ln w="6350">
              <a:solidFill>
                <a:srgbClr val="D0D0CE"/>
              </a:solidFill>
            </a:ln>
          </p:spPr>
        </p:pic>
        <p:sp>
          <p:nvSpPr>
            <p:cNvPr id="56" name="TextBox 55">
              <a:extLst>
                <a:ext uri="{FF2B5EF4-FFF2-40B4-BE49-F238E27FC236}">
                  <a16:creationId xmlns:a16="http://schemas.microsoft.com/office/drawing/2014/main" id="{ECFB16DD-9987-07A1-466A-AE2C0F2F73CC}"/>
                </a:ext>
              </a:extLst>
            </p:cNvPr>
            <p:cNvSpPr txBox="1"/>
            <p:nvPr/>
          </p:nvSpPr>
          <p:spPr>
            <a:xfrm>
              <a:off x="9550908" y="4632216"/>
              <a:ext cx="937259" cy="153888"/>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Singapore</a:t>
              </a:r>
              <a:r>
                <a:rPr kumimoji="0" sz="10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p>
          </p:txBody>
        </p:sp>
        <p:sp>
          <p:nvSpPr>
            <p:cNvPr id="58" name="TextBox 57">
              <a:extLst>
                <a:ext uri="{FF2B5EF4-FFF2-40B4-BE49-F238E27FC236}">
                  <a16:creationId xmlns:a16="http://schemas.microsoft.com/office/drawing/2014/main" id="{178A8C28-2C28-8A82-2CBE-4D3C39929B07}"/>
                </a:ext>
              </a:extLst>
            </p:cNvPr>
            <p:cNvSpPr txBox="1"/>
            <p:nvPr/>
          </p:nvSpPr>
          <p:spPr>
            <a:xfrm>
              <a:off x="9242994" y="4816339"/>
              <a:ext cx="1291768"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6FBF5A"/>
                  </a:solidFill>
                  <a:effectLst/>
                  <a:uLnTx/>
                  <a:uFillTx/>
                  <a:latin typeface="Segoe UI" panose="020B0502040204020203" pitchFamily="34" charset="0"/>
                  <a:ea typeface="+mn-ea"/>
                  <a:cs typeface="Segoe UI" panose="020B0502040204020203" pitchFamily="34" charset="0"/>
                  <a:sym typeface="Arial"/>
                </a:rPr>
                <a:t>50%</a:t>
              </a:r>
              <a:r>
                <a:rPr kumimoji="0" sz="9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  upcoming</a:t>
              </a:r>
            </a:p>
          </p:txBody>
        </p:sp>
        <p:cxnSp>
          <p:nvCxnSpPr>
            <p:cNvPr id="60" name="Connector 94">
              <a:extLst>
                <a:ext uri="{FF2B5EF4-FFF2-40B4-BE49-F238E27FC236}">
                  <a16:creationId xmlns:a16="http://schemas.microsoft.com/office/drawing/2014/main" id="{3963BFC4-375C-95B5-DAAF-22D58AFA00AB}"/>
                </a:ext>
              </a:extLst>
            </p:cNvPr>
            <p:cNvCxnSpPr/>
            <p:nvPr/>
          </p:nvCxnSpPr>
          <p:spPr>
            <a:xfrm>
              <a:off x="10515600" y="5173980"/>
              <a:ext cx="628904" cy="0"/>
            </a:xfrm>
            <a:prstGeom prst="line">
              <a:avLst/>
            </a:prstGeom>
            <a:ln w="15875">
              <a:solidFill>
                <a:srgbClr val="CC3300"/>
              </a:solidFill>
            </a:ln>
          </p:spPr>
          <p:style>
            <a:lnRef idx="2">
              <a:schemeClr val="accent1"/>
            </a:lnRef>
            <a:fillRef idx="0">
              <a:schemeClr val="accent1"/>
            </a:fillRef>
            <a:effectRef idx="1">
              <a:schemeClr val="accent1"/>
            </a:effectRef>
            <a:fontRef idx="minor">
              <a:schemeClr val="tx1"/>
            </a:fontRef>
          </p:style>
        </p:cxnSp>
        <p:sp>
          <p:nvSpPr>
            <p:cNvPr id="62" name="Rounded Rectangle 95">
              <a:extLst>
                <a:ext uri="{FF2B5EF4-FFF2-40B4-BE49-F238E27FC236}">
                  <a16:creationId xmlns:a16="http://schemas.microsoft.com/office/drawing/2014/main" id="{4600B9D4-7BF0-BDA1-E55E-809C1E6F70B7}"/>
                </a:ext>
              </a:extLst>
            </p:cNvPr>
            <p:cNvSpPr/>
            <p:nvPr/>
          </p:nvSpPr>
          <p:spPr>
            <a:xfrm>
              <a:off x="9189720" y="5138928"/>
              <a:ext cx="1325880" cy="420624"/>
            </a:xfrm>
            <a:prstGeom prst="roundRect">
              <a:avLst>
                <a:gd name="adj" fmla="val 12000"/>
              </a:avLst>
            </a:prstGeom>
            <a:solidFill>
              <a:srgbClr val="FFFFFF"/>
            </a:solidFill>
            <a:ln w="15875">
              <a:solidFill>
                <a:srgbClr val="CC3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64" name="Picture 63" descr="au.png">
              <a:extLst>
                <a:ext uri="{FF2B5EF4-FFF2-40B4-BE49-F238E27FC236}">
                  <a16:creationId xmlns:a16="http://schemas.microsoft.com/office/drawing/2014/main" id="{0AB8B035-ED05-0F51-BFA0-EB8EDFF4AA68}"/>
                </a:ext>
              </a:extLst>
            </p:cNvPr>
            <p:cNvPicPr>
              <a:picLocks noChangeAspect="1"/>
            </p:cNvPicPr>
            <p:nvPr/>
          </p:nvPicPr>
          <p:blipFill>
            <a:blip r:embed="rId15"/>
            <a:stretch>
              <a:fillRect/>
            </a:stretch>
          </p:blipFill>
          <p:spPr>
            <a:xfrm>
              <a:off x="9262872" y="5202936"/>
              <a:ext cx="233172" cy="155448"/>
            </a:xfrm>
            <a:prstGeom prst="roundRect">
              <a:avLst/>
            </a:prstGeom>
            <a:ln w="6350">
              <a:solidFill>
                <a:srgbClr val="D0D0CE"/>
              </a:solidFill>
            </a:ln>
          </p:spPr>
        </p:pic>
        <p:sp>
          <p:nvSpPr>
            <p:cNvPr id="67" name="TextBox 66">
              <a:extLst>
                <a:ext uri="{FF2B5EF4-FFF2-40B4-BE49-F238E27FC236}">
                  <a16:creationId xmlns:a16="http://schemas.microsoft.com/office/drawing/2014/main" id="{933161B9-A16D-8C39-1481-FC4CC50EF4F3}"/>
                </a:ext>
              </a:extLst>
            </p:cNvPr>
            <p:cNvSpPr txBox="1"/>
            <p:nvPr/>
          </p:nvSpPr>
          <p:spPr>
            <a:xfrm>
              <a:off x="9550908" y="5199144"/>
              <a:ext cx="937259" cy="153888"/>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Australia</a:t>
              </a:r>
              <a:r>
                <a:rPr kumimoji="0" sz="10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p>
          </p:txBody>
        </p:sp>
        <p:sp>
          <p:nvSpPr>
            <p:cNvPr id="69" name="TextBox 68">
              <a:extLst>
                <a:ext uri="{FF2B5EF4-FFF2-40B4-BE49-F238E27FC236}">
                  <a16:creationId xmlns:a16="http://schemas.microsoft.com/office/drawing/2014/main" id="{F329AB2A-8E11-10A5-1731-36629C656F13}"/>
                </a:ext>
              </a:extLst>
            </p:cNvPr>
            <p:cNvSpPr txBox="1"/>
            <p:nvPr/>
          </p:nvSpPr>
          <p:spPr>
            <a:xfrm>
              <a:off x="9242994" y="5383267"/>
              <a:ext cx="1291768"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dirty="0">
                  <a:ln>
                    <a:noFill/>
                  </a:ln>
                  <a:solidFill>
                    <a:srgbClr val="CC3300"/>
                  </a:solidFill>
                  <a:effectLst/>
                  <a:uLnTx/>
                  <a:uFillTx/>
                  <a:latin typeface="Segoe UI" panose="020B0502040204020203" pitchFamily="34" charset="0"/>
                  <a:ea typeface="+mn-ea"/>
                  <a:cs typeface="Segoe UI" panose="020B0502040204020203" pitchFamily="34" charset="0"/>
                  <a:sym typeface="Arial"/>
                </a:rPr>
                <a:t>6</a:t>
              </a:r>
              <a:r>
                <a:rPr kumimoji="0" lang="en-US" sz="900" b="1" i="0" u="none" strike="noStrike" kern="1200" cap="none" spc="0" normalizeH="0" baseline="0" noProof="0" dirty="0">
                  <a:ln>
                    <a:noFill/>
                  </a:ln>
                  <a:solidFill>
                    <a:srgbClr val="CC3300"/>
                  </a:solidFill>
                  <a:effectLst/>
                  <a:uLnTx/>
                  <a:uFillTx/>
                  <a:latin typeface="Segoe UI" panose="020B0502040204020203" pitchFamily="34" charset="0"/>
                  <a:ea typeface="+mn-ea"/>
                  <a:cs typeface="Segoe UI" panose="020B0502040204020203" pitchFamily="34" charset="0"/>
                  <a:sym typeface="Arial"/>
                </a:rPr>
                <a:t>2</a:t>
              </a:r>
              <a:r>
                <a:rPr kumimoji="0" sz="900" b="1" i="0" u="none" strike="noStrike" kern="1200" cap="none" spc="0" normalizeH="0" baseline="0" noProof="0" dirty="0">
                  <a:ln>
                    <a:noFill/>
                  </a:ln>
                  <a:solidFill>
                    <a:srgbClr val="CC3300"/>
                  </a:solidFill>
                  <a:effectLst/>
                  <a:uLnTx/>
                  <a:uFillTx/>
                  <a:latin typeface="Segoe UI" panose="020B0502040204020203" pitchFamily="34" charset="0"/>
                  <a:ea typeface="+mn-ea"/>
                  <a:cs typeface="Segoe UI" panose="020B0502040204020203" pitchFamily="34" charset="0"/>
                  <a:sym typeface="Arial"/>
                </a:rPr>
                <a:t>%</a:t>
              </a:r>
              <a:r>
                <a:rPr kumimoji="0" sz="9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  remediating</a:t>
              </a:r>
            </a:p>
          </p:txBody>
        </p:sp>
      </p:grpSp>
    </p:spTree>
    <p:extLst>
      <p:ext uri="{BB962C8B-B14F-4D97-AF65-F5344CB8AC3E}">
        <p14:creationId xmlns:p14="http://schemas.microsoft.com/office/powerpoint/2010/main" val="1174598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96C25-6E9F-1053-C296-EA995A01ED29}"/>
            </a:ext>
          </a:extLst>
        </p:cNvPr>
        <p:cNvGrpSpPr/>
        <p:nvPr/>
      </p:nvGrpSpPr>
      <p:grpSpPr>
        <a:xfrm>
          <a:off x="0" y="0"/>
          <a:ext cx="0" cy="0"/>
          <a:chOff x="0" y="0"/>
          <a:chExt cx="0" cy="0"/>
        </a:xfrm>
      </p:grpSpPr>
      <p:sp>
        <p:nvSpPr>
          <p:cNvPr id="341" name="Rounded Rectangle 50">
            <a:extLst>
              <a:ext uri="{FF2B5EF4-FFF2-40B4-BE49-F238E27FC236}">
                <a16:creationId xmlns:a16="http://schemas.microsoft.com/office/drawing/2014/main" id="{83E508CE-6292-4A8D-09DC-FD434ED780E7}"/>
              </a:ext>
            </a:extLst>
          </p:cNvPr>
          <p:cNvSpPr/>
          <p:nvPr/>
        </p:nvSpPr>
        <p:spPr>
          <a:xfrm>
            <a:off x="320040" y="5638800"/>
            <a:ext cx="5632704" cy="901444"/>
          </a:xfrm>
          <a:prstGeom prst="roundRect">
            <a:avLst>
              <a:gd name="adj" fmla="val 5000"/>
            </a:avLst>
          </a:prstGeom>
          <a:solidFill>
            <a:srgbClr val="FFFFFF"/>
          </a:solidFill>
          <a:ln w="38100">
            <a:solidFill>
              <a:srgbClr val="F0F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2" name="Rectangle 1">
            <a:extLst>
              <a:ext uri="{FF2B5EF4-FFF2-40B4-BE49-F238E27FC236}">
                <a16:creationId xmlns:a16="http://schemas.microsoft.com/office/drawing/2014/main" id="{BE8F940B-7B5E-69E5-059A-DCB16FD6D2F4}"/>
              </a:ext>
            </a:extLst>
          </p:cNvPr>
          <p:cNvSpPr/>
          <p:nvPr/>
        </p:nvSpPr>
        <p:spPr>
          <a:xfrm>
            <a:off x="0" y="0"/>
            <a:ext cx="12191695" cy="3383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65" name="Rectangle 64">
            <a:extLst>
              <a:ext uri="{FF2B5EF4-FFF2-40B4-BE49-F238E27FC236}">
                <a16:creationId xmlns:a16="http://schemas.microsoft.com/office/drawing/2014/main" id="{1D130DC1-7D01-049B-431F-25B3E378CC84}"/>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a:ln>
                  <a:noFill/>
                </a:ln>
                <a:solidFill>
                  <a:prstClr val="white"/>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REGULATORY &amp; MARKET CHANGE</a:t>
            </a:r>
          </a:p>
        </p:txBody>
      </p:sp>
      <p:sp>
        <p:nvSpPr>
          <p:cNvPr id="173" name="TextBox 172">
            <a:extLst>
              <a:ext uri="{FF2B5EF4-FFF2-40B4-BE49-F238E27FC236}">
                <a16:creationId xmlns:a16="http://schemas.microsoft.com/office/drawing/2014/main" id="{EF78BC5D-4939-FF26-EA68-B880BF01495B}"/>
              </a:ext>
            </a:extLst>
          </p:cNvPr>
          <p:cNvSpPr txBox="1"/>
          <p:nvPr/>
        </p:nvSpPr>
        <p:spPr>
          <a:xfrm>
            <a:off x="320040" y="1965960"/>
            <a:ext cx="5669280" cy="20005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3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rPr>
              <a:t>TOP THREE ANTICIPATED CHANGES</a:t>
            </a:r>
            <a:endParaRPr kumimoji="0" sz="13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endParaRPr>
          </a:p>
        </p:txBody>
      </p:sp>
      <p:sp>
        <p:nvSpPr>
          <p:cNvPr id="175" name="Rounded Rectangle 7">
            <a:extLst>
              <a:ext uri="{FF2B5EF4-FFF2-40B4-BE49-F238E27FC236}">
                <a16:creationId xmlns:a16="http://schemas.microsoft.com/office/drawing/2014/main" id="{C8C722C8-D1E4-F6D7-409B-1FFC334DABA3}"/>
              </a:ext>
            </a:extLst>
          </p:cNvPr>
          <p:cNvSpPr/>
          <p:nvPr/>
        </p:nvSpPr>
        <p:spPr>
          <a:xfrm>
            <a:off x="326359" y="2232152"/>
            <a:ext cx="3749039" cy="1930273"/>
          </a:xfrm>
          <a:prstGeom prst="roundRect">
            <a:avLst>
              <a:gd name="adj" fmla="val 5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grpSp>
        <p:nvGrpSpPr>
          <p:cNvPr id="327" name="Group 326">
            <a:extLst>
              <a:ext uri="{FF2B5EF4-FFF2-40B4-BE49-F238E27FC236}">
                <a16:creationId xmlns:a16="http://schemas.microsoft.com/office/drawing/2014/main" id="{B254BE5C-73F2-8941-1A85-19147BD823F8}"/>
              </a:ext>
            </a:extLst>
          </p:cNvPr>
          <p:cNvGrpSpPr/>
          <p:nvPr/>
        </p:nvGrpSpPr>
        <p:grpSpPr>
          <a:xfrm>
            <a:off x="502920" y="2415032"/>
            <a:ext cx="576000" cy="576000"/>
            <a:chOff x="502920" y="2491232"/>
            <a:chExt cx="566928" cy="566928"/>
          </a:xfrm>
        </p:grpSpPr>
        <p:sp>
          <p:nvSpPr>
            <p:cNvPr id="177" name="Rounded Rectangle 8">
              <a:extLst>
                <a:ext uri="{FF2B5EF4-FFF2-40B4-BE49-F238E27FC236}">
                  <a16:creationId xmlns:a16="http://schemas.microsoft.com/office/drawing/2014/main" id="{FEB84158-278E-02C2-1130-9154E00808CA}"/>
                </a:ext>
              </a:extLst>
            </p:cNvPr>
            <p:cNvSpPr/>
            <p:nvPr/>
          </p:nvSpPr>
          <p:spPr>
            <a:xfrm>
              <a:off x="502920" y="2491232"/>
              <a:ext cx="566928" cy="566928"/>
            </a:xfrm>
            <a:prstGeom prst="roundRect">
              <a:avLst>
                <a:gd name="adj" fmla="val 50000"/>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pic>
          <p:nvPicPr>
            <p:cNvPr id="179" name="Picture 178" descr="ic_id_w.png">
              <a:extLst>
                <a:ext uri="{FF2B5EF4-FFF2-40B4-BE49-F238E27FC236}">
                  <a16:creationId xmlns:a16="http://schemas.microsoft.com/office/drawing/2014/main" id="{577464DB-4CC4-11FA-3BD4-DA067D4722B7}"/>
                </a:ext>
              </a:extLst>
            </p:cNvPr>
            <p:cNvPicPr>
              <a:picLocks noChangeAspect="1"/>
            </p:cNvPicPr>
            <p:nvPr/>
          </p:nvPicPr>
          <p:blipFill>
            <a:blip r:embed="rId4"/>
            <a:stretch>
              <a:fillRect/>
            </a:stretch>
          </p:blipFill>
          <p:spPr>
            <a:xfrm>
              <a:off x="627644" y="2615956"/>
              <a:ext cx="317479" cy="317479"/>
            </a:xfrm>
            <a:prstGeom prst="rect">
              <a:avLst/>
            </a:prstGeom>
          </p:spPr>
        </p:pic>
      </p:grpSp>
      <p:sp>
        <p:nvSpPr>
          <p:cNvPr id="181" name="TextBox 180">
            <a:extLst>
              <a:ext uri="{FF2B5EF4-FFF2-40B4-BE49-F238E27FC236}">
                <a16:creationId xmlns:a16="http://schemas.microsoft.com/office/drawing/2014/main" id="{C6B30655-CDA8-75DA-3A8D-5953414CC18C}"/>
              </a:ext>
            </a:extLst>
          </p:cNvPr>
          <p:cNvSpPr txBox="1"/>
          <p:nvPr/>
        </p:nvSpPr>
        <p:spPr>
          <a:xfrm>
            <a:off x="1216152" y="2443131"/>
            <a:ext cx="1645920" cy="492443"/>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71%</a:t>
            </a:r>
          </a:p>
        </p:txBody>
      </p:sp>
      <p:sp>
        <p:nvSpPr>
          <p:cNvPr id="183" name="Rounded Rectangle 11">
            <a:extLst>
              <a:ext uri="{FF2B5EF4-FFF2-40B4-BE49-F238E27FC236}">
                <a16:creationId xmlns:a16="http://schemas.microsoft.com/office/drawing/2014/main" id="{2C64C571-35C8-D040-15A1-05F34478052C}"/>
              </a:ext>
            </a:extLst>
          </p:cNvPr>
          <p:cNvSpPr/>
          <p:nvPr/>
        </p:nvSpPr>
        <p:spPr>
          <a:xfrm>
            <a:off x="3566159" y="2415032"/>
            <a:ext cx="360000" cy="3600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#1</a:t>
            </a:r>
          </a:p>
        </p:txBody>
      </p:sp>
      <p:sp>
        <p:nvSpPr>
          <p:cNvPr id="187" name="TextBox 186">
            <a:extLst>
              <a:ext uri="{FF2B5EF4-FFF2-40B4-BE49-F238E27FC236}">
                <a16:creationId xmlns:a16="http://schemas.microsoft.com/office/drawing/2014/main" id="{5C393E1D-C38F-7EDF-8799-7D78F8F5B29F}"/>
              </a:ext>
            </a:extLst>
          </p:cNvPr>
          <p:cNvSpPr txBox="1"/>
          <p:nvPr/>
        </p:nvSpPr>
        <p:spPr>
          <a:xfrm>
            <a:off x="502920" y="3051540"/>
            <a:ext cx="3383279" cy="369332"/>
          </a:xfrm>
          <a:prstGeom prst="rect">
            <a:avLst/>
          </a:prstGeom>
          <a:noFill/>
        </p:spPr>
        <p:txBody>
          <a:bodyPr wrap="square" lIns="0" tIns="0" rIns="0" bIns="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DCEFD0"/>
                </a:solidFill>
                <a:effectLst/>
                <a:uLnTx/>
                <a:uFillTx/>
                <a:latin typeface="Segoe UI" panose="020B0502040204020203" pitchFamily="34" charset="0"/>
                <a:ea typeface="+mn-ea"/>
                <a:cs typeface="Segoe UI" panose="020B0502040204020203" pitchFamily="34" charset="0"/>
              </a:rPr>
              <a:t>CUSTOMER IDENTITY, AUTHENTICATION &amp; DIGITAL TRUST</a:t>
            </a:r>
          </a:p>
        </p:txBody>
      </p:sp>
      <p:sp>
        <p:nvSpPr>
          <p:cNvPr id="189" name="TextBox 188">
            <a:extLst>
              <a:ext uri="{FF2B5EF4-FFF2-40B4-BE49-F238E27FC236}">
                <a16:creationId xmlns:a16="http://schemas.microsoft.com/office/drawing/2014/main" id="{FD223FF5-EE11-62FC-F39F-6756044EB9C1}"/>
              </a:ext>
            </a:extLst>
          </p:cNvPr>
          <p:cNvSpPr txBox="1"/>
          <p:nvPr/>
        </p:nvSpPr>
        <p:spPr>
          <a:xfrm>
            <a:off x="502920" y="3466592"/>
            <a:ext cx="3383279" cy="46166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Rising expectations for how customers are verified and protected, as deepfakes and synthetic identities make it harder to know who is on the other end.</a:t>
            </a:r>
          </a:p>
        </p:txBody>
      </p:sp>
      <p:sp>
        <p:nvSpPr>
          <p:cNvPr id="191" name="Rounded Rectangle 15">
            <a:extLst>
              <a:ext uri="{FF2B5EF4-FFF2-40B4-BE49-F238E27FC236}">
                <a16:creationId xmlns:a16="http://schemas.microsoft.com/office/drawing/2014/main" id="{CB5EA6E2-58E0-ECB8-190A-A96C82D5B842}"/>
              </a:ext>
            </a:extLst>
          </p:cNvPr>
          <p:cNvSpPr/>
          <p:nvPr/>
        </p:nvSpPr>
        <p:spPr>
          <a:xfrm>
            <a:off x="4219956" y="2232152"/>
            <a:ext cx="3749039" cy="1930273"/>
          </a:xfrm>
          <a:prstGeom prst="roundRect">
            <a:avLst>
              <a:gd name="adj" fmla="val 5000"/>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grpSp>
        <p:nvGrpSpPr>
          <p:cNvPr id="328" name="Group 327">
            <a:extLst>
              <a:ext uri="{FF2B5EF4-FFF2-40B4-BE49-F238E27FC236}">
                <a16:creationId xmlns:a16="http://schemas.microsoft.com/office/drawing/2014/main" id="{43535E94-0496-59CE-7BD8-B492362F224D}"/>
              </a:ext>
            </a:extLst>
          </p:cNvPr>
          <p:cNvGrpSpPr/>
          <p:nvPr/>
        </p:nvGrpSpPr>
        <p:grpSpPr>
          <a:xfrm>
            <a:off x="4402836" y="2415032"/>
            <a:ext cx="576000" cy="576000"/>
            <a:chOff x="4402836" y="2491232"/>
            <a:chExt cx="566928" cy="566928"/>
          </a:xfrm>
        </p:grpSpPr>
        <p:sp>
          <p:nvSpPr>
            <p:cNvPr id="193" name="Rounded Rectangle 16">
              <a:extLst>
                <a:ext uri="{FF2B5EF4-FFF2-40B4-BE49-F238E27FC236}">
                  <a16:creationId xmlns:a16="http://schemas.microsoft.com/office/drawing/2014/main" id="{D04E8EB5-24CB-1956-168F-2B1CABD84B26}"/>
                </a:ext>
              </a:extLst>
            </p:cNvPr>
            <p:cNvSpPr/>
            <p:nvPr/>
          </p:nvSpPr>
          <p:spPr>
            <a:xfrm>
              <a:off x="4402836" y="2491232"/>
              <a:ext cx="566928" cy="566928"/>
            </a:xfrm>
            <a:prstGeom prst="roundRect">
              <a:avLst>
                <a:gd name="adj" fmla="val 5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pic>
          <p:nvPicPr>
            <p:cNvPr id="195" name="Picture 194" descr="ic_lock_w.png">
              <a:extLst>
                <a:ext uri="{FF2B5EF4-FFF2-40B4-BE49-F238E27FC236}">
                  <a16:creationId xmlns:a16="http://schemas.microsoft.com/office/drawing/2014/main" id="{038D349F-EE91-F3A2-53F2-6A248B238746}"/>
                </a:ext>
              </a:extLst>
            </p:cNvPr>
            <p:cNvPicPr>
              <a:picLocks noChangeAspect="1"/>
            </p:cNvPicPr>
            <p:nvPr/>
          </p:nvPicPr>
          <p:blipFill>
            <a:blip r:embed="rId5"/>
            <a:stretch>
              <a:fillRect/>
            </a:stretch>
          </p:blipFill>
          <p:spPr>
            <a:xfrm>
              <a:off x="4527560" y="2615956"/>
              <a:ext cx="317479" cy="317479"/>
            </a:xfrm>
            <a:prstGeom prst="rect">
              <a:avLst/>
            </a:prstGeom>
          </p:spPr>
        </p:pic>
      </p:grpSp>
      <p:sp>
        <p:nvSpPr>
          <p:cNvPr id="197" name="TextBox 196">
            <a:extLst>
              <a:ext uri="{FF2B5EF4-FFF2-40B4-BE49-F238E27FC236}">
                <a16:creationId xmlns:a16="http://schemas.microsoft.com/office/drawing/2014/main" id="{F8306A01-B79B-C7C5-9D47-88A190967AB1}"/>
              </a:ext>
            </a:extLst>
          </p:cNvPr>
          <p:cNvSpPr txBox="1"/>
          <p:nvPr/>
        </p:nvSpPr>
        <p:spPr>
          <a:xfrm>
            <a:off x="5116068" y="2443131"/>
            <a:ext cx="1645920" cy="492443"/>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66%</a:t>
            </a:r>
          </a:p>
        </p:txBody>
      </p:sp>
      <p:sp>
        <p:nvSpPr>
          <p:cNvPr id="200" name="Rounded Rectangle 19">
            <a:extLst>
              <a:ext uri="{FF2B5EF4-FFF2-40B4-BE49-F238E27FC236}">
                <a16:creationId xmlns:a16="http://schemas.microsoft.com/office/drawing/2014/main" id="{01F220EE-6673-BC2F-7C48-089D5EFC5C3C}"/>
              </a:ext>
            </a:extLst>
          </p:cNvPr>
          <p:cNvSpPr/>
          <p:nvPr/>
        </p:nvSpPr>
        <p:spPr>
          <a:xfrm>
            <a:off x="7466075" y="2415032"/>
            <a:ext cx="360000" cy="3600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srgbClr val="4EA72E"/>
                </a:solidFill>
                <a:effectLst/>
                <a:uLnTx/>
                <a:uFillTx/>
                <a:latin typeface="Segoe UI" panose="020B0502040204020203" pitchFamily="34" charset="0"/>
                <a:ea typeface="+mn-ea"/>
                <a:cs typeface="Segoe UI" panose="020B0502040204020203" pitchFamily="34" charset="0"/>
                <a:sym typeface="Arial"/>
              </a:rPr>
              <a:t>#2</a:t>
            </a:r>
          </a:p>
        </p:txBody>
      </p:sp>
      <p:sp>
        <p:nvSpPr>
          <p:cNvPr id="204" name="TextBox 203">
            <a:extLst>
              <a:ext uri="{FF2B5EF4-FFF2-40B4-BE49-F238E27FC236}">
                <a16:creationId xmlns:a16="http://schemas.microsoft.com/office/drawing/2014/main" id="{2D69CD41-4A14-2D55-675B-1EE1F6692FA1}"/>
              </a:ext>
            </a:extLst>
          </p:cNvPr>
          <p:cNvSpPr txBox="1"/>
          <p:nvPr/>
        </p:nvSpPr>
        <p:spPr>
          <a:xfrm>
            <a:off x="4402836" y="3143873"/>
            <a:ext cx="3383279" cy="184666"/>
          </a:xfrm>
          <a:prstGeom prst="rect">
            <a:avLst/>
          </a:prstGeom>
          <a:noFill/>
        </p:spPr>
        <p:txBody>
          <a:bodyPr wrap="square" lIns="0" tIns="0" rIns="0" bIns="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DCEFD0"/>
                </a:solidFill>
                <a:effectLst/>
                <a:uLnTx/>
                <a:uFillTx/>
                <a:latin typeface="Segoe UI" panose="020B0502040204020203" pitchFamily="34" charset="0"/>
                <a:ea typeface="+mn-ea"/>
                <a:cs typeface="Segoe UI" panose="020B0502040204020203" pitchFamily="34" charset="0"/>
              </a:rPr>
              <a:t>PRIVACY, DATA-SHARING &amp; AI GOVERNANCE</a:t>
            </a:r>
          </a:p>
        </p:txBody>
      </p:sp>
      <p:sp>
        <p:nvSpPr>
          <p:cNvPr id="206" name="TextBox 205">
            <a:extLst>
              <a:ext uri="{FF2B5EF4-FFF2-40B4-BE49-F238E27FC236}">
                <a16:creationId xmlns:a16="http://schemas.microsoft.com/office/drawing/2014/main" id="{98C8D8F5-1DE3-A497-7524-CE19DC74063F}"/>
              </a:ext>
            </a:extLst>
          </p:cNvPr>
          <p:cNvSpPr txBox="1"/>
          <p:nvPr/>
        </p:nvSpPr>
        <p:spPr>
          <a:xfrm>
            <a:off x="4402836" y="3466592"/>
            <a:ext cx="3383279" cy="46166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New rules on how customer data can be used and shared, and how AI models must be governed, shaping what fraud teams can build and deploy.</a:t>
            </a:r>
          </a:p>
        </p:txBody>
      </p:sp>
      <p:sp>
        <p:nvSpPr>
          <p:cNvPr id="210" name="Rounded Rectangle 23">
            <a:extLst>
              <a:ext uri="{FF2B5EF4-FFF2-40B4-BE49-F238E27FC236}">
                <a16:creationId xmlns:a16="http://schemas.microsoft.com/office/drawing/2014/main" id="{A6B7451B-24AE-CE62-99B6-E23ED2C281C2}"/>
              </a:ext>
            </a:extLst>
          </p:cNvPr>
          <p:cNvSpPr/>
          <p:nvPr/>
        </p:nvSpPr>
        <p:spPr>
          <a:xfrm>
            <a:off x="8119872" y="2232152"/>
            <a:ext cx="3749039" cy="1930273"/>
          </a:xfrm>
          <a:prstGeom prst="roundRect">
            <a:avLst>
              <a:gd name="adj" fmla="val 5000"/>
            </a:avLst>
          </a:prstGeom>
          <a:solidFill>
            <a:srgbClr val="023D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grpSp>
        <p:nvGrpSpPr>
          <p:cNvPr id="329" name="Group 328">
            <a:extLst>
              <a:ext uri="{FF2B5EF4-FFF2-40B4-BE49-F238E27FC236}">
                <a16:creationId xmlns:a16="http://schemas.microsoft.com/office/drawing/2014/main" id="{4A8C9172-3268-D120-E80A-D7D9AD9414B3}"/>
              </a:ext>
            </a:extLst>
          </p:cNvPr>
          <p:cNvGrpSpPr/>
          <p:nvPr/>
        </p:nvGrpSpPr>
        <p:grpSpPr>
          <a:xfrm>
            <a:off x="8302752" y="2415032"/>
            <a:ext cx="576000" cy="576000"/>
            <a:chOff x="8302752" y="2491232"/>
            <a:chExt cx="566928" cy="566928"/>
          </a:xfrm>
        </p:grpSpPr>
        <p:sp>
          <p:nvSpPr>
            <p:cNvPr id="214" name="Rounded Rectangle 24">
              <a:extLst>
                <a:ext uri="{FF2B5EF4-FFF2-40B4-BE49-F238E27FC236}">
                  <a16:creationId xmlns:a16="http://schemas.microsoft.com/office/drawing/2014/main" id="{D3710F9C-48EE-2FBC-6E37-892E8FD50B64}"/>
                </a:ext>
              </a:extLst>
            </p:cNvPr>
            <p:cNvSpPr/>
            <p:nvPr/>
          </p:nvSpPr>
          <p:spPr>
            <a:xfrm>
              <a:off x="8302752" y="2491232"/>
              <a:ext cx="566928" cy="566928"/>
            </a:xfrm>
            <a:prstGeom prst="roundRect">
              <a:avLst>
                <a:gd name="adj" fmla="val 50000"/>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pic>
          <p:nvPicPr>
            <p:cNvPr id="216" name="Picture 215" descr="ic_bolt_w.png">
              <a:extLst>
                <a:ext uri="{FF2B5EF4-FFF2-40B4-BE49-F238E27FC236}">
                  <a16:creationId xmlns:a16="http://schemas.microsoft.com/office/drawing/2014/main" id="{81E31260-BDA9-5BF9-7833-B2549B132037}"/>
                </a:ext>
              </a:extLst>
            </p:cNvPr>
            <p:cNvPicPr>
              <a:picLocks noChangeAspect="1"/>
            </p:cNvPicPr>
            <p:nvPr/>
          </p:nvPicPr>
          <p:blipFill>
            <a:blip r:embed="rId6"/>
            <a:stretch>
              <a:fillRect/>
            </a:stretch>
          </p:blipFill>
          <p:spPr>
            <a:xfrm>
              <a:off x="8427476" y="2615956"/>
              <a:ext cx="317479" cy="317479"/>
            </a:xfrm>
            <a:prstGeom prst="rect">
              <a:avLst/>
            </a:prstGeom>
          </p:spPr>
        </p:pic>
      </p:grpSp>
      <p:sp>
        <p:nvSpPr>
          <p:cNvPr id="218" name="TextBox 217">
            <a:extLst>
              <a:ext uri="{FF2B5EF4-FFF2-40B4-BE49-F238E27FC236}">
                <a16:creationId xmlns:a16="http://schemas.microsoft.com/office/drawing/2014/main" id="{B654BB6C-D881-1B7B-B9A8-691621DA931A}"/>
              </a:ext>
            </a:extLst>
          </p:cNvPr>
          <p:cNvSpPr txBox="1"/>
          <p:nvPr/>
        </p:nvSpPr>
        <p:spPr>
          <a:xfrm>
            <a:off x="9015984" y="2443131"/>
            <a:ext cx="1645920" cy="492443"/>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65%</a:t>
            </a:r>
          </a:p>
        </p:txBody>
      </p:sp>
      <p:sp>
        <p:nvSpPr>
          <p:cNvPr id="220" name="Rounded Rectangle 27">
            <a:extLst>
              <a:ext uri="{FF2B5EF4-FFF2-40B4-BE49-F238E27FC236}">
                <a16:creationId xmlns:a16="http://schemas.microsoft.com/office/drawing/2014/main" id="{9D1FA912-C607-0D75-97CD-A4C2FC1439FF}"/>
              </a:ext>
            </a:extLst>
          </p:cNvPr>
          <p:cNvSpPr/>
          <p:nvPr/>
        </p:nvSpPr>
        <p:spPr>
          <a:xfrm>
            <a:off x="11365992" y="2415032"/>
            <a:ext cx="360000" cy="3600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srgbClr val="023D20"/>
                </a:solidFill>
                <a:effectLst/>
                <a:uLnTx/>
                <a:uFillTx/>
                <a:latin typeface="Segoe UI" panose="020B0502040204020203" pitchFamily="34" charset="0"/>
                <a:ea typeface="+mn-ea"/>
                <a:cs typeface="Segoe UI" panose="020B0502040204020203" pitchFamily="34" charset="0"/>
                <a:sym typeface="Arial"/>
              </a:rPr>
              <a:t>#3</a:t>
            </a:r>
          </a:p>
        </p:txBody>
      </p:sp>
      <p:sp>
        <p:nvSpPr>
          <p:cNvPr id="224" name="TextBox 223">
            <a:extLst>
              <a:ext uri="{FF2B5EF4-FFF2-40B4-BE49-F238E27FC236}">
                <a16:creationId xmlns:a16="http://schemas.microsoft.com/office/drawing/2014/main" id="{A3269CF9-D734-D016-E2D0-8A84ABB69A2A}"/>
              </a:ext>
            </a:extLst>
          </p:cNvPr>
          <p:cNvSpPr txBox="1"/>
          <p:nvPr/>
        </p:nvSpPr>
        <p:spPr>
          <a:xfrm>
            <a:off x="8302752" y="3143873"/>
            <a:ext cx="3383279" cy="184666"/>
          </a:xfrm>
          <a:prstGeom prst="rect">
            <a:avLst/>
          </a:prstGeom>
          <a:noFill/>
        </p:spPr>
        <p:txBody>
          <a:bodyPr wrap="square" lIns="0" tIns="0" rIns="0" bIns="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DCEFD0"/>
                </a:solidFill>
                <a:effectLst/>
                <a:uLnTx/>
                <a:uFillTx/>
                <a:latin typeface="Segoe UI" panose="020B0502040204020203" pitchFamily="34" charset="0"/>
                <a:ea typeface="+mn-ea"/>
                <a:cs typeface="Segoe UI" panose="020B0502040204020203" pitchFamily="34" charset="0"/>
              </a:rPr>
              <a:t>PAYMENT INNOVATION</a:t>
            </a:r>
          </a:p>
        </p:txBody>
      </p:sp>
      <p:sp>
        <p:nvSpPr>
          <p:cNvPr id="226" name="TextBox 225">
            <a:extLst>
              <a:ext uri="{FF2B5EF4-FFF2-40B4-BE49-F238E27FC236}">
                <a16:creationId xmlns:a16="http://schemas.microsoft.com/office/drawing/2014/main" id="{690E05E4-132D-C2D6-496B-DCBAE4DDB2D2}"/>
              </a:ext>
            </a:extLst>
          </p:cNvPr>
          <p:cNvSpPr txBox="1"/>
          <p:nvPr/>
        </p:nvSpPr>
        <p:spPr>
          <a:xfrm>
            <a:off x="8302752" y="3466592"/>
            <a:ext cx="3383279" cy="46166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Real-time payments, stablecoins and agentic payments move money faster, shrinking the window to detect and stop fraud before funds are gone.</a:t>
            </a:r>
          </a:p>
        </p:txBody>
      </p:sp>
      <p:sp>
        <p:nvSpPr>
          <p:cNvPr id="239" name="TextBox 238">
            <a:extLst>
              <a:ext uri="{FF2B5EF4-FFF2-40B4-BE49-F238E27FC236}">
                <a16:creationId xmlns:a16="http://schemas.microsoft.com/office/drawing/2014/main" id="{8089E128-6F1F-19A5-893F-54C708BC36CA}"/>
              </a:ext>
            </a:extLst>
          </p:cNvPr>
          <p:cNvSpPr txBox="1"/>
          <p:nvPr/>
        </p:nvSpPr>
        <p:spPr>
          <a:xfrm>
            <a:off x="320040" y="4246880"/>
            <a:ext cx="5669280" cy="20005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rPr>
              <a:t>FURTHER DOWN THE LIST</a:t>
            </a:r>
            <a:endParaRPr kumimoji="0" sz="13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endParaRPr>
          </a:p>
        </p:txBody>
      </p:sp>
      <p:sp>
        <p:nvSpPr>
          <p:cNvPr id="242" name="Rounded Rectangle 32">
            <a:extLst>
              <a:ext uri="{FF2B5EF4-FFF2-40B4-BE49-F238E27FC236}">
                <a16:creationId xmlns:a16="http://schemas.microsoft.com/office/drawing/2014/main" id="{C8652960-8CB7-FC67-A19D-81632A8AE9E0}"/>
              </a:ext>
            </a:extLst>
          </p:cNvPr>
          <p:cNvSpPr/>
          <p:nvPr/>
        </p:nvSpPr>
        <p:spPr>
          <a:xfrm>
            <a:off x="320040" y="4493768"/>
            <a:ext cx="1828800" cy="972000"/>
          </a:xfrm>
          <a:prstGeom prst="roundRect">
            <a:avLst>
              <a:gd name="adj" fmla="val 8000"/>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grpSp>
        <p:nvGrpSpPr>
          <p:cNvPr id="324" name="Group 323">
            <a:extLst>
              <a:ext uri="{FF2B5EF4-FFF2-40B4-BE49-F238E27FC236}">
                <a16:creationId xmlns:a16="http://schemas.microsoft.com/office/drawing/2014/main" id="{DA7BB485-12A7-50F7-F203-AD56462B954E}"/>
              </a:ext>
            </a:extLst>
          </p:cNvPr>
          <p:cNvGrpSpPr/>
          <p:nvPr/>
        </p:nvGrpSpPr>
        <p:grpSpPr>
          <a:xfrm>
            <a:off x="411479" y="4603496"/>
            <a:ext cx="360000" cy="360000"/>
            <a:chOff x="411479" y="4603496"/>
            <a:chExt cx="347472" cy="347472"/>
          </a:xfrm>
        </p:grpSpPr>
        <p:sp>
          <p:nvSpPr>
            <p:cNvPr id="244" name="Rounded Rectangle 33">
              <a:extLst>
                <a:ext uri="{FF2B5EF4-FFF2-40B4-BE49-F238E27FC236}">
                  <a16:creationId xmlns:a16="http://schemas.microsoft.com/office/drawing/2014/main" id="{6DEEB61E-50C7-3877-5F25-59CA69FB8402}"/>
                </a:ext>
              </a:extLst>
            </p:cNvPr>
            <p:cNvSpPr/>
            <p:nvPr/>
          </p:nvSpPr>
          <p:spPr>
            <a:xfrm>
              <a:off x="411479" y="4603496"/>
              <a:ext cx="347472" cy="347472"/>
            </a:xfrm>
            <a:prstGeom prst="roundRect">
              <a:avLst>
                <a:gd name="adj" fmla="val 50000"/>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pic>
          <p:nvPicPr>
            <p:cNvPr id="247" name="Picture 246" descr="ic_scale_w.png">
              <a:extLst>
                <a:ext uri="{FF2B5EF4-FFF2-40B4-BE49-F238E27FC236}">
                  <a16:creationId xmlns:a16="http://schemas.microsoft.com/office/drawing/2014/main" id="{CC4C707B-F630-C061-D1E5-2423F1CC04BA}"/>
                </a:ext>
              </a:extLst>
            </p:cNvPr>
            <p:cNvPicPr>
              <a:picLocks noChangeAspect="1"/>
            </p:cNvPicPr>
            <p:nvPr/>
          </p:nvPicPr>
          <p:blipFill>
            <a:blip r:embed="rId7"/>
            <a:stretch>
              <a:fillRect/>
            </a:stretch>
          </p:blipFill>
          <p:spPr>
            <a:xfrm>
              <a:off x="487923" y="4679939"/>
              <a:ext cx="194584" cy="194584"/>
            </a:xfrm>
            <a:prstGeom prst="rect">
              <a:avLst/>
            </a:prstGeom>
          </p:spPr>
        </p:pic>
      </p:grpSp>
      <p:sp>
        <p:nvSpPr>
          <p:cNvPr id="249" name="TextBox 248">
            <a:extLst>
              <a:ext uri="{FF2B5EF4-FFF2-40B4-BE49-F238E27FC236}">
                <a16:creationId xmlns:a16="http://schemas.microsoft.com/office/drawing/2014/main" id="{F8942791-6A5F-2BF4-E00A-F7C87AD12B80}"/>
              </a:ext>
            </a:extLst>
          </p:cNvPr>
          <p:cNvSpPr txBox="1"/>
          <p:nvPr/>
        </p:nvSpPr>
        <p:spPr>
          <a:xfrm>
            <a:off x="882904" y="4592491"/>
            <a:ext cx="1280160" cy="384721"/>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36%</a:t>
            </a:r>
          </a:p>
        </p:txBody>
      </p:sp>
      <p:sp>
        <p:nvSpPr>
          <p:cNvPr id="251" name="TextBox 250">
            <a:extLst>
              <a:ext uri="{FF2B5EF4-FFF2-40B4-BE49-F238E27FC236}">
                <a16:creationId xmlns:a16="http://schemas.microsoft.com/office/drawing/2014/main" id="{E0FC77D0-DCC8-B836-55AB-F1879F3D7516}"/>
              </a:ext>
            </a:extLst>
          </p:cNvPr>
          <p:cNvSpPr txBox="1"/>
          <p:nvPr/>
        </p:nvSpPr>
        <p:spPr>
          <a:xfrm>
            <a:off x="431800" y="5031232"/>
            <a:ext cx="1678432" cy="30777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Liability &amp; reimbursement changes</a:t>
            </a:r>
          </a:p>
        </p:txBody>
      </p:sp>
      <p:sp>
        <p:nvSpPr>
          <p:cNvPr id="253" name="Rounded Rectangle 37">
            <a:extLst>
              <a:ext uri="{FF2B5EF4-FFF2-40B4-BE49-F238E27FC236}">
                <a16:creationId xmlns:a16="http://schemas.microsoft.com/office/drawing/2014/main" id="{F7A5072F-B7EB-0061-3CA4-A2B78102FA6A}"/>
              </a:ext>
            </a:extLst>
          </p:cNvPr>
          <p:cNvSpPr/>
          <p:nvPr/>
        </p:nvSpPr>
        <p:spPr>
          <a:xfrm>
            <a:off x="2221992" y="4493768"/>
            <a:ext cx="1828800" cy="972000"/>
          </a:xfrm>
          <a:prstGeom prst="roundRect">
            <a:avLst>
              <a:gd name="adj" fmla="val 8000"/>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grpSp>
        <p:nvGrpSpPr>
          <p:cNvPr id="325" name="Group 324">
            <a:extLst>
              <a:ext uri="{FF2B5EF4-FFF2-40B4-BE49-F238E27FC236}">
                <a16:creationId xmlns:a16="http://schemas.microsoft.com/office/drawing/2014/main" id="{2CDE4ED6-F717-A80A-8E0D-380E1CA8130D}"/>
              </a:ext>
            </a:extLst>
          </p:cNvPr>
          <p:cNvGrpSpPr/>
          <p:nvPr/>
        </p:nvGrpSpPr>
        <p:grpSpPr>
          <a:xfrm>
            <a:off x="2313432" y="4603496"/>
            <a:ext cx="360000" cy="360000"/>
            <a:chOff x="2313432" y="4603496"/>
            <a:chExt cx="347472" cy="347472"/>
          </a:xfrm>
        </p:grpSpPr>
        <p:sp>
          <p:nvSpPr>
            <p:cNvPr id="256" name="Rounded Rectangle 38">
              <a:extLst>
                <a:ext uri="{FF2B5EF4-FFF2-40B4-BE49-F238E27FC236}">
                  <a16:creationId xmlns:a16="http://schemas.microsoft.com/office/drawing/2014/main" id="{E2C4CE64-3FCB-CBFB-534B-1B7F015273A5}"/>
                </a:ext>
              </a:extLst>
            </p:cNvPr>
            <p:cNvSpPr/>
            <p:nvPr/>
          </p:nvSpPr>
          <p:spPr>
            <a:xfrm>
              <a:off x="2313432" y="4603496"/>
              <a:ext cx="347472" cy="347472"/>
            </a:xfrm>
            <a:prstGeom prst="roundRect">
              <a:avLst>
                <a:gd name="adj" fmla="val 50000"/>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pic>
          <p:nvPicPr>
            <p:cNvPr id="258" name="Picture 257" descr="ic_aml_w.png">
              <a:extLst>
                <a:ext uri="{FF2B5EF4-FFF2-40B4-BE49-F238E27FC236}">
                  <a16:creationId xmlns:a16="http://schemas.microsoft.com/office/drawing/2014/main" id="{F58B6826-619D-67DD-B22D-2CE4B35369F5}"/>
                </a:ext>
              </a:extLst>
            </p:cNvPr>
            <p:cNvPicPr>
              <a:picLocks noChangeAspect="1"/>
            </p:cNvPicPr>
            <p:nvPr/>
          </p:nvPicPr>
          <p:blipFill>
            <a:blip r:embed="rId8"/>
            <a:stretch>
              <a:fillRect/>
            </a:stretch>
          </p:blipFill>
          <p:spPr>
            <a:xfrm>
              <a:off x="2389875" y="4679939"/>
              <a:ext cx="194584" cy="194584"/>
            </a:xfrm>
            <a:prstGeom prst="rect">
              <a:avLst/>
            </a:prstGeom>
          </p:spPr>
        </p:pic>
      </p:grpSp>
      <p:sp>
        <p:nvSpPr>
          <p:cNvPr id="261" name="TextBox 260">
            <a:extLst>
              <a:ext uri="{FF2B5EF4-FFF2-40B4-BE49-F238E27FC236}">
                <a16:creationId xmlns:a16="http://schemas.microsoft.com/office/drawing/2014/main" id="{D3768603-2799-3F0F-DB7A-38EFF9F85A08}"/>
              </a:ext>
            </a:extLst>
          </p:cNvPr>
          <p:cNvSpPr txBox="1"/>
          <p:nvPr/>
        </p:nvSpPr>
        <p:spPr>
          <a:xfrm>
            <a:off x="2784856" y="4592491"/>
            <a:ext cx="1280160" cy="384721"/>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33%</a:t>
            </a:r>
          </a:p>
        </p:txBody>
      </p:sp>
      <p:sp>
        <p:nvSpPr>
          <p:cNvPr id="263" name="TextBox 262">
            <a:extLst>
              <a:ext uri="{FF2B5EF4-FFF2-40B4-BE49-F238E27FC236}">
                <a16:creationId xmlns:a16="http://schemas.microsoft.com/office/drawing/2014/main" id="{774B1F99-1516-31B4-026B-69932AF70C03}"/>
              </a:ext>
            </a:extLst>
          </p:cNvPr>
          <p:cNvSpPr txBox="1"/>
          <p:nvPr/>
        </p:nvSpPr>
        <p:spPr>
          <a:xfrm>
            <a:off x="2333752" y="5031232"/>
            <a:ext cx="1678432" cy="30777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AML modernization initiatives</a:t>
            </a:r>
          </a:p>
        </p:txBody>
      </p:sp>
      <p:sp>
        <p:nvSpPr>
          <p:cNvPr id="265" name="Rounded Rectangle 42">
            <a:extLst>
              <a:ext uri="{FF2B5EF4-FFF2-40B4-BE49-F238E27FC236}">
                <a16:creationId xmlns:a16="http://schemas.microsoft.com/office/drawing/2014/main" id="{2EE75046-8852-53B3-526B-0F9C614C3CC5}"/>
              </a:ext>
            </a:extLst>
          </p:cNvPr>
          <p:cNvSpPr/>
          <p:nvPr/>
        </p:nvSpPr>
        <p:spPr>
          <a:xfrm>
            <a:off x="4123944" y="4493768"/>
            <a:ext cx="1828800" cy="972000"/>
          </a:xfrm>
          <a:prstGeom prst="roundRect">
            <a:avLst>
              <a:gd name="adj" fmla="val 8000"/>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grpSp>
        <p:nvGrpSpPr>
          <p:cNvPr id="326" name="Group 325">
            <a:extLst>
              <a:ext uri="{FF2B5EF4-FFF2-40B4-BE49-F238E27FC236}">
                <a16:creationId xmlns:a16="http://schemas.microsoft.com/office/drawing/2014/main" id="{77953DF0-A243-7D45-CDF4-548C9C1733F7}"/>
              </a:ext>
            </a:extLst>
          </p:cNvPr>
          <p:cNvGrpSpPr/>
          <p:nvPr/>
        </p:nvGrpSpPr>
        <p:grpSpPr>
          <a:xfrm>
            <a:off x="4215383" y="4603496"/>
            <a:ext cx="360000" cy="360000"/>
            <a:chOff x="4215383" y="4603496"/>
            <a:chExt cx="347472" cy="347472"/>
          </a:xfrm>
        </p:grpSpPr>
        <p:sp>
          <p:nvSpPr>
            <p:cNvPr id="267" name="Rounded Rectangle 43">
              <a:extLst>
                <a:ext uri="{FF2B5EF4-FFF2-40B4-BE49-F238E27FC236}">
                  <a16:creationId xmlns:a16="http://schemas.microsoft.com/office/drawing/2014/main" id="{A9DAB93C-F7FA-A4B1-F553-E5FA50860E0C}"/>
                </a:ext>
              </a:extLst>
            </p:cNvPr>
            <p:cNvSpPr/>
            <p:nvPr/>
          </p:nvSpPr>
          <p:spPr>
            <a:xfrm>
              <a:off x="4215383" y="4603496"/>
              <a:ext cx="347472" cy="347472"/>
            </a:xfrm>
            <a:prstGeom prst="roundRect">
              <a:avLst>
                <a:gd name="adj" fmla="val 50000"/>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pic>
          <p:nvPicPr>
            <p:cNvPr id="297" name="Picture 296" descr="ic_open_w.png">
              <a:extLst>
                <a:ext uri="{FF2B5EF4-FFF2-40B4-BE49-F238E27FC236}">
                  <a16:creationId xmlns:a16="http://schemas.microsoft.com/office/drawing/2014/main" id="{0583A7EC-AE0E-9E30-0CB9-74AFCF60E8A7}"/>
                </a:ext>
              </a:extLst>
            </p:cNvPr>
            <p:cNvPicPr>
              <a:picLocks noChangeAspect="1"/>
            </p:cNvPicPr>
            <p:nvPr/>
          </p:nvPicPr>
          <p:blipFill>
            <a:blip r:embed="rId9"/>
            <a:stretch>
              <a:fillRect/>
            </a:stretch>
          </p:blipFill>
          <p:spPr>
            <a:xfrm>
              <a:off x="4291827" y="4679939"/>
              <a:ext cx="194584" cy="194584"/>
            </a:xfrm>
            <a:prstGeom prst="rect">
              <a:avLst/>
            </a:prstGeom>
          </p:spPr>
        </p:pic>
      </p:grpSp>
      <p:sp>
        <p:nvSpPr>
          <p:cNvPr id="299" name="TextBox 298">
            <a:extLst>
              <a:ext uri="{FF2B5EF4-FFF2-40B4-BE49-F238E27FC236}">
                <a16:creationId xmlns:a16="http://schemas.microsoft.com/office/drawing/2014/main" id="{0C6DE0C6-730F-2FEB-4677-C8B5E672F9A4}"/>
              </a:ext>
            </a:extLst>
          </p:cNvPr>
          <p:cNvSpPr txBox="1"/>
          <p:nvPr/>
        </p:nvSpPr>
        <p:spPr>
          <a:xfrm>
            <a:off x="4686808" y="4592491"/>
            <a:ext cx="1280160" cy="384721"/>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29%</a:t>
            </a:r>
          </a:p>
        </p:txBody>
      </p:sp>
      <p:sp>
        <p:nvSpPr>
          <p:cNvPr id="301" name="TextBox 300">
            <a:extLst>
              <a:ext uri="{FF2B5EF4-FFF2-40B4-BE49-F238E27FC236}">
                <a16:creationId xmlns:a16="http://schemas.microsoft.com/office/drawing/2014/main" id="{A6421C99-8E1C-7DF6-1F66-14E89733C646}"/>
              </a:ext>
            </a:extLst>
          </p:cNvPr>
          <p:cNvSpPr txBox="1"/>
          <p:nvPr/>
        </p:nvSpPr>
        <p:spPr>
          <a:xfrm>
            <a:off x="4235704" y="5031232"/>
            <a:ext cx="1678432" cy="30777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Open banking / consumer-driven banking</a:t>
            </a:r>
          </a:p>
        </p:txBody>
      </p:sp>
      <p:sp>
        <p:nvSpPr>
          <p:cNvPr id="305" name="TextBox 304">
            <a:extLst>
              <a:ext uri="{FF2B5EF4-FFF2-40B4-BE49-F238E27FC236}">
                <a16:creationId xmlns:a16="http://schemas.microsoft.com/office/drawing/2014/main" id="{30543B11-F3A1-B0C6-9973-BD046F9EF9D5}"/>
              </a:ext>
            </a:extLst>
          </p:cNvPr>
          <p:cNvSpPr txBox="1"/>
          <p:nvPr/>
        </p:nvSpPr>
        <p:spPr>
          <a:xfrm>
            <a:off x="502920" y="5720080"/>
            <a:ext cx="5349240" cy="16927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WHY OPEN BANKING RANKS LAST</a:t>
            </a:r>
          </a:p>
        </p:txBody>
      </p:sp>
      <p:sp>
        <p:nvSpPr>
          <p:cNvPr id="307" name="TextBox 306">
            <a:extLst>
              <a:ext uri="{FF2B5EF4-FFF2-40B4-BE49-F238E27FC236}">
                <a16:creationId xmlns:a16="http://schemas.microsoft.com/office/drawing/2014/main" id="{54040FFC-A3B1-D483-46E9-A761DC4D3BDC}"/>
              </a:ext>
            </a:extLst>
          </p:cNvPr>
          <p:cNvSpPr txBox="1"/>
          <p:nvPr/>
        </p:nvSpPr>
        <p:spPr>
          <a:xfrm>
            <a:off x="440072" y="5961454"/>
            <a:ext cx="5430520" cy="461665"/>
          </a:xfrm>
          <a:prstGeom prst="rect">
            <a:avLst/>
          </a:prstGeom>
          <a:noFill/>
        </p:spPr>
        <p:txBody>
          <a:bodyPr wrap="square" lIns="0" tIns="0" rIns="0" bIns="0" anchor="t">
            <a:spAutoFit/>
          </a:bodyPr>
          <a:lstStyle/>
          <a:p>
            <a:pPr lvl="0" defTabSz="457200">
              <a:buClrTx/>
              <a:defRPr/>
            </a:pPr>
            <a:r>
              <a:rPr kumimoji="0" sz="10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rPr>
              <a:t>Open banking was the least selected change (29%). In many markets frameworks are already defined and in place</a:t>
            </a:r>
            <a:r>
              <a:rPr kumimoji="0" lang="en-US" sz="10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rPr>
              <a:t> </a:t>
            </a:r>
            <a:r>
              <a:rPr lang="en-US" sz="1000" kern="1200" dirty="0">
                <a:solidFill>
                  <a:srgbClr val="404040"/>
                </a:solidFill>
                <a:latin typeface="Segoe UI" panose="020B0502040204020203" pitchFamily="34" charset="0"/>
                <a:cs typeface="Segoe UI" panose="020B0502040204020203" pitchFamily="34" charset="0"/>
              </a:rPr>
              <a:t>(e.g., the UK’s Open Banking regime, PSD2 in the EU and Australia’s Consumer Data Right)</a:t>
            </a:r>
            <a:r>
              <a:rPr lang="en-US" sz="1000" kern="1200" dirty="0">
                <a:solidFill>
                  <a:srgbClr val="404040"/>
                </a:solidFill>
                <a:latin typeface="Segoe UI" panose="020B0502040204020203" pitchFamily="34" charset="0"/>
                <a:ea typeface="+mn-ea"/>
                <a:cs typeface="Segoe UI" panose="020B0502040204020203" pitchFamily="34" charset="0"/>
              </a:rPr>
              <a:t> – indicating that respondents may no longer view this as a new disruption.</a:t>
            </a:r>
            <a:endParaRPr kumimoji="0" sz="10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endParaRPr>
          </a:p>
        </p:txBody>
      </p:sp>
      <p:grpSp>
        <p:nvGrpSpPr>
          <p:cNvPr id="20" name="Group 19">
            <a:extLst>
              <a:ext uri="{FF2B5EF4-FFF2-40B4-BE49-F238E27FC236}">
                <a16:creationId xmlns:a16="http://schemas.microsoft.com/office/drawing/2014/main" id="{E538B817-6044-ED42-0E0B-A3952ADAE0AC}"/>
              </a:ext>
            </a:extLst>
          </p:cNvPr>
          <p:cNvGrpSpPr/>
          <p:nvPr/>
        </p:nvGrpSpPr>
        <p:grpSpPr>
          <a:xfrm>
            <a:off x="6199632" y="4498085"/>
            <a:ext cx="5669280" cy="2042159"/>
            <a:chOff x="6199632" y="4409440"/>
            <a:chExt cx="5669280" cy="2042159"/>
          </a:xfrm>
        </p:grpSpPr>
        <p:grpSp>
          <p:nvGrpSpPr>
            <p:cNvPr id="19" name="Group 18">
              <a:extLst>
                <a:ext uri="{FF2B5EF4-FFF2-40B4-BE49-F238E27FC236}">
                  <a16:creationId xmlns:a16="http://schemas.microsoft.com/office/drawing/2014/main" id="{B96CD416-769B-62CE-1E8E-D52974FDD0F9}"/>
                </a:ext>
              </a:extLst>
            </p:cNvPr>
            <p:cNvGrpSpPr/>
            <p:nvPr/>
          </p:nvGrpSpPr>
          <p:grpSpPr>
            <a:xfrm>
              <a:off x="6199632" y="4409440"/>
              <a:ext cx="5669280" cy="2042159"/>
              <a:chOff x="6199632" y="4409440"/>
              <a:chExt cx="5669280" cy="2042159"/>
            </a:xfrm>
          </p:grpSpPr>
          <p:sp>
            <p:nvSpPr>
              <p:cNvPr id="309" name="Rounded Rectangle 50">
                <a:extLst>
                  <a:ext uri="{FF2B5EF4-FFF2-40B4-BE49-F238E27FC236}">
                    <a16:creationId xmlns:a16="http://schemas.microsoft.com/office/drawing/2014/main" id="{65084A1D-A054-E456-F5F2-A332860D935B}"/>
                  </a:ext>
                </a:extLst>
              </p:cNvPr>
              <p:cNvSpPr/>
              <p:nvPr/>
            </p:nvSpPr>
            <p:spPr>
              <a:xfrm>
                <a:off x="6199632" y="4409440"/>
                <a:ext cx="5669280" cy="2042159"/>
              </a:xfrm>
              <a:prstGeom prst="roundRect">
                <a:avLst>
                  <a:gd name="adj" fmla="val 5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313" name="Rounded Rectangle 52">
                <a:extLst>
                  <a:ext uri="{FF2B5EF4-FFF2-40B4-BE49-F238E27FC236}">
                    <a16:creationId xmlns:a16="http://schemas.microsoft.com/office/drawing/2014/main" id="{0E5F8565-855E-495E-AF8C-E66C261F2FB5}"/>
                  </a:ext>
                </a:extLst>
              </p:cNvPr>
              <p:cNvSpPr/>
              <p:nvPr/>
            </p:nvSpPr>
            <p:spPr>
              <a:xfrm>
                <a:off x="6419088" y="4500880"/>
                <a:ext cx="457200" cy="457200"/>
              </a:xfrm>
              <a:prstGeom prst="roundRect">
                <a:avLst>
                  <a:gd name="adj" fmla="val 5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pic>
            <p:nvPicPr>
              <p:cNvPr id="315" name="Picture 314" descr="ic_warn_w.png">
                <a:extLst>
                  <a:ext uri="{FF2B5EF4-FFF2-40B4-BE49-F238E27FC236}">
                    <a16:creationId xmlns:a16="http://schemas.microsoft.com/office/drawing/2014/main" id="{3E2E60FB-0DA9-B992-5C69-2A073B348B5E}"/>
                  </a:ext>
                </a:extLst>
              </p:cNvPr>
              <p:cNvPicPr>
                <a:picLocks noChangeAspect="1"/>
              </p:cNvPicPr>
              <p:nvPr/>
            </p:nvPicPr>
            <p:blipFill>
              <a:blip r:embed="rId10"/>
              <a:stretch>
                <a:fillRect/>
              </a:stretch>
            </p:blipFill>
            <p:spPr>
              <a:xfrm>
                <a:off x="6519672" y="4601464"/>
                <a:ext cx="256032" cy="256032"/>
              </a:xfrm>
              <a:prstGeom prst="rect">
                <a:avLst/>
              </a:prstGeom>
            </p:spPr>
          </p:pic>
          <p:sp>
            <p:nvSpPr>
              <p:cNvPr id="317" name="TextBox 316">
                <a:extLst>
                  <a:ext uri="{FF2B5EF4-FFF2-40B4-BE49-F238E27FC236}">
                    <a16:creationId xmlns:a16="http://schemas.microsoft.com/office/drawing/2014/main" id="{20416DD8-6DC3-F622-3F18-A1653EB7C1DE}"/>
                  </a:ext>
                </a:extLst>
              </p:cNvPr>
              <p:cNvSpPr txBox="1"/>
              <p:nvPr/>
            </p:nvSpPr>
            <p:spPr>
              <a:xfrm>
                <a:off x="6995160" y="4529425"/>
                <a:ext cx="4754880" cy="400110"/>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023D20"/>
                    </a:solidFill>
                    <a:effectLst/>
                    <a:uLnTx/>
                    <a:uFillTx/>
                    <a:latin typeface="Segoe UI" panose="020B0502040204020203" pitchFamily="34" charset="0"/>
                    <a:ea typeface="+mn-ea"/>
                    <a:cs typeface="Segoe UI" panose="020B0502040204020203" pitchFamily="34" charset="0"/>
                  </a:rPr>
                  <a:t>THE TENSION: CHANGE IS COMING FASTER THAN READINESS</a:t>
                </a:r>
              </a:p>
            </p:txBody>
          </p:sp>
        </p:grpSp>
        <p:sp>
          <p:nvSpPr>
            <p:cNvPr id="319" name="TextBox 318">
              <a:extLst>
                <a:ext uri="{FF2B5EF4-FFF2-40B4-BE49-F238E27FC236}">
                  <a16:creationId xmlns:a16="http://schemas.microsoft.com/office/drawing/2014/main" id="{3ED3B12A-AD15-821E-CFD7-D9DD99D19D30}"/>
                </a:ext>
              </a:extLst>
            </p:cNvPr>
            <p:cNvSpPr txBox="1"/>
            <p:nvPr/>
          </p:nvSpPr>
          <p:spPr>
            <a:xfrm>
              <a:off x="6419088" y="5049520"/>
              <a:ext cx="5303520" cy="1264449"/>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500"/>
                </a:spcAft>
                <a:buClrTx/>
                <a:buSzTx/>
                <a:buFontTx/>
                <a:buNone/>
                <a:tabLst/>
                <a:defRPr/>
              </a:pPr>
              <a:r>
                <a:rPr kumimoji="0" sz="13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Respondents expect major change ahead, yet </a:t>
              </a:r>
              <a:r>
                <a:rPr kumimoji="0" sz="13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nearly half (48%) are still investing mainly to </a:t>
              </a:r>
              <a:r>
                <a:rPr kumimoji="0" lang="en-US" sz="13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remediate</a:t>
              </a:r>
              <a:r>
                <a:rPr kumimoji="0" sz="13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 existing compliance gaps</a:t>
              </a:r>
              <a:r>
                <a:rPr kumimoji="0" sz="13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a:t>
              </a:r>
            </a:p>
            <a:p>
              <a:pPr marL="0" marR="0" lvl="0" indent="0" algn="l" defTabSz="457200" rtl="0" eaLnBrk="1" fontAlgn="auto" latinLnBrk="0" hangingPunct="1">
                <a:lnSpc>
                  <a:spcPct val="100000"/>
                </a:lnSpc>
                <a:spcBef>
                  <a:spcPts val="0"/>
                </a:spcBef>
                <a:spcAft>
                  <a:spcPts val="500"/>
                </a:spcAft>
                <a:buClrTx/>
                <a:buSzTx/>
                <a:buFontTx/>
                <a:buNone/>
                <a:tabLst/>
                <a:defRPr/>
              </a:pPr>
              <a:r>
                <a:rPr kumimoji="0" sz="13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For organizations </a:t>
              </a:r>
              <a:r>
                <a:rPr kumimoji="0" lang="en-US" sz="13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primarily </a:t>
              </a:r>
              <a:r>
                <a:rPr kumimoji="0" sz="13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rPr>
                <a:t>focused on remediation, especially smaller institutions, each new wave of identity, data, AI and payment requirements risks adding to the backlog rather than being addressed ahead of time.</a:t>
              </a:r>
            </a:p>
          </p:txBody>
        </p:sp>
      </p:grpSp>
      <p:sp>
        <p:nvSpPr>
          <p:cNvPr id="331" name="Rounded Rectangle 11">
            <a:extLst>
              <a:ext uri="{FF2B5EF4-FFF2-40B4-BE49-F238E27FC236}">
                <a16:creationId xmlns:a16="http://schemas.microsoft.com/office/drawing/2014/main" id="{FCE5FC86-CD29-59ED-3AC5-2B73BEF7E523}"/>
              </a:ext>
            </a:extLst>
          </p:cNvPr>
          <p:cNvSpPr/>
          <p:nvPr/>
        </p:nvSpPr>
        <p:spPr>
          <a:xfrm>
            <a:off x="1815560" y="4576063"/>
            <a:ext cx="252000" cy="252000"/>
          </a:xfrm>
          <a:prstGeom prst="roundRect">
            <a:avLst>
              <a:gd name="adj" fmla="val 50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sym typeface="Arial"/>
              </a:rPr>
              <a:t>#4</a:t>
            </a:r>
          </a:p>
        </p:txBody>
      </p:sp>
      <p:sp>
        <p:nvSpPr>
          <p:cNvPr id="335" name="Rounded Rectangle 11">
            <a:extLst>
              <a:ext uri="{FF2B5EF4-FFF2-40B4-BE49-F238E27FC236}">
                <a16:creationId xmlns:a16="http://schemas.microsoft.com/office/drawing/2014/main" id="{DC1FFB48-6D5A-4399-5C1E-89B5B01023E9}"/>
              </a:ext>
            </a:extLst>
          </p:cNvPr>
          <p:cNvSpPr/>
          <p:nvPr/>
        </p:nvSpPr>
        <p:spPr>
          <a:xfrm>
            <a:off x="3717512" y="4576063"/>
            <a:ext cx="252000" cy="252000"/>
          </a:xfrm>
          <a:prstGeom prst="roundRect">
            <a:avLst>
              <a:gd name="adj" fmla="val 50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sym typeface="Arial"/>
              </a:rPr>
              <a:t>#5</a:t>
            </a:r>
          </a:p>
        </p:txBody>
      </p:sp>
      <p:sp>
        <p:nvSpPr>
          <p:cNvPr id="337" name="Rounded Rectangle 11">
            <a:extLst>
              <a:ext uri="{FF2B5EF4-FFF2-40B4-BE49-F238E27FC236}">
                <a16:creationId xmlns:a16="http://schemas.microsoft.com/office/drawing/2014/main" id="{3B6C0846-968D-D788-400D-2E78B3E0BD4F}"/>
              </a:ext>
            </a:extLst>
          </p:cNvPr>
          <p:cNvSpPr/>
          <p:nvPr/>
        </p:nvSpPr>
        <p:spPr>
          <a:xfrm>
            <a:off x="5619464" y="4576063"/>
            <a:ext cx="252000" cy="252000"/>
          </a:xfrm>
          <a:prstGeom prst="roundRect">
            <a:avLst>
              <a:gd name="adj" fmla="val 50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sym typeface="Arial"/>
              </a:rPr>
              <a:t>#6</a:t>
            </a:r>
          </a:p>
        </p:txBody>
      </p:sp>
      <p:sp>
        <p:nvSpPr>
          <p:cNvPr id="339" name="Flowchart: Manual Operation 338">
            <a:extLst>
              <a:ext uri="{FF2B5EF4-FFF2-40B4-BE49-F238E27FC236}">
                <a16:creationId xmlns:a16="http://schemas.microsoft.com/office/drawing/2014/main" id="{156BB1FC-2C85-62C9-E326-82A099748C3F}"/>
              </a:ext>
            </a:extLst>
          </p:cNvPr>
          <p:cNvSpPr/>
          <p:nvPr/>
        </p:nvSpPr>
        <p:spPr>
          <a:xfrm rot="10800000">
            <a:off x="4245518" y="5349911"/>
            <a:ext cx="1606642" cy="288888"/>
          </a:xfrm>
          <a:prstGeom prst="flowChartManualOperation">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7EE09981-8DEA-F181-B01F-04152660437E}"/>
              </a:ext>
            </a:extLst>
          </p:cNvPr>
          <p:cNvSpPr txBox="1"/>
          <p:nvPr/>
        </p:nvSpPr>
        <p:spPr>
          <a:xfrm>
            <a:off x="2308861" y="3959620"/>
            <a:ext cx="1841435" cy="215444"/>
          </a:xfrm>
          <a:prstGeom prst="rect">
            <a:avLst/>
          </a:prstGeom>
          <a:noFill/>
        </p:spPr>
        <p:txBody>
          <a:bodyPr wrap="square">
            <a:spAutoFit/>
          </a:bodyPr>
          <a:lstStyle/>
          <a:p>
            <a:pPr algn="ctr"/>
            <a:r>
              <a:rPr kumimoji="0" lang="en-US" sz="800" b="1"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sym typeface="Arial"/>
              </a:rPr>
              <a:t>Banking 72% · Insurance 68% </a:t>
            </a:r>
            <a:endParaRPr lang="en-CA" sz="800" b="1">
              <a:solidFill>
                <a:schemeClr val="bg1"/>
              </a:solidFill>
            </a:endParaRPr>
          </a:p>
        </p:txBody>
      </p:sp>
      <p:sp>
        <p:nvSpPr>
          <p:cNvPr id="12" name="TextBox 11">
            <a:extLst>
              <a:ext uri="{FF2B5EF4-FFF2-40B4-BE49-F238E27FC236}">
                <a16:creationId xmlns:a16="http://schemas.microsoft.com/office/drawing/2014/main" id="{2CC6B312-75F5-46DD-359F-B76D89F34923}"/>
              </a:ext>
            </a:extLst>
          </p:cNvPr>
          <p:cNvSpPr txBox="1"/>
          <p:nvPr/>
        </p:nvSpPr>
        <p:spPr>
          <a:xfrm>
            <a:off x="6202458" y="3959620"/>
            <a:ext cx="1841435" cy="215444"/>
          </a:xfrm>
          <a:prstGeom prst="rect">
            <a:avLst/>
          </a:prstGeom>
          <a:noFill/>
        </p:spPr>
        <p:txBody>
          <a:bodyPr wrap="square">
            <a:spAutoFit/>
          </a:bodyPr>
          <a:lstStyle/>
          <a:p>
            <a:pPr algn="ctr"/>
            <a:r>
              <a:rPr kumimoji="0" lang="en-US" sz="800" b="1"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sym typeface="Arial"/>
              </a:rPr>
              <a:t>Banking </a:t>
            </a:r>
            <a:r>
              <a:rPr lang="en-US" sz="800" b="1" kern="1200">
                <a:solidFill>
                  <a:schemeClr val="bg1"/>
                </a:solidFill>
                <a:latin typeface="Segoe UI" panose="020B0502040204020203" pitchFamily="34" charset="0"/>
                <a:ea typeface="+mn-ea"/>
                <a:cs typeface="Segoe UI" panose="020B0502040204020203" pitchFamily="34" charset="0"/>
              </a:rPr>
              <a:t>68</a:t>
            </a:r>
            <a:r>
              <a:rPr kumimoji="0" lang="en-US" sz="800" b="1"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sym typeface="Arial"/>
              </a:rPr>
              <a:t>% · Insurance 60% </a:t>
            </a:r>
            <a:endParaRPr lang="en-CA" sz="800" b="1">
              <a:solidFill>
                <a:schemeClr val="bg1"/>
              </a:solidFill>
            </a:endParaRPr>
          </a:p>
        </p:txBody>
      </p:sp>
      <p:sp>
        <p:nvSpPr>
          <p:cNvPr id="16" name="TextBox 15">
            <a:extLst>
              <a:ext uri="{FF2B5EF4-FFF2-40B4-BE49-F238E27FC236}">
                <a16:creationId xmlns:a16="http://schemas.microsoft.com/office/drawing/2014/main" id="{48BCB576-1AE6-792F-A8B3-5A676062B0A7}"/>
              </a:ext>
            </a:extLst>
          </p:cNvPr>
          <p:cNvSpPr txBox="1"/>
          <p:nvPr/>
        </p:nvSpPr>
        <p:spPr>
          <a:xfrm>
            <a:off x="5326158" y="4112020"/>
            <a:ext cx="1841435" cy="215444"/>
          </a:xfrm>
          <a:prstGeom prst="rect">
            <a:avLst/>
          </a:prstGeom>
          <a:noFill/>
        </p:spPr>
        <p:txBody>
          <a:bodyPr wrap="square">
            <a:spAutoFit/>
          </a:bodyPr>
          <a:lstStyle/>
          <a:p>
            <a:pPr algn="ctr"/>
            <a:r>
              <a:rPr kumimoji="0" lang="en-US" sz="800" b="1"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sym typeface="Arial"/>
              </a:rPr>
              <a:t>Banking 72% · Insurance 68% </a:t>
            </a:r>
            <a:endParaRPr lang="en-CA" sz="800" b="1">
              <a:solidFill>
                <a:schemeClr val="bg1"/>
              </a:solidFill>
            </a:endParaRPr>
          </a:p>
        </p:txBody>
      </p:sp>
      <p:sp>
        <p:nvSpPr>
          <p:cNvPr id="18" name="TextBox 17">
            <a:extLst>
              <a:ext uri="{FF2B5EF4-FFF2-40B4-BE49-F238E27FC236}">
                <a16:creationId xmlns:a16="http://schemas.microsoft.com/office/drawing/2014/main" id="{3D4041ED-AA2C-B7B0-922C-60A2154AF6D8}"/>
              </a:ext>
            </a:extLst>
          </p:cNvPr>
          <p:cNvSpPr txBox="1"/>
          <p:nvPr/>
        </p:nvSpPr>
        <p:spPr>
          <a:xfrm>
            <a:off x="10102374" y="3959620"/>
            <a:ext cx="1841435" cy="215444"/>
          </a:xfrm>
          <a:prstGeom prst="rect">
            <a:avLst/>
          </a:prstGeom>
          <a:noFill/>
        </p:spPr>
        <p:txBody>
          <a:bodyPr wrap="square">
            <a:spAutoFit/>
          </a:bodyPr>
          <a:lstStyle/>
          <a:p>
            <a:pPr algn="ctr"/>
            <a:r>
              <a:rPr kumimoji="0" lang="en-US" sz="800" b="1"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sym typeface="Arial"/>
              </a:rPr>
              <a:t>Banking </a:t>
            </a:r>
            <a:r>
              <a:rPr lang="en-US" sz="800" b="1" kern="1200">
                <a:solidFill>
                  <a:schemeClr val="bg1"/>
                </a:solidFill>
                <a:latin typeface="Segoe UI" panose="020B0502040204020203" pitchFamily="34" charset="0"/>
                <a:ea typeface="+mn-ea"/>
                <a:cs typeface="Segoe UI" panose="020B0502040204020203" pitchFamily="34" charset="0"/>
              </a:rPr>
              <a:t>61</a:t>
            </a:r>
            <a:r>
              <a:rPr kumimoji="0" lang="en-US" sz="800" b="1"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sym typeface="Arial"/>
              </a:rPr>
              <a:t>% · Insurance </a:t>
            </a:r>
            <a:r>
              <a:rPr lang="en-US" sz="800" b="1" kern="1200">
                <a:solidFill>
                  <a:schemeClr val="bg1"/>
                </a:solidFill>
                <a:latin typeface="Segoe UI" panose="020B0502040204020203" pitchFamily="34" charset="0"/>
                <a:ea typeface="+mn-ea"/>
                <a:cs typeface="Segoe UI" panose="020B0502040204020203" pitchFamily="34" charset="0"/>
              </a:rPr>
              <a:t>76</a:t>
            </a:r>
            <a:r>
              <a:rPr kumimoji="0" lang="en-US" sz="800" b="1"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sym typeface="Arial"/>
              </a:rPr>
              <a:t>% </a:t>
            </a:r>
            <a:endParaRPr lang="en-CA" sz="800" b="1">
              <a:solidFill>
                <a:schemeClr val="bg1"/>
              </a:solidFill>
            </a:endParaRPr>
          </a:p>
        </p:txBody>
      </p:sp>
      <p:grpSp>
        <p:nvGrpSpPr>
          <p:cNvPr id="21" name="Group 20">
            <a:extLst>
              <a:ext uri="{FF2B5EF4-FFF2-40B4-BE49-F238E27FC236}">
                <a16:creationId xmlns:a16="http://schemas.microsoft.com/office/drawing/2014/main" id="{E0DE12D1-6D6B-3E0E-41CE-FD8EC00F69D2}"/>
              </a:ext>
            </a:extLst>
          </p:cNvPr>
          <p:cNvGrpSpPr/>
          <p:nvPr/>
        </p:nvGrpSpPr>
        <p:grpSpPr>
          <a:xfrm>
            <a:off x="249638" y="464705"/>
            <a:ext cx="11521440" cy="585793"/>
            <a:chOff x="249638" y="464705"/>
            <a:chExt cx="11521440" cy="585793"/>
          </a:xfrm>
        </p:grpSpPr>
        <p:sp>
          <p:nvSpPr>
            <p:cNvPr id="22" name="Text 22">
              <a:extLst>
                <a:ext uri="{FF2B5EF4-FFF2-40B4-BE49-F238E27FC236}">
                  <a16:creationId xmlns:a16="http://schemas.microsoft.com/office/drawing/2014/main" id="{660B26CA-2F4B-98B0-506D-013D2DFDA47A}"/>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80" normalizeH="0" baseline="0" noProof="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WHATS COMING NEXT</a:t>
              </a:r>
            </a:p>
          </p:txBody>
        </p:sp>
        <p:sp>
          <p:nvSpPr>
            <p:cNvPr id="23" name="TextBox 22">
              <a:extLst>
                <a:ext uri="{FF2B5EF4-FFF2-40B4-BE49-F238E27FC236}">
                  <a16:creationId xmlns:a16="http://schemas.microsoft.com/office/drawing/2014/main" id="{676B8D1E-5DFC-6C6C-DEAF-F83A771FE297}"/>
                </a:ext>
              </a:extLst>
            </p:cNvPr>
            <p:cNvSpPr txBox="1"/>
            <p:nvPr/>
          </p:nvSpPr>
          <p:spPr>
            <a:xfrm>
              <a:off x="249638" y="711944"/>
              <a:ext cx="11521440" cy="338554"/>
            </a:xfrm>
            <a:prstGeom prst="rect">
              <a:avLst/>
            </a:prstGeom>
            <a:noFill/>
          </p:spPr>
          <p:txBody>
            <a:bodyPr wrap="square" lIns="0" tIns="0" rIns="0" bIns="0" anchor="t">
              <a:spAutoFit/>
            </a:bodyPr>
            <a:lstStyle/>
            <a:p>
              <a:pPr lvl="0" defTabSz="457200">
                <a:buClrTx/>
                <a:defRPr/>
              </a:pPr>
              <a:r>
                <a:rPr lang="en-US" sz="2200" b="1" kern="1200">
                  <a:solidFill>
                    <a:srgbClr val="111111"/>
                  </a:solidFill>
                  <a:latin typeface="Segoe UI" panose="020B0502040204020203" pitchFamily="34" charset="0"/>
                  <a:cs typeface="Segoe UI" panose="020B0502040204020203" pitchFamily="34" charset="0"/>
                </a:rPr>
                <a:t>Top of mind changes: Customer identity, AI governance, &amp; payment innovation</a:t>
              </a:r>
            </a:p>
          </p:txBody>
        </p:sp>
      </p:grpSp>
      <p:sp>
        <p:nvSpPr>
          <p:cNvPr id="24" name="TextBox 23">
            <a:extLst>
              <a:ext uri="{FF2B5EF4-FFF2-40B4-BE49-F238E27FC236}">
                <a16:creationId xmlns:a16="http://schemas.microsoft.com/office/drawing/2014/main" id="{9540EB17-5DE2-BFA8-EC9E-D88A14C8F494}"/>
              </a:ext>
            </a:extLst>
          </p:cNvPr>
          <p:cNvSpPr txBox="1"/>
          <p:nvPr/>
        </p:nvSpPr>
        <p:spPr>
          <a:xfrm>
            <a:off x="320040" y="1155192"/>
            <a:ext cx="11521440" cy="646331"/>
          </a:xfrm>
          <a:prstGeom prst="rect">
            <a:avLst/>
          </a:prstGeom>
          <a:noFill/>
        </p:spPr>
        <p:txBody>
          <a:bodyPr wrap="square" lIns="0" tIns="0" rIns="0" bIns="0" anchor="t">
            <a:spAutoFit/>
          </a:bodyPr>
          <a:lstStyle/>
          <a:p>
            <a:pPr lvl="0" defTabSz="457200">
              <a:buClrTx/>
              <a:defRPr/>
            </a:pPr>
            <a:r>
              <a:rPr lang="en-US" kern="1200">
                <a:solidFill>
                  <a:srgbClr val="404040"/>
                </a:solidFill>
                <a:latin typeface="Segoe UI" panose="020B0502040204020203" pitchFamily="34" charset="0"/>
                <a:cs typeface="Segoe UI" panose="020B0502040204020203" pitchFamily="34" charset="0"/>
              </a:rPr>
              <a:t>Respondents were asked which </a:t>
            </a:r>
            <a:r>
              <a:rPr lang="en-US" b="1" kern="1200">
                <a:solidFill>
                  <a:srgbClr val="404040"/>
                </a:solidFill>
                <a:latin typeface="Segoe UI" panose="020B0502040204020203" pitchFamily="34" charset="0"/>
                <a:cs typeface="Segoe UI" panose="020B0502040204020203" pitchFamily="34" charset="0"/>
              </a:rPr>
              <a:t>upcoming regulatory or market changes will have the greatest impact on their fraud programs</a:t>
            </a:r>
            <a:r>
              <a:rPr lang="en-US" kern="1200">
                <a:solidFill>
                  <a:srgbClr val="404040"/>
                </a:solidFill>
                <a:latin typeface="Segoe UI" panose="020B0502040204020203" pitchFamily="34" charset="0"/>
                <a:cs typeface="Segoe UI" panose="020B0502040204020203" pitchFamily="34" charset="0"/>
              </a:rPr>
              <a:t>, respondents converged on three. Together, they point to a fraud landscape being reshaped by how customers are verified, how data and AI are governed, and how fast money moves.</a:t>
            </a:r>
          </a:p>
        </p:txBody>
      </p:sp>
      <p:sp>
        <p:nvSpPr>
          <p:cNvPr id="5" name="Rectangle 4">
            <a:extLst>
              <a:ext uri="{FF2B5EF4-FFF2-40B4-BE49-F238E27FC236}">
                <a16:creationId xmlns:a16="http://schemas.microsoft.com/office/drawing/2014/main" id="{0B8F21DB-F356-D583-5B8A-C867095A24FB}"/>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lvl="0" algn="just">
              <a:buClrTx/>
              <a:defRPr/>
            </a:pPr>
            <a:r>
              <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rPr>
              <a:t>For detailed data please refer to </a:t>
            </a:r>
            <a:r>
              <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hlinkClick r:id="rId11" action="ppaction://hlinksldjump"/>
              </a:rPr>
              <a:t>Appendix</a:t>
            </a:r>
            <a:r>
              <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hlinkClick r:id="" action="ppaction://noaction"/>
              </a:rPr>
              <a:t> </a:t>
            </a:r>
            <a:endParaRPr lang="en-US" sz="800" kern="1200">
              <a:solidFill>
                <a:srgbClr val="000000">
                  <a:lumMod val="75000"/>
                  <a:lumOff val="25000"/>
                </a:srgbClr>
              </a:solidFill>
              <a:latin typeface="Segoe UI" panose="020B0502040204020203" pitchFamily="34" charset="0"/>
              <a:ea typeface="Open Sans" panose="020B0606030504020204" pitchFamily="34" charset="0"/>
              <a:cs typeface="Segoe UI" panose="020B0502040204020203" pitchFamily="34" charset="0"/>
            </a:endParaRPr>
          </a:p>
        </p:txBody>
      </p:sp>
    </p:spTree>
    <p:extLst>
      <p:ext uri="{BB962C8B-B14F-4D97-AF65-F5344CB8AC3E}">
        <p14:creationId xmlns:p14="http://schemas.microsoft.com/office/powerpoint/2010/main" val="4150166196"/>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9F514-D3D6-5910-376C-FD5E2086F4B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8F2B3C3-A0F6-0C46-A2CF-7384D509076F}"/>
              </a:ext>
            </a:extLst>
          </p:cNvPr>
          <p:cNvSpPr/>
          <p:nvPr/>
        </p:nvSpPr>
        <p:spPr>
          <a:xfrm>
            <a:off x="0" y="0"/>
            <a:ext cx="442991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 name="TextBox 2">
            <a:extLst>
              <a:ext uri="{FF2B5EF4-FFF2-40B4-BE49-F238E27FC236}">
                <a16:creationId xmlns:a16="http://schemas.microsoft.com/office/drawing/2014/main" id="{FEC43DA6-90D5-9AD1-63F9-E6D6707AA6BA}"/>
              </a:ext>
            </a:extLst>
          </p:cNvPr>
          <p:cNvSpPr txBox="1"/>
          <p:nvPr/>
        </p:nvSpPr>
        <p:spPr>
          <a:xfrm>
            <a:off x="2472490" y="1511040"/>
            <a:ext cx="1898069" cy="100027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en-CA" sz="1200" b="1" i="0" u="none" strike="noStrike" kern="0" cap="none" spc="0" normalizeH="0" baseline="0" noProof="0">
                <a:ln>
                  <a:noFill/>
                </a:ln>
                <a:solidFill>
                  <a:srgbClr val="4EA72E"/>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Jon Haywood</a:t>
            </a:r>
            <a:br>
              <a:rPr kumimoji="0" lang="en-CA" sz="1200" b="1" i="0" u="none" strike="noStrike" kern="0" cap="none" spc="0" normalizeH="0" baseline="0" noProof="0">
                <a:ln>
                  <a:noFill/>
                </a:ln>
                <a:solidFill>
                  <a:srgbClr val="000000"/>
                </a:solidFill>
                <a:effectLst/>
                <a:uLnTx/>
                <a:uFillTx/>
                <a:latin typeface="Segoe UI" panose="020B0502040204020203" pitchFamily="34" charset="0"/>
                <a:ea typeface="Open Sans Light" panose="020B0306030504020204" pitchFamily="34" charset="0"/>
                <a:cs typeface="Segoe UI" panose="020B0502040204020203" pitchFamily="34" charset="0"/>
                <a:sym typeface="Arial"/>
              </a:rPr>
            </a:br>
            <a: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Partner</a:t>
            </a:r>
            <a:b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br>
            <a: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Financial Crime</a:t>
            </a: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Light" panose="020B0306030504020204" pitchFamily="34" charset="0"/>
                <a:cs typeface="Segoe UI" panose="020B0502040204020203" pitchFamily="34" charset="0"/>
                <a:sym typeface="Arial"/>
              </a:rPr>
              <a:t>416-371-2311</a:t>
            </a:r>
            <a:b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Light" panose="020B0306030504020204" pitchFamily="34" charset="0"/>
                <a:cs typeface="Segoe UI" panose="020B0502040204020203" pitchFamily="34" charset="0"/>
                <a:sym typeface="Arial"/>
              </a:rPr>
            </a:br>
            <a: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Light" panose="020B0306030504020204" pitchFamily="34" charset="0"/>
                <a:cs typeface="Segoe UI" panose="020B0502040204020203" pitchFamily="34" charset="0"/>
                <a:sym typeface="Arial"/>
              </a:rPr>
              <a:t>johaywood@deloitte.ca</a:t>
            </a:r>
          </a:p>
        </p:txBody>
      </p:sp>
      <p:sp>
        <p:nvSpPr>
          <p:cNvPr id="5" name="TextBox 4">
            <a:extLst>
              <a:ext uri="{FF2B5EF4-FFF2-40B4-BE49-F238E27FC236}">
                <a16:creationId xmlns:a16="http://schemas.microsoft.com/office/drawing/2014/main" id="{C0C6ED02-D104-49EB-BAF4-B640E78037C4}"/>
              </a:ext>
            </a:extLst>
          </p:cNvPr>
          <p:cNvSpPr txBox="1"/>
          <p:nvPr/>
        </p:nvSpPr>
        <p:spPr>
          <a:xfrm>
            <a:off x="330179" y="1511040"/>
            <a:ext cx="1995491" cy="100027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en-CA" sz="1200" b="1" i="0" u="none" strike="noStrike" kern="0" cap="none" spc="0" normalizeH="0" baseline="0" noProof="0">
                <a:ln>
                  <a:noFill/>
                </a:ln>
                <a:solidFill>
                  <a:srgbClr val="4EA72E"/>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Kevin Luh</a:t>
            </a:r>
            <a:br>
              <a:rPr kumimoji="0" lang="en-CA" sz="1200" b="1" i="0" u="none" strike="noStrike" kern="0" cap="none" spc="0" normalizeH="0" baseline="0" noProof="0">
                <a:ln>
                  <a:noFill/>
                </a:ln>
                <a:solidFill>
                  <a:srgbClr val="000000"/>
                </a:solidFill>
                <a:effectLst/>
                <a:uLnTx/>
                <a:uFillTx/>
                <a:latin typeface="Segoe UI" panose="020B0502040204020203" pitchFamily="34" charset="0"/>
                <a:ea typeface="Open Sans Light" panose="020B0306030504020204" pitchFamily="34" charset="0"/>
                <a:cs typeface="Segoe UI" panose="020B0502040204020203" pitchFamily="34" charset="0"/>
                <a:sym typeface="Arial"/>
              </a:rPr>
            </a:br>
            <a: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Fraud Management Leader Financial Crime</a:t>
            </a: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Light" panose="020B0306030504020204" pitchFamily="34" charset="0"/>
                <a:cs typeface="Segoe UI" panose="020B0502040204020203" pitchFamily="34" charset="0"/>
                <a:sym typeface="Arial"/>
              </a:rPr>
              <a:t>416-824-1663</a:t>
            </a:r>
            <a:b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Light" panose="020B0306030504020204" pitchFamily="34" charset="0"/>
                <a:cs typeface="Segoe UI" panose="020B0502040204020203" pitchFamily="34" charset="0"/>
                <a:sym typeface="Arial"/>
              </a:rPr>
            </a:br>
            <a: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Light" panose="020B0306030504020204" pitchFamily="34" charset="0"/>
                <a:cs typeface="Segoe UI" panose="020B0502040204020203" pitchFamily="34" charset="0"/>
                <a:sym typeface="Arial"/>
              </a:rPr>
              <a:t>kluh@deloitte.ca</a:t>
            </a:r>
          </a:p>
        </p:txBody>
      </p:sp>
      <p:sp>
        <p:nvSpPr>
          <p:cNvPr id="6" name="TextBox 5">
            <a:extLst>
              <a:ext uri="{FF2B5EF4-FFF2-40B4-BE49-F238E27FC236}">
                <a16:creationId xmlns:a16="http://schemas.microsoft.com/office/drawing/2014/main" id="{7D103303-339E-E587-EF70-29FC1A340F97}"/>
              </a:ext>
            </a:extLst>
          </p:cNvPr>
          <p:cNvSpPr txBox="1"/>
          <p:nvPr/>
        </p:nvSpPr>
        <p:spPr>
          <a:xfrm>
            <a:off x="2472490" y="2866325"/>
            <a:ext cx="1898069" cy="100027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en-CA" sz="1200" b="1" i="0" u="none" strike="noStrike" kern="0" cap="none" spc="0" normalizeH="0" baseline="0" noProof="0">
                <a:ln>
                  <a:noFill/>
                </a:ln>
                <a:solidFill>
                  <a:srgbClr val="4EA72E"/>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Riley Bruce</a:t>
            </a:r>
            <a:br>
              <a:rPr kumimoji="0" lang="en-CA" sz="1200" b="1" i="0" u="none" strike="noStrike" kern="0" cap="none" spc="0" normalizeH="0" baseline="0" noProof="0">
                <a:ln>
                  <a:noFill/>
                </a:ln>
                <a:solidFill>
                  <a:srgbClr val="000000"/>
                </a:solidFill>
                <a:effectLst/>
                <a:uLnTx/>
                <a:uFillTx/>
                <a:latin typeface="Segoe UI" panose="020B0502040204020203" pitchFamily="34" charset="0"/>
                <a:ea typeface="Open Sans Light" panose="020B0306030504020204" pitchFamily="34" charset="0"/>
                <a:cs typeface="Segoe UI" panose="020B0502040204020203" pitchFamily="34" charset="0"/>
                <a:sym typeface="Arial"/>
              </a:rPr>
            </a:br>
            <a: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Light" panose="020B0306030504020204" pitchFamily="34" charset="0"/>
                <a:cs typeface="Segoe UI" panose="020B0502040204020203" pitchFamily="34" charset="0"/>
                <a:sym typeface="Arial"/>
              </a:rPr>
              <a:t>Senior </a:t>
            </a:r>
            <a: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Consultant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Financial Crime</a:t>
            </a: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lang="en-CA" sz="1200">
                <a:solidFill>
                  <a:srgbClr val="000000">
                    <a:lumMod val="75000"/>
                    <a:lumOff val="25000"/>
                  </a:srgbClr>
                </a:solidFill>
                <a:latin typeface="Segoe UI" panose="020B0502040204020203" pitchFamily="34" charset="0"/>
                <a:ea typeface="Open Sans Light" panose="020B0306030504020204" pitchFamily="34" charset="0"/>
                <a:cs typeface="Segoe UI" panose="020B0502040204020203" pitchFamily="34" charset="0"/>
              </a:rPr>
              <a:t>647</a:t>
            </a:r>
            <a: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Light" panose="020B0306030504020204" pitchFamily="34" charset="0"/>
                <a:cs typeface="Segoe UI" panose="020B0502040204020203" pitchFamily="34" charset="0"/>
                <a:sym typeface="Arial"/>
              </a:rPr>
              <a:t>-505-8</a:t>
            </a:r>
            <a:r>
              <a:rPr lang="en-CA" sz="1200">
                <a:solidFill>
                  <a:srgbClr val="000000">
                    <a:lumMod val="75000"/>
                    <a:lumOff val="25000"/>
                  </a:srgbClr>
                </a:solidFill>
                <a:latin typeface="Segoe UI" panose="020B0502040204020203" pitchFamily="34" charset="0"/>
                <a:ea typeface="Open Sans Light" panose="020B0306030504020204" pitchFamily="34" charset="0"/>
                <a:cs typeface="Segoe UI" panose="020B0502040204020203" pitchFamily="34" charset="0"/>
              </a:rPr>
              <a:t>417</a:t>
            </a:r>
            <a:b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Light" panose="020B0306030504020204" pitchFamily="34" charset="0"/>
                <a:cs typeface="Segoe UI" panose="020B0502040204020203" pitchFamily="34" charset="0"/>
                <a:sym typeface="Arial"/>
              </a:rPr>
            </a:br>
            <a: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Light" panose="020B0306030504020204" pitchFamily="34" charset="0"/>
                <a:cs typeface="Segoe UI" panose="020B0502040204020203" pitchFamily="34" charset="0"/>
                <a:sym typeface="Arial"/>
              </a:rPr>
              <a:t>ribruce@deloitte.ca </a:t>
            </a:r>
          </a:p>
        </p:txBody>
      </p:sp>
      <p:sp>
        <p:nvSpPr>
          <p:cNvPr id="8" name="TextBox 7">
            <a:extLst>
              <a:ext uri="{FF2B5EF4-FFF2-40B4-BE49-F238E27FC236}">
                <a16:creationId xmlns:a16="http://schemas.microsoft.com/office/drawing/2014/main" id="{25AC4A01-16F7-76C5-8760-28E29EAC8E85}"/>
              </a:ext>
            </a:extLst>
          </p:cNvPr>
          <p:cNvSpPr txBox="1"/>
          <p:nvPr/>
        </p:nvSpPr>
        <p:spPr>
          <a:xfrm>
            <a:off x="330180" y="4221610"/>
            <a:ext cx="1714500" cy="100027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en-CA" sz="1200" b="1" i="0" u="none" strike="noStrike" kern="0" cap="none" spc="0" normalizeH="0" baseline="0" noProof="0">
                <a:ln>
                  <a:noFill/>
                </a:ln>
                <a:solidFill>
                  <a:srgbClr val="4EA72E"/>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David Lin</a:t>
            </a:r>
            <a:br>
              <a:rPr kumimoji="0" lang="en-CA" sz="1200" b="1" i="0" u="none" strike="noStrike" kern="0" cap="none" spc="0" normalizeH="0" baseline="0" noProof="0">
                <a:ln>
                  <a:noFill/>
                </a:ln>
                <a:solidFill>
                  <a:srgbClr val="000000"/>
                </a:solidFill>
                <a:effectLst/>
                <a:uLnTx/>
                <a:uFillTx/>
                <a:latin typeface="Segoe UI" panose="020B0502040204020203" pitchFamily="34" charset="0"/>
                <a:ea typeface="Open Sans Light" panose="020B0306030504020204" pitchFamily="34" charset="0"/>
                <a:cs typeface="Segoe UI" panose="020B0502040204020203" pitchFamily="34" charset="0"/>
                <a:sym typeface="Arial"/>
              </a:rPr>
            </a:br>
            <a: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Consultant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Financial Crime</a:t>
            </a: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Light" panose="020B0306030504020204" pitchFamily="34" charset="0"/>
                <a:cs typeface="Segoe UI" panose="020B0502040204020203" pitchFamily="34" charset="0"/>
                <a:sym typeface="Arial"/>
              </a:rPr>
              <a:t>437-</a:t>
            </a:r>
            <a:r>
              <a:rPr lang="en-CA" sz="1200">
                <a:solidFill>
                  <a:srgbClr val="000000">
                    <a:lumMod val="75000"/>
                    <a:lumOff val="25000"/>
                  </a:srgbClr>
                </a:solidFill>
                <a:latin typeface="Segoe UI" panose="020B0502040204020203" pitchFamily="34" charset="0"/>
                <a:ea typeface="Open Sans Light" panose="020B0306030504020204" pitchFamily="34" charset="0"/>
                <a:cs typeface="Segoe UI" panose="020B0502040204020203" pitchFamily="34" charset="0"/>
              </a:rPr>
              <a:t>349</a:t>
            </a:r>
            <a: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Light" panose="020B0306030504020204" pitchFamily="34" charset="0"/>
                <a:cs typeface="Segoe UI" panose="020B0502040204020203" pitchFamily="34" charset="0"/>
                <a:sym typeface="Arial"/>
              </a:rPr>
              <a:t>-7569</a:t>
            </a:r>
            <a:b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Light" panose="020B0306030504020204" pitchFamily="34" charset="0"/>
                <a:cs typeface="Segoe UI" panose="020B0502040204020203" pitchFamily="34" charset="0"/>
                <a:sym typeface="Arial"/>
              </a:rPr>
            </a:br>
            <a: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Light" panose="020B0306030504020204" pitchFamily="34" charset="0"/>
                <a:cs typeface="Segoe UI" panose="020B0502040204020203" pitchFamily="34" charset="0"/>
                <a:sym typeface="Arial"/>
              </a:rPr>
              <a:t>davlin@deloitte.ca</a:t>
            </a:r>
          </a:p>
        </p:txBody>
      </p:sp>
      <p:sp>
        <p:nvSpPr>
          <p:cNvPr id="10" name="TextBox 9">
            <a:extLst>
              <a:ext uri="{FF2B5EF4-FFF2-40B4-BE49-F238E27FC236}">
                <a16:creationId xmlns:a16="http://schemas.microsoft.com/office/drawing/2014/main" id="{7CFDC2CF-AD04-E4D3-3577-93E2B8A1D20D}"/>
              </a:ext>
            </a:extLst>
          </p:cNvPr>
          <p:cNvSpPr txBox="1"/>
          <p:nvPr/>
        </p:nvSpPr>
        <p:spPr>
          <a:xfrm>
            <a:off x="330180" y="2866325"/>
            <a:ext cx="1714500" cy="100027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en-CA" sz="1200" b="1" i="0" u="none" strike="noStrike" kern="0" cap="none" spc="0" normalizeH="0" baseline="0" noProof="0">
                <a:ln>
                  <a:noFill/>
                </a:ln>
                <a:solidFill>
                  <a:srgbClr val="4EA72E"/>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Lisa Carpenter </a:t>
            </a:r>
            <a:br>
              <a:rPr kumimoji="0" lang="en-CA" sz="1200" b="1" i="0" u="none" strike="noStrike" kern="0" cap="none" spc="0" normalizeH="0" baseline="0" noProof="0">
                <a:ln>
                  <a:noFill/>
                </a:ln>
                <a:solidFill>
                  <a:srgbClr val="000000"/>
                </a:solidFill>
                <a:effectLst/>
                <a:uLnTx/>
                <a:uFillTx/>
                <a:latin typeface="Segoe UI" panose="020B0502040204020203" pitchFamily="34" charset="0"/>
                <a:ea typeface="Open Sans Light" panose="020B0306030504020204" pitchFamily="34" charset="0"/>
                <a:cs typeface="Segoe UI" panose="020B0502040204020203" pitchFamily="34" charset="0"/>
                <a:sym typeface="Arial"/>
              </a:rPr>
            </a:br>
            <a: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Partner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Fraud Management</a:t>
            </a: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Light" panose="020B0306030504020204" pitchFamily="34" charset="0"/>
                <a:cs typeface="Segoe UI" panose="020B0502040204020203" pitchFamily="34" charset="0"/>
                <a:sym typeface="Arial"/>
              </a:rPr>
              <a:t>416-</a:t>
            </a:r>
            <a:r>
              <a:rPr lang="en-CA" sz="1200">
                <a:solidFill>
                  <a:srgbClr val="000000">
                    <a:lumMod val="75000"/>
                    <a:lumOff val="25000"/>
                  </a:srgbClr>
                </a:solidFill>
                <a:latin typeface="Segoe UI" panose="020B0502040204020203" pitchFamily="34" charset="0"/>
                <a:ea typeface="Open Sans Light" panose="020B0306030504020204" pitchFamily="34" charset="0"/>
                <a:cs typeface="Segoe UI" panose="020B0502040204020203" pitchFamily="34" charset="0"/>
              </a:rPr>
              <a:t>409-9937</a:t>
            </a:r>
            <a:b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Light" panose="020B0306030504020204" pitchFamily="34" charset="0"/>
                <a:cs typeface="Segoe UI" panose="020B0502040204020203" pitchFamily="34" charset="0"/>
                <a:sym typeface="Arial"/>
              </a:rPr>
            </a:br>
            <a:r>
              <a:rPr kumimoji="0" lang="en-CA"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Open Sans Light" panose="020B0306030504020204" pitchFamily="34" charset="0"/>
                <a:cs typeface="Segoe UI" panose="020B0502040204020203" pitchFamily="34" charset="0"/>
                <a:sym typeface="Arial"/>
              </a:rPr>
              <a:t>licarpenter@deloitte.ca</a:t>
            </a:r>
          </a:p>
        </p:txBody>
      </p:sp>
      <p:sp>
        <p:nvSpPr>
          <p:cNvPr id="2" name="Rectangle 1">
            <a:extLst>
              <a:ext uri="{FF2B5EF4-FFF2-40B4-BE49-F238E27FC236}">
                <a16:creationId xmlns:a16="http://schemas.microsoft.com/office/drawing/2014/main" id="{8D04D867-C14E-24F2-088A-0BA21FF7F622}"/>
              </a:ext>
            </a:extLst>
          </p:cNvPr>
          <p:cNvSpPr/>
          <p:nvPr/>
        </p:nvSpPr>
        <p:spPr>
          <a:xfrm>
            <a:off x="4561986" y="1375227"/>
            <a:ext cx="7491261" cy="16634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365760" rIns="365760" rtlCol="0" anchor="t"/>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1300" b="1" i="0" u="none" strike="noStrike" kern="1200" cap="none" spc="0" normalizeH="0" baseline="0" noProof="0">
                <a:ln>
                  <a:noFill/>
                </a:ln>
                <a:solidFill>
                  <a:srgbClr val="4EA72E"/>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Deloitte’s Financial Crime Practice </a:t>
            </a:r>
            <a:r>
              <a:rPr kumimoji="0" lang="en-US" sz="13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is comprised of seasoned, senior professionals with hands-on, in-depth experience, leading various transformational fraud initiatives at retail organizations, financial service institutions as well as the public sector. </a:t>
            </a:r>
          </a:p>
          <a:p>
            <a:pPr marL="0" marR="0" lvl="0" indent="0" algn="l" defTabSz="914400" rtl="0" eaLnBrk="1" fontAlgn="auto" latinLnBrk="0" hangingPunct="1">
              <a:lnSpc>
                <a:spcPct val="100000"/>
              </a:lnSpc>
              <a:spcBef>
                <a:spcPts val="0"/>
              </a:spcBef>
              <a:spcAft>
                <a:spcPts val="0"/>
              </a:spcAft>
              <a:buClrTx/>
              <a:buSzTx/>
              <a:buFont typeface="Arial"/>
              <a:buNone/>
              <a:tabLst/>
              <a:defRPr/>
            </a:pPr>
            <a:endParaRPr kumimoji="0" lang="en-US" sz="13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13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Deloitte helps clients design, build, and operate dynamic, business-aligned fraud programs for various lines of businesses. You can be assured of being well-equipped to meet the requirements, while continuing to focus on what you do best: managing your organization.</a:t>
            </a:r>
          </a:p>
        </p:txBody>
      </p:sp>
      <p:grpSp>
        <p:nvGrpSpPr>
          <p:cNvPr id="19" name="Group 18">
            <a:extLst>
              <a:ext uri="{FF2B5EF4-FFF2-40B4-BE49-F238E27FC236}">
                <a16:creationId xmlns:a16="http://schemas.microsoft.com/office/drawing/2014/main" id="{405CC2F4-7496-DE68-4977-B61B890085CE}"/>
              </a:ext>
            </a:extLst>
          </p:cNvPr>
          <p:cNvGrpSpPr/>
          <p:nvPr/>
        </p:nvGrpSpPr>
        <p:grpSpPr>
          <a:xfrm>
            <a:off x="4776595" y="3224340"/>
            <a:ext cx="7062042" cy="2208861"/>
            <a:chOff x="4760090" y="1548981"/>
            <a:chExt cx="7062042" cy="1663440"/>
          </a:xfrm>
        </p:grpSpPr>
        <p:sp>
          <p:nvSpPr>
            <p:cNvPr id="14" name="Rectangle 13">
              <a:extLst>
                <a:ext uri="{FF2B5EF4-FFF2-40B4-BE49-F238E27FC236}">
                  <a16:creationId xmlns:a16="http://schemas.microsoft.com/office/drawing/2014/main" id="{25B1F1B7-5ABC-A0E5-495C-8E48D10C49FB}"/>
                </a:ext>
              </a:extLst>
            </p:cNvPr>
            <p:cNvSpPr/>
            <p:nvPr/>
          </p:nvSpPr>
          <p:spPr>
            <a:xfrm>
              <a:off x="4760090" y="1548981"/>
              <a:ext cx="3429822" cy="16634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365760" rIns="365760" rtlCol="0" anchor="t"/>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Global leadership: </a:t>
              </a:r>
              <a:r>
                <a:rPr kumimoji="0" lang="en-US" sz="11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Deloitte is a global leader in Fraud Strategy Consulting. We offer differentiated domain leadership and entrenched industry experience</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Ecosystems and alliances</a:t>
              </a:r>
              <a:r>
                <a:rPr kumimoji="0" lang="en-US" sz="11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 Strong alliances with leading technology vendors, industry organizations, and research entities provide leading insights, intelligence, information-sharing, and collaboration</a:t>
              </a:r>
            </a:p>
            <a:p>
              <a:pPr marL="0" marR="0" lvl="0" indent="0" algn="l" defTabSz="914400" rtl="0" eaLnBrk="1" fontAlgn="auto" latinLnBrk="0" hangingPunct="1">
                <a:lnSpc>
                  <a:spcPct val="100000"/>
                </a:lnSpc>
                <a:spcBef>
                  <a:spcPts val="0"/>
                </a:spcBef>
                <a:spcAft>
                  <a:spcPts val="0"/>
                </a:spcAft>
                <a:buClrTx/>
                <a:buSzTx/>
                <a:buFont typeface="Arial"/>
                <a:buNone/>
                <a:tabLst/>
                <a:defRPr/>
              </a:pPr>
              <a:endParaRPr kumimoji="0" lang="en-US" sz="11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
          <p:nvSpPr>
            <p:cNvPr id="17" name="Rectangle 16">
              <a:extLst>
                <a:ext uri="{FF2B5EF4-FFF2-40B4-BE49-F238E27FC236}">
                  <a16:creationId xmlns:a16="http://schemas.microsoft.com/office/drawing/2014/main" id="{95A44ACB-D1F4-4DE4-3135-886EC2A1696A}"/>
                </a:ext>
              </a:extLst>
            </p:cNvPr>
            <p:cNvSpPr/>
            <p:nvPr/>
          </p:nvSpPr>
          <p:spPr>
            <a:xfrm>
              <a:off x="7924800" y="1548981"/>
              <a:ext cx="3897332" cy="16634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365760" rIns="365760" rtlCol="0" anchor="t"/>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Quantification of fraud risk: </a:t>
              </a:r>
              <a:r>
                <a:rPr kumimoji="0" lang="en-US" sz="11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Through integrating data and tailored statistical models for risk quantification, we help organizations to augment their experience with technology to develop risk-intelligence responses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Data-driven solutions: </a:t>
              </a:r>
              <a:r>
                <a:rPr kumimoji="0" lang="en-US" sz="11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Through our deep technical and industry insight with cutting-edge analytics, we help identify the right data-driven fraud solutions to address the most complex issues impacting your business today</a:t>
              </a:r>
            </a:p>
            <a:p>
              <a:pPr marL="0" marR="0" lvl="0" indent="0" algn="l" defTabSz="914400" rtl="0" eaLnBrk="1" fontAlgn="auto" latinLnBrk="0" hangingPunct="1">
                <a:lnSpc>
                  <a:spcPct val="100000"/>
                </a:lnSpc>
                <a:spcBef>
                  <a:spcPts val="0"/>
                </a:spcBef>
                <a:spcAft>
                  <a:spcPts val="0"/>
                </a:spcAft>
                <a:buClrTx/>
                <a:buSzTx/>
                <a:buFont typeface="Arial"/>
                <a:buNone/>
                <a:tabLst/>
                <a:defRPr/>
              </a:pPr>
              <a:endParaRPr kumimoji="0" lang="en-US" sz="11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grpSp>
      <p:sp>
        <p:nvSpPr>
          <p:cNvPr id="18" name="Rectangle 17">
            <a:extLst>
              <a:ext uri="{FF2B5EF4-FFF2-40B4-BE49-F238E27FC236}">
                <a16:creationId xmlns:a16="http://schemas.microsoft.com/office/drawing/2014/main" id="{CCD36339-ABB1-B059-F8C1-D4F871A6BBA5}"/>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CONTACT</a:t>
            </a:r>
          </a:p>
        </p:txBody>
      </p:sp>
    </p:spTree>
    <p:extLst>
      <p:ext uri="{BB962C8B-B14F-4D97-AF65-F5344CB8AC3E}">
        <p14:creationId xmlns:p14="http://schemas.microsoft.com/office/powerpoint/2010/main" val="2729053528"/>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blip>
          <a:srcRect/>
          <a:stretch>
            <a:fillRect/>
          </a:stretch>
        </a:blipFill>
        <a:effectLst/>
      </p:bgPr>
    </p:bg>
    <p:spTree>
      <p:nvGrpSpPr>
        <p:cNvPr id="1" name="">
          <a:extLst>
            <a:ext uri="{FF2B5EF4-FFF2-40B4-BE49-F238E27FC236}">
              <a16:creationId xmlns:a16="http://schemas.microsoft.com/office/drawing/2014/main" id="{496308F7-D832-EB30-B8B8-FAC27973DC11}"/>
            </a:ext>
          </a:extLst>
        </p:cNvPr>
        <p:cNvGrpSpPr/>
        <p:nvPr/>
      </p:nvGrpSpPr>
      <p:grpSpPr>
        <a:xfrm>
          <a:off x="0" y="0"/>
          <a:ext cx="0" cy="0"/>
          <a:chOff x="0" y="0"/>
          <a:chExt cx="0" cy="0"/>
        </a:xfrm>
      </p:grpSpPr>
      <p:sp>
        <p:nvSpPr>
          <p:cNvPr id="10" name="Text Placeholder 3">
            <a:extLst>
              <a:ext uri="{FF2B5EF4-FFF2-40B4-BE49-F238E27FC236}">
                <a16:creationId xmlns:a16="http://schemas.microsoft.com/office/drawing/2014/main" id="{1CCCB8C9-6701-31FE-2275-E7EE13079598}"/>
              </a:ext>
            </a:extLst>
          </p:cNvPr>
          <p:cNvSpPr txBox="1">
            <a:spLocks/>
          </p:cNvSpPr>
          <p:nvPr/>
        </p:nvSpPr>
        <p:spPr>
          <a:xfrm>
            <a:off x="0" y="0"/>
            <a:ext cx="12192000" cy="6858000"/>
          </a:xfrm>
          <a:prstGeom prst="rect">
            <a:avLst/>
          </a:prstGeom>
          <a:solidFill>
            <a:schemeClr val="tx1">
              <a:lumMod val="75000"/>
              <a:lumOff val="25000"/>
              <a:alpha val="70000"/>
            </a:schemeClr>
          </a:solidFill>
          <a:ln>
            <a:noFill/>
          </a:ln>
        </p:spPr>
        <p:txBody>
          <a:bodyPr spcFirstLastPara="1" wrap="square" lIns="365760" tIns="182880" rIns="0" bIns="0" anchor="ctr"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Open Sans"/>
                <a:ea typeface="Open Sans"/>
                <a:cs typeface="Open Sans"/>
                <a:sym typeface="Open Sans"/>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Open Sans"/>
                <a:ea typeface="Open Sans"/>
                <a:cs typeface="Open Sans"/>
                <a:sym typeface="Open Sans"/>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lang="en-US" b="1">
              <a:solidFill>
                <a:srgbClr val="FFFFFF"/>
              </a:solidFill>
              <a:effectLst>
                <a:glow rad="101600">
                  <a:srgbClr val="000000">
                    <a:alpha val="22000"/>
                  </a:srgbClr>
                </a:glow>
              </a:effectLst>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lang="en-US" b="1">
                <a:solidFill>
                  <a:srgbClr val="FFFFFF"/>
                </a:solidFill>
                <a:effectLst>
                  <a:glow rad="101600">
                    <a:srgbClr val="000000">
                      <a:alpha val="22000"/>
                    </a:srgbClr>
                  </a:glow>
                </a:effectLst>
                <a:latin typeface="Segoe UI" panose="020B0502040204020203" pitchFamily="34" charset="0"/>
                <a:cs typeface="Segoe UI" panose="020B0502040204020203" pitchFamily="34" charset="0"/>
              </a:rPr>
              <a:t>Appendix</a:t>
            </a: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br>
              <a:rPr kumimoji="0" lang="en-US" sz="2000" b="0" i="1" u="none" strike="noStrike" kern="0" cap="none" spc="0" normalizeH="0" baseline="0" noProof="0">
                <a:ln>
                  <a:noFill/>
                </a:ln>
                <a:solidFill>
                  <a:srgbClr val="FFFFFF"/>
                </a:solidFill>
                <a:effectLst/>
                <a:uLnTx/>
                <a:uFillTx/>
                <a:latin typeface="Calibri" pitchFamily="34" charset="0"/>
                <a:ea typeface="Calibri" pitchFamily="34" charset="-122"/>
                <a:cs typeface="Calibri" pitchFamily="34" charset="-120"/>
                <a:sym typeface="Open Sans"/>
              </a:rPr>
            </a:br>
            <a:endParaRPr kumimoji="0" lang="en-US" sz="2000" b="0" i="1" u="none" strike="noStrike" kern="0" cap="none" spc="0" normalizeH="0" baseline="0" noProof="0">
              <a:ln>
                <a:noFill/>
              </a:ln>
              <a:solidFill>
                <a:srgbClr val="FFFFFF"/>
              </a:solidFill>
              <a:effectLst/>
              <a:uLnTx/>
              <a:uFillTx/>
              <a:latin typeface="Calibri" pitchFamily="34" charset="0"/>
              <a:ea typeface="Calibri" pitchFamily="34" charset="-122"/>
              <a:cs typeface="Calibri" pitchFamily="34" charset="-120"/>
              <a:sym typeface="Open Sans"/>
            </a:endParaRPr>
          </a:p>
        </p:txBody>
      </p:sp>
    </p:spTree>
    <p:extLst>
      <p:ext uri="{BB962C8B-B14F-4D97-AF65-F5344CB8AC3E}">
        <p14:creationId xmlns:p14="http://schemas.microsoft.com/office/powerpoint/2010/main" val="35552774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8EEA6-1173-5BF6-D388-75CE68FBB07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4BEB8C3-228B-C868-D5CE-A3A54DC9F41E}"/>
              </a:ext>
            </a:extLst>
          </p:cNvPr>
          <p:cNvSpPr/>
          <p:nvPr/>
        </p:nvSpPr>
        <p:spPr>
          <a:xfrm>
            <a:off x="0" y="0"/>
            <a:ext cx="12191695" cy="3566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3" name="TextBox 2">
            <a:extLst>
              <a:ext uri="{FF2B5EF4-FFF2-40B4-BE49-F238E27FC236}">
                <a16:creationId xmlns:a16="http://schemas.microsoft.com/office/drawing/2014/main" id="{31761959-FD2E-1FE2-FD4C-4B09119093E6}"/>
              </a:ext>
            </a:extLst>
          </p:cNvPr>
          <p:cNvSpPr txBox="1"/>
          <p:nvPr/>
        </p:nvSpPr>
        <p:spPr>
          <a:xfrm>
            <a:off x="91440" y="85975"/>
            <a:ext cx="11887200" cy="18466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srgbClr val="FFFFFF"/>
                </a:solidFill>
                <a:effectLst/>
                <a:uLnTx/>
                <a:uFillTx/>
                <a:latin typeface="Segoe UI"/>
                <a:ea typeface="+mn-ea"/>
                <a:cs typeface="Arial"/>
                <a:sym typeface="Arial"/>
              </a:rPr>
              <a:t>METHODOLOGY</a:t>
            </a:r>
            <a:endParaRPr kumimoji="0" sz="1200" b="1" i="0" u="none" strike="noStrike" kern="1200" cap="none" spc="0" normalizeH="0" baseline="0" noProof="0">
              <a:ln>
                <a:noFill/>
              </a:ln>
              <a:solidFill>
                <a:srgbClr val="FFFFFF"/>
              </a:solidFill>
              <a:effectLst/>
              <a:uLnTx/>
              <a:uFillTx/>
              <a:latin typeface="Segoe UI"/>
              <a:ea typeface="+mn-ea"/>
              <a:cs typeface="Arial"/>
              <a:sym typeface="Arial"/>
            </a:endParaRPr>
          </a:p>
        </p:txBody>
      </p:sp>
      <p:sp>
        <p:nvSpPr>
          <p:cNvPr id="4" name="Rectangle 3">
            <a:extLst>
              <a:ext uri="{FF2B5EF4-FFF2-40B4-BE49-F238E27FC236}">
                <a16:creationId xmlns:a16="http://schemas.microsoft.com/office/drawing/2014/main" id="{5325E982-9194-A99C-23EB-D6D164B46D70}"/>
              </a:ext>
            </a:extLst>
          </p:cNvPr>
          <p:cNvSpPr/>
          <p:nvPr/>
        </p:nvSpPr>
        <p:spPr>
          <a:xfrm>
            <a:off x="0" y="356616"/>
            <a:ext cx="12191695" cy="2148840"/>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5" name="TextBox 4">
            <a:extLst>
              <a:ext uri="{FF2B5EF4-FFF2-40B4-BE49-F238E27FC236}">
                <a16:creationId xmlns:a16="http://schemas.microsoft.com/office/drawing/2014/main" id="{3489A62C-1D0A-EE97-E016-C2B347CDAD0E}"/>
              </a:ext>
            </a:extLst>
          </p:cNvPr>
          <p:cNvSpPr txBox="1"/>
          <p:nvPr/>
        </p:nvSpPr>
        <p:spPr>
          <a:xfrm>
            <a:off x="320040" y="786003"/>
            <a:ext cx="11521440" cy="4114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FFFF"/>
                </a:solidFill>
                <a:effectLst/>
                <a:uLnTx/>
                <a:uFillTx/>
                <a:latin typeface="Segoe UI"/>
                <a:ea typeface="+mn-ea"/>
                <a:cs typeface="Arial"/>
                <a:sym typeface="Arial"/>
              </a:rPr>
              <a:t>Objective</a:t>
            </a:r>
          </a:p>
        </p:txBody>
      </p:sp>
      <p:sp>
        <p:nvSpPr>
          <p:cNvPr id="6" name="TextBox 5">
            <a:extLst>
              <a:ext uri="{FF2B5EF4-FFF2-40B4-BE49-F238E27FC236}">
                <a16:creationId xmlns:a16="http://schemas.microsoft.com/office/drawing/2014/main" id="{2949ED70-A0CB-FCCE-EAE9-8FC0BFECBA5A}"/>
              </a:ext>
            </a:extLst>
          </p:cNvPr>
          <p:cNvSpPr txBox="1"/>
          <p:nvPr/>
        </p:nvSpPr>
        <p:spPr>
          <a:xfrm>
            <a:off x="320040" y="1392555"/>
            <a:ext cx="11521440" cy="64633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FFFFFF"/>
                </a:solidFill>
                <a:effectLst/>
                <a:uLnTx/>
                <a:uFillTx/>
                <a:latin typeface="Segoe UI"/>
                <a:ea typeface="+mn-ea"/>
                <a:cs typeface="Arial"/>
                <a:sym typeface="Arial"/>
              </a:rPr>
              <a:t>This study was conducted to understand how the fraud risk landscape is shifting across banking and insurance with the rise of AI-enabled fraud, and to equip </a:t>
            </a:r>
            <a:r>
              <a:rPr kumimoji="0" lang="en-US" sz="1400" b="0" i="0" u="none" strike="noStrike" kern="1200" cap="none" spc="0" normalizeH="0" baseline="0" noProof="0">
                <a:ln>
                  <a:noFill/>
                </a:ln>
                <a:solidFill>
                  <a:srgbClr val="FFFFFF"/>
                </a:solidFill>
                <a:effectLst/>
                <a:uLnTx/>
                <a:uFillTx/>
                <a:latin typeface="Segoe UI"/>
                <a:ea typeface="+mn-ea"/>
                <a:cs typeface="Arial"/>
                <a:sym typeface="Arial"/>
              </a:rPr>
              <a:t>institutions</a:t>
            </a:r>
            <a:r>
              <a:rPr kumimoji="0" sz="1400" b="0" i="0" u="none" strike="noStrike" kern="1200" cap="none" spc="0" normalizeH="0" baseline="0" noProof="0">
                <a:ln>
                  <a:noFill/>
                </a:ln>
                <a:solidFill>
                  <a:srgbClr val="FFFFFF"/>
                </a:solidFill>
                <a:effectLst/>
                <a:uLnTx/>
                <a:uFillTx/>
                <a:latin typeface="Segoe UI"/>
                <a:ea typeface="+mn-ea"/>
                <a:cs typeface="Arial"/>
                <a:sym typeface="Arial"/>
              </a:rPr>
              <a:t> with insight into where vulnerability is concentrating, what is holding back effective information sharing, how fraud operations are expected to scale, and how regulatory and market change is shaping fraud investment. </a:t>
            </a:r>
          </a:p>
        </p:txBody>
      </p:sp>
      <p:sp>
        <p:nvSpPr>
          <p:cNvPr id="7" name="TextBox 6">
            <a:extLst>
              <a:ext uri="{FF2B5EF4-FFF2-40B4-BE49-F238E27FC236}">
                <a16:creationId xmlns:a16="http://schemas.microsoft.com/office/drawing/2014/main" id="{56E59F21-D1C4-E86E-6B9C-B78744F3AEBA}"/>
              </a:ext>
            </a:extLst>
          </p:cNvPr>
          <p:cNvSpPr txBox="1"/>
          <p:nvPr/>
        </p:nvSpPr>
        <p:spPr>
          <a:xfrm>
            <a:off x="320040" y="2743200"/>
            <a:ext cx="11521440" cy="4114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404040"/>
                </a:solidFill>
                <a:effectLst/>
                <a:uLnTx/>
                <a:uFillTx/>
                <a:latin typeface="Segoe UI"/>
                <a:ea typeface="+mn-ea"/>
                <a:cs typeface="Arial"/>
                <a:sym typeface="Arial"/>
              </a:rPr>
              <a:t>Data Sources &amp; Approach</a:t>
            </a:r>
          </a:p>
        </p:txBody>
      </p:sp>
      <p:sp>
        <p:nvSpPr>
          <p:cNvPr id="8" name="TextBox 7">
            <a:extLst>
              <a:ext uri="{FF2B5EF4-FFF2-40B4-BE49-F238E27FC236}">
                <a16:creationId xmlns:a16="http://schemas.microsoft.com/office/drawing/2014/main" id="{8949537D-E845-E6CB-015C-2D79C3F9F0CC}"/>
              </a:ext>
            </a:extLst>
          </p:cNvPr>
          <p:cNvSpPr txBox="1"/>
          <p:nvPr/>
        </p:nvSpPr>
        <p:spPr>
          <a:xfrm>
            <a:off x="320040" y="3246120"/>
            <a:ext cx="11521440" cy="43088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1400" b="0" i="0" u="none" strike="noStrike" kern="1200" cap="none" spc="0" normalizeH="0" baseline="0" noProof="0">
                <a:ln>
                  <a:noFill/>
                </a:ln>
                <a:solidFill>
                  <a:srgbClr val="000000"/>
                </a:solidFill>
                <a:effectLst/>
                <a:uLnTx/>
                <a:uFillTx/>
                <a:latin typeface="Segoe UI"/>
                <a:cs typeface="Arial"/>
                <a:sym typeface="Arial"/>
              </a:rPr>
              <a:t>Deloitte conducted a quantitative and qualitative survey of senior fraud leaders at leading global banks and insurance carriers. The survey was administered from August 24 to September 18, 2026, and included:</a:t>
            </a:r>
          </a:p>
        </p:txBody>
      </p:sp>
      <p:sp>
        <p:nvSpPr>
          <p:cNvPr id="9" name="TextBox 8">
            <a:extLst>
              <a:ext uri="{FF2B5EF4-FFF2-40B4-BE49-F238E27FC236}">
                <a16:creationId xmlns:a16="http://schemas.microsoft.com/office/drawing/2014/main" id="{5B6A6383-5D13-DF3B-C7C0-92350382DC9E}"/>
              </a:ext>
            </a:extLst>
          </p:cNvPr>
          <p:cNvSpPr txBox="1"/>
          <p:nvPr/>
        </p:nvSpPr>
        <p:spPr>
          <a:xfrm>
            <a:off x="320040" y="3931920"/>
            <a:ext cx="11521440" cy="230832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600"/>
              </a:spcAft>
              <a:buClrTx/>
              <a:buSzTx/>
              <a:buFont typeface="Arial"/>
              <a:buNone/>
              <a:tabLst/>
              <a:defRPr/>
            </a:pPr>
            <a:r>
              <a:rPr kumimoji="0" lang="en-US" sz="1300" b="1" i="0" u="none" strike="noStrike" kern="1200" cap="none" spc="0" normalizeH="0" baseline="0" noProof="0">
                <a:ln>
                  <a:noFill/>
                </a:ln>
                <a:solidFill>
                  <a:srgbClr val="000000"/>
                </a:solidFill>
                <a:effectLst/>
                <a:uLnTx/>
                <a:uFillTx/>
                <a:latin typeface="Segoe UI"/>
                <a:ea typeface="+mn-ea"/>
                <a:cs typeface="Arial"/>
                <a:sym typeface="Arial"/>
              </a:rPr>
              <a:t>2026 Deloitte Banking &amp; Insurance Fraud Landscape Survey: </a:t>
            </a:r>
            <a:r>
              <a:rPr kumimoji="0" lang="en-US" sz="1300" b="0" i="0" u="none" strike="noStrike" kern="1200" cap="none" spc="0" normalizeH="0" baseline="0" noProof="0">
                <a:ln>
                  <a:noFill/>
                </a:ln>
                <a:solidFill>
                  <a:srgbClr val="000000"/>
                </a:solidFill>
                <a:effectLst/>
                <a:uLnTx/>
                <a:uFillTx/>
                <a:latin typeface="Segoe UI"/>
                <a:ea typeface="+mn-ea"/>
                <a:cs typeface="Arial"/>
                <a:sym typeface="Arial"/>
              </a:rPr>
              <a:t>The research began with 922 respondents, which were screened against defined qualification criteria to identify 100 senior fraud leaders whose responses were included in the final analysis, comprising of 75 banking and 25 insurance respondents. Qualification was based on the following criteria:</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sz="1300" b="1" i="1" u="none" strike="noStrike" kern="1200" cap="none" spc="0" normalizeH="0" baseline="0" noProof="0">
                <a:ln>
                  <a:noFill/>
                </a:ln>
                <a:solidFill>
                  <a:srgbClr val="000000"/>
                </a:solidFill>
                <a:effectLst/>
                <a:uLnTx/>
                <a:uFillTx/>
                <a:latin typeface="Segoe UI"/>
                <a:ea typeface="+mn-ea"/>
                <a:cs typeface="Arial"/>
                <a:sym typeface="Arial"/>
              </a:rPr>
              <a:t>Institution tiers: </a:t>
            </a:r>
            <a:r>
              <a:rPr kumimoji="0" lang="en-US" sz="1300" b="0" i="1" u="none" strike="noStrike" kern="1200" cap="none" spc="0" normalizeH="0" baseline="0" noProof="0">
                <a:ln>
                  <a:noFill/>
                </a:ln>
                <a:solidFill>
                  <a:srgbClr val="000000"/>
                </a:solidFill>
                <a:effectLst/>
                <a:uLnTx/>
                <a:uFillTx/>
                <a:latin typeface="Segoe UI"/>
                <a:ea typeface="+mn-ea"/>
                <a:cs typeface="Arial"/>
                <a:sym typeface="Arial"/>
              </a:rPr>
              <a:t>Respondents represented the Top 100 Global Financial Institutions and other Large Financial Institutions (20,000+ employees), the Top 50 Global Insurance Carriers and other Large Insurance Carriers (15,000+ employees).</a:t>
            </a:r>
          </a:p>
          <a:p>
            <a:pPr marL="228600" marR="0" lvl="5" indent="-228600" algn="l" defTabSz="914400" rtl="0" eaLnBrk="1" fontAlgn="auto" latinLnBrk="0" hangingPunct="1">
              <a:lnSpc>
                <a:spcPct val="100000"/>
              </a:lnSpc>
              <a:spcBef>
                <a:spcPts val="0"/>
              </a:spcBef>
              <a:spcAft>
                <a:spcPts val="600"/>
              </a:spcAft>
              <a:buClrTx/>
              <a:buSzTx/>
              <a:buFontTx/>
              <a:buChar char="•"/>
              <a:tabLst/>
              <a:defRPr/>
            </a:pPr>
            <a:r>
              <a:rPr kumimoji="0" lang="en-CA" sz="1300" b="1" i="1" u="none" strike="noStrike" kern="1200" cap="none" spc="0" normalizeH="0" baseline="0" noProof="0">
                <a:ln>
                  <a:noFill/>
                </a:ln>
                <a:solidFill>
                  <a:srgbClr val="000000"/>
                </a:solidFill>
                <a:effectLst/>
                <a:uLnTx/>
                <a:uFillTx/>
                <a:latin typeface="Segoe UI"/>
                <a:ea typeface="+mn-ea"/>
                <a:cs typeface="Arial"/>
                <a:sym typeface="Arial"/>
              </a:rPr>
              <a:t>Geography: </a:t>
            </a:r>
            <a:r>
              <a:rPr kumimoji="0" lang="en-US" sz="1300" b="0" i="1" u="none" strike="noStrike" kern="1200" cap="none" spc="0" normalizeH="0" baseline="0" noProof="0">
                <a:ln>
                  <a:noFill/>
                </a:ln>
                <a:solidFill>
                  <a:srgbClr val="000000"/>
                </a:solidFill>
                <a:effectLst/>
                <a:uLnTx/>
                <a:uFillTx/>
                <a:latin typeface="Segoe UI"/>
                <a:ea typeface="+mn-ea"/>
                <a:cs typeface="Arial"/>
                <a:sym typeface="Arial"/>
              </a:rPr>
              <a:t>Respondents were responsible for fraud programs across the United States, Canada, the United Kingdom, the European Union, Australia and Singapore.</a:t>
            </a:r>
          </a:p>
          <a:p>
            <a:pPr marL="228600" marR="0" lvl="5" indent="-228600" algn="l" defTabSz="914400" rtl="0" eaLnBrk="1" fontAlgn="auto" latinLnBrk="0" hangingPunct="1">
              <a:lnSpc>
                <a:spcPct val="100000"/>
              </a:lnSpc>
              <a:spcBef>
                <a:spcPts val="0"/>
              </a:spcBef>
              <a:spcAft>
                <a:spcPts val="600"/>
              </a:spcAft>
              <a:buClrTx/>
              <a:buSzTx/>
              <a:buFontTx/>
              <a:buChar char="•"/>
              <a:tabLst/>
              <a:defRPr/>
            </a:pPr>
            <a:r>
              <a:rPr kumimoji="0" lang="en-US" sz="1300" b="1" i="1" u="none" strike="noStrike" kern="1200" cap="none" spc="0" normalizeH="0" baseline="0" noProof="0">
                <a:ln>
                  <a:noFill/>
                </a:ln>
                <a:solidFill>
                  <a:srgbClr val="000000"/>
                </a:solidFill>
                <a:effectLst/>
                <a:uLnTx/>
                <a:uFillTx/>
                <a:latin typeface="Segoe UI"/>
                <a:ea typeface="+mn-ea"/>
                <a:cs typeface="Arial"/>
                <a:sym typeface="Arial"/>
              </a:rPr>
              <a:t>Fraud function: </a:t>
            </a:r>
            <a:r>
              <a:rPr kumimoji="0" lang="en-US" sz="1300" b="0" i="1" u="none" strike="noStrike" kern="1200" cap="none" spc="0" normalizeH="0" baseline="0" noProof="0">
                <a:ln>
                  <a:noFill/>
                </a:ln>
                <a:solidFill>
                  <a:srgbClr val="000000"/>
                </a:solidFill>
                <a:effectLst/>
                <a:uLnTx/>
                <a:uFillTx/>
                <a:latin typeface="Segoe UI"/>
                <a:ea typeface="+mn-ea"/>
                <a:cs typeface="Arial"/>
                <a:sym typeface="Arial"/>
              </a:rPr>
              <a:t>Respondents were required to work directly within fraud, including Fraud Risk &amp; Governance, Fraud Operations, Fraud Strategy &amp; Transformation, Fraud Analytics / Intelligence, or Fraud / Special Investigations.</a:t>
            </a:r>
          </a:p>
          <a:p>
            <a:pPr marL="228600" marR="0" lvl="5" indent="-228600" algn="l" defTabSz="914400" rtl="0" eaLnBrk="1" fontAlgn="auto" latinLnBrk="0" hangingPunct="1">
              <a:lnSpc>
                <a:spcPct val="100000"/>
              </a:lnSpc>
              <a:spcBef>
                <a:spcPts val="0"/>
              </a:spcBef>
              <a:spcAft>
                <a:spcPts val="600"/>
              </a:spcAft>
              <a:buClrTx/>
              <a:buSzTx/>
              <a:buFontTx/>
              <a:buChar char="•"/>
              <a:tabLst/>
              <a:defRPr/>
            </a:pPr>
            <a:r>
              <a:rPr kumimoji="0" lang="en-US" sz="1300" b="1" i="1" u="none" strike="noStrike" kern="1200" cap="none" spc="0" normalizeH="0" baseline="0" noProof="0">
                <a:ln>
                  <a:noFill/>
                </a:ln>
                <a:solidFill>
                  <a:srgbClr val="000000"/>
                </a:solidFill>
                <a:effectLst/>
                <a:uLnTx/>
                <a:uFillTx/>
                <a:latin typeface="Segoe UI"/>
                <a:ea typeface="+mn-ea"/>
                <a:cs typeface="Arial"/>
                <a:sym typeface="Arial"/>
              </a:rPr>
              <a:t>Leadership: </a:t>
            </a:r>
            <a:r>
              <a:rPr kumimoji="0" lang="en-US" sz="1300" b="0" i="1" u="none" strike="noStrike" kern="1200" cap="none" spc="0" normalizeH="0" baseline="0" noProof="0">
                <a:ln>
                  <a:noFill/>
                </a:ln>
                <a:solidFill>
                  <a:srgbClr val="000000"/>
                </a:solidFill>
                <a:effectLst/>
                <a:uLnTx/>
                <a:uFillTx/>
                <a:latin typeface="Segoe UI"/>
                <a:ea typeface="+mn-ea"/>
                <a:cs typeface="Arial"/>
                <a:sym typeface="Arial"/>
              </a:rPr>
              <a:t>Respondents were required to hold a Senior Manager-level role or above, including Director, VP, SVP and C-level positions.</a:t>
            </a:r>
            <a:endParaRPr kumimoji="0" lang="en-US" sz="1300" b="1" i="1" u="none" strike="noStrike" kern="1200" cap="none" spc="0" normalizeH="0" baseline="0" noProof="0">
              <a:ln>
                <a:noFill/>
              </a:ln>
              <a:solidFill>
                <a:srgbClr val="000000"/>
              </a:solidFill>
              <a:effectLst/>
              <a:uLnTx/>
              <a:uFillTx/>
              <a:latin typeface="Segoe UI"/>
              <a:ea typeface="+mn-ea"/>
              <a:cs typeface="Arial"/>
              <a:sym typeface="Arial"/>
            </a:endParaRPr>
          </a:p>
        </p:txBody>
      </p:sp>
    </p:spTree>
    <p:extLst>
      <p:ext uri="{BB962C8B-B14F-4D97-AF65-F5344CB8AC3E}">
        <p14:creationId xmlns:p14="http://schemas.microsoft.com/office/powerpoint/2010/main" val="3001973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76876-2234-6CB4-DC53-3E02190FBEA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82024A8-AFE3-2E1A-C664-44376A92F9FF}"/>
              </a:ext>
            </a:extLst>
          </p:cNvPr>
          <p:cNvSpPr/>
          <p:nvPr/>
        </p:nvSpPr>
        <p:spPr>
          <a:xfrm>
            <a:off x="0" y="0"/>
            <a:ext cx="12191695" cy="3566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3" name="TextBox 2">
            <a:extLst>
              <a:ext uri="{FF2B5EF4-FFF2-40B4-BE49-F238E27FC236}">
                <a16:creationId xmlns:a16="http://schemas.microsoft.com/office/drawing/2014/main" id="{33DC9F85-A7E6-431E-B0DC-AA56FFF4F103}"/>
              </a:ext>
            </a:extLst>
          </p:cNvPr>
          <p:cNvSpPr txBox="1"/>
          <p:nvPr/>
        </p:nvSpPr>
        <p:spPr>
          <a:xfrm>
            <a:off x="91440" y="0"/>
            <a:ext cx="11887200" cy="3566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a:ea typeface="+mn-ea"/>
                <a:cs typeface="Arial"/>
                <a:sym typeface="Arial"/>
              </a:rPr>
              <a:t>PROFILE OF RESPONDENTS: 2026 DELOITTE BANKING &amp; INSURANCE FRAUD LANDSCAPE SURVEY</a:t>
            </a:r>
          </a:p>
        </p:txBody>
      </p:sp>
      <p:sp>
        <p:nvSpPr>
          <p:cNvPr id="4" name="Rectangle 3">
            <a:extLst>
              <a:ext uri="{FF2B5EF4-FFF2-40B4-BE49-F238E27FC236}">
                <a16:creationId xmlns:a16="http://schemas.microsoft.com/office/drawing/2014/main" id="{6546DE92-ECD1-9392-E664-95B18A7BD1A1}"/>
              </a:ext>
            </a:extLst>
          </p:cNvPr>
          <p:cNvSpPr/>
          <p:nvPr/>
        </p:nvSpPr>
        <p:spPr>
          <a:xfrm>
            <a:off x="0" y="356616"/>
            <a:ext cx="12191695" cy="8869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5" name="TextBox 4">
            <a:extLst>
              <a:ext uri="{FF2B5EF4-FFF2-40B4-BE49-F238E27FC236}">
                <a16:creationId xmlns:a16="http://schemas.microsoft.com/office/drawing/2014/main" id="{F52A9350-B5C5-8769-8C32-975ECA781768}"/>
              </a:ext>
            </a:extLst>
          </p:cNvPr>
          <p:cNvSpPr txBox="1"/>
          <p:nvPr/>
        </p:nvSpPr>
        <p:spPr>
          <a:xfrm>
            <a:off x="365760" y="584656"/>
            <a:ext cx="11457432" cy="430887"/>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404040"/>
                </a:solidFill>
                <a:effectLst/>
                <a:uLnTx/>
                <a:uFillTx/>
                <a:latin typeface="Segoe UI"/>
                <a:ea typeface="+mn-ea"/>
                <a:cs typeface="Arial"/>
                <a:sym typeface="Arial"/>
              </a:rPr>
              <a:t>To better understand industry perspectives on AI-enabled fraud, information sharing, operating models and regulatory change, Deloitte surveyed 100 senior fraud leaders from leading banks and insurance carriers across six markets. 76% of respondents hold</a:t>
            </a:r>
            <a:r>
              <a:rPr kumimoji="0" lang="en-US" sz="1400" b="0" i="0" u="none" strike="noStrike" kern="1200" cap="none" spc="0" normalizeH="0" baseline="0" noProof="0">
                <a:ln>
                  <a:noFill/>
                </a:ln>
                <a:solidFill>
                  <a:srgbClr val="404040"/>
                </a:solidFill>
                <a:effectLst/>
                <a:uLnTx/>
                <a:uFillTx/>
                <a:latin typeface="Segoe UI"/>
                <a:ea typeface="+mn-ea"/>
                <a:cs typeface="Arial"/>
                <a:sym typeface="Arial"/>
              </a:rPr>
              <a:t>ing</a:t>
            </a:r>
            <a:r>
              <a:rPr kumimoji="0" sz="1400" b="0" i="0" u="none" strike="noStrike" kern="1200" cap="none" spc="0" normalizeH="0" baseline="0" noProof="0">
                <a:ln>
                  <a:noFill/>
                </a:ln>
                <a:solidFill>
                  <a:srgbClr val="404040"/>
                </a:solidFill>
                <a:effectLst/>
                <a:uLnTx/>
                <a:uFillTx/>
                <a:latin typeface="Segoe UI"/>
                <a:ea typeface="+mn-ea"/>
                <a:cs typeface="Arial"/>
                <a:sym typeface="Arial"/>
              </a:rPr>
              <a:t> Director-level roles or above.</a:t>
            </a:r>
          </a:p>
        </p:txBody>
      </p:sp>
      <p:sp>
        <p:nvSpPr>
          <p:cNvPr id="6" name="TextBox 5">
            <a:extLst>
              <a:ext uri="{FF2B5EF4-FFF2-40B4-BE49-F238E27FC236}">
                <a16:creationId xmlns:a16="http://schemas.microsoft.com/office/drawing/2014/main" id="{4D41D47F-6BC4-FC70-0A38-27947FABFC37}"/>
              </a:ext>
            </a:extLst>
          </p:cNvPr>
          <p:cNvSpPr txBox="1"/>
          <p:nvPr/>
        </p:nvSpPr>
        <p:spPr>
          <a:xfrm>
            <a:off x="2423160" y="1371600"/>
            <a:ext cx="3566160" cy="274320"/>
          </a:xfrm>
          <a:prstGeom prst="rect">
            <a:avLst/>
          </a:prstGeom>
          <a:noFill/>
        </p:spPr>
        <p:txBody>
          <a:bodyPr wrap="square" lIns="0" tIns="0" rIns="0" bIns="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000000"/>
                </a:solidFill>
                <a:effectLst/>
                <a:uLnTx/>
                <a:uFillTx/>
                <a:latin typeface="Segoe UI"/>
                <a:ea typeface="+mn-ea"/>
                <a:cs typeface="Arial"/>
                <a:sym typeface="Arial"/>
              </a:rPr>
              <a:t>Respondent Sector</a:t>
            </a:r>
          </a:p>
        </p:txBody>
      </p:sp>
      <p:sp>
        <p:nvSpPr>
          <p:cNvPr id="7" name="TextBox 6">
            <a:extLst>
              <a:ext uri="{FF2B5EF4-FFF2-40B4-BE49-F238E27FC236}">
                <a16:creationId xmlns:a16="http://schemas.microsoft.com/office/drawing/2014/main" id="{E3A2F4E6-1B53-1085-1E51-8B14AE2EAFBD}"/>
              </a:ext>
            </a:extLst>
          </p:cNvPr>
          <p:cNvSpPr txBox="1"/>
          <p:nvPr/>
        </p:nvSpPr>
        <p:spPr>
          <a:xfrm>
            <a:off x="2423160" y="1833146"/>
            <a:ext cx="1783080" cy="67710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4400" b="1" i="0" u="none" strike="noStrike" kern="1200" cap="none" spc="0" normalizeH="0" baseline="0" noProof="0">
                <a:ln>
                  <a:noFill/>
                </a:ln>
                <a:solidFill>
                  <a:srgbClr val="43B02A"/>
                </a:solidFill>
                <a:effectLst/>
                <a:uLnTx/>
                <a:uFillTx/>
                <a:latin typeface="Segoe UI"/>
                <a:ea typeface="+mn-ea"/>
                <a:cs typeface="Arial"/>
                <a:sym typeface="Arial"/>
              </a:rPr>
              <a:t>75%</a:t>
            </a:r>
          </a:p>
        </p:txBody>
      </p:sp>
      <p:sp>
        <p:nvSpPr>
          <p:cNvPr id="8" name="TextBox 7">
            <a:extLst>
              <a:ext uri="{FF2B5EF4-FFF2-40B4-BE49-F238E27FC236}">
                <a16:creationId xmlns:a16="http://schemas.microsoft.com/office/drawing/2014/main" id="{E05A8498-193E-D077-7C62-8BA604E0641E}"/>
              </a:ext>
            </a:extLst>
          </p:cNvPr>
          <p:cNvSpPr txBox="1"/>
          <p:nvPr/>
        </p:nvSpPr>
        <p:spPr>
          <a:xfrm>
            <a:off x="4206240" y="1833146"/>
            <a:ext cx="1783080" cy="67710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4400" b="1" i="0" u="none" strike="noStrike" kern="1200" cap="none" spc="0" normalizeH="0" baseline="0" noProof="0">
                <a:ln>
                  <a:noFill/>
                </a:ln>
                <a:solidFill>
                  <a:srgbClr val="046A38"/>
                </a:solidFill>
                <a:effectLst/>
                <a:uLnTx/>
                <a:uFillTx/>
                <a:latin typeface="Segoe UI"/>
                <a:ea typeface="+mn-ea"/>
                <a:cs typeface="Arial"/>
                <a:sym typeface="Arial"/>
              </a:rPr>
              <a:t>25%</a:t>
            </a:r>
          </a:p>
        </p:txBody>
      </p:sp>
      <p:sp>
        <p:nvSpPr>
          <p:cNvPr id="9" name="Rounded Rectangle 8">
            <a:extLst>
              <a:ext uri="{FF2B5EF4-FFF2-40B4-BE49-F238E27FC236}">
                <a16:creationId xmlns:a16="http://schemas.microsoft.com/office/drawing/2014/main" id="{DEC8F459-C35C-A221-2C07-A9D477EDF795}"/>
              </a:ext>
            </a:extLst>
          </p:cNvPr>
          <p:cNvSpPr/>
          <p:nvPr/>
        </p:nvSpPr>
        <p:spPr>
          <a:xfrm>
            <a:off x="2551176" y="2633472"/>
            <a:ext cx="2651760" cy="100584"/>
          </a:xfrm>
          <a:prstGeom prst="round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10" name="Rounded Rectangle 9">
            <a:extLst>
              <a:ext uri="{FF2B5EF4-FFF2-40B4-BE49-F238E27FC236}">
                <a16:creationId xmlns:a16="http://schemas.microsoft.com/office/drawing/2014/main" id="{9B1CA315-5CBF-A07B-C115-39C944824DED}"/>
              </a:ext>
            </a:extLst>
          </p:cNvPr>
          <p:cNvSpPr/>
          <p:nvPr/>
        </p:nvSpPr>
        <p:spPr>
          <a:xfrm>
            <a:off x="4700016" y="2633472"/>
            <a:ext cx="1188720" cy="100584"/>
          </a:xfrm>
          <a:prstGeom prst="round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cxnSp>
        <p:nvCxnSpPr>
          <p:cNvPr id="11" name="Connector 10">
            <a:extLst>
              <a:ext uri="{FF2B5EF4-FFF2-40B4-BE49-F238E27FC236}">
                <a16:creationId xmlns:a16="http://schemas.microsoft.com/office/drawing/2014/main" id="{1D528673-AB3C-DA6C-F7C2-83AA82EBB28E}"/>
              </a:ext>
            </a:extLst>
          </p:cNvPr>
          <p:cNvCxnSpPr>
            <a:cxnSpLocks/>
          </p:cNvCxnSpPr>
          <p:nvPr/>
        </p:nvCxnSpPr>
        <p:spPr>
          <a:xfrm>
            <a:off x="4206240" y="1874519"/>
            <a:ext cx="0" cy="635735"/>
          </a:xfrm>
          <a:prstGeom prst="line">
            <a:avLst/>
          </a:prstGeom>
          <a:ln>
            <a:solidFill>
              <a:srgbClr val="404040"/>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3FC05EDE-724E-C92C-56DC-2C6E3A1579FB}"/>
              </a:ext>
            </a:extLst>
          </p:cNvPr>
          <p:cNvSpPr txBox="1"/>
          <p:nvPr/>
        </p:nvSpPr>
        <p:spPr>
          <a:xfrm>
            <a:off x="2423160" y="2788920"/>
            <a:ext cx="1783080" cy="184666"/>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43B02A"/>
                </a:solidFill>
                <a:effectLst/>
                <a:uLnTx/>
                <a:uFillTx/>
                <a:latin typeface="Segoe UI"/>
                <a:ea typeface="+mn-ea"/>
                <a:cs typeface="Arial"/>
                <a:sym typeface="Arial"/>
              </a:rPr>
              <a:t>Banking</a:t>
            </a:r>
          </a:p>
        </p:txBody>
      </p:sp>
      <p:sp>
        <p:nvSpPr>
          <p:cNvPr id="13" name="TextBox 12">
            <a:extLst>
              <a:ext uri="{FF2B5EF4-FFF2-40B4-BE49-F238E27FC236}">
                <a16:creationId xmlns:a16="http://schemas.microsoft.com/office/drawing/2014/main" id="{0330FF6F-0539-9A8C-ECFA-E4E7F0613ED6}"/>
              </a:ext>
            </a:extLst>
          </p:cNvPr>
          <p:cNvSpPr txBox="1"/>
          <p:nvPr/>
        </p:nvSpPr>
        <p:spPr>
          <a:xfrm>
            <a:off x="4636008" y="2788920"/>
            <a:ext cx="1362456" cy="184666"/>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46A38"/>
                </a:solidFill>
                <a:effectLst/>
                <a:uLnTx/>
                <a:uFillTx/>
                <a:latin typeface="Segoe UI"/>
                <a:ea typeface="+mn-ea"/>
                <a:cs typeface="Arial"/>
                <a:sym typeface="Arial"/>
              </a:rPr>
              <a:t>Insurance</a:t>
            </a:r>
          </a:p>
        </p:txBody>
      </p:sp>
      <p:graphicFrame>
        <p:nvGraphicFramePr>
          <p:cNvPr id="14" name="Table 13">
            <a:extLst>
              <a:ext uri="{FF2B5EF4-FFF2-40B4-BE49-F238E27FC236}">
                <a16:creationId xmlns:a16="http://schemas.microsoft.com/office/drawing/2014/main" id="{C56AFFF3-363A-EB98-CBD5-96D9FBB864FE}"/>
              </a:ext>
            </a:extLst>
          </p:cNvPr>
          <p:cNvGraphicFramePr>
            <a:graphicFrameLocks noGrp="1"/>
          </p:cNvGraphicFramePr>
          <p:nvPr>
            <p:extLst>
              <p:ext uri="{D42A27DB-BD31-4B8C-83A1-F6EECF244321}">
                <p14:modId xmlns:p14="http://schemas.microsoft.com/office/powerpoint/2010/main" val="2530228061"/>
              </p:ext>
            </p:extLst>
          </p:nvPr>
        </p:nvGraphicFramePr>
        <p:xfrm>
          <a:off x="7521815" y="1369426"/>
          <a:ext cx="4047261" cy="1645920"/>
        </p:xfrm>
        <a:graphic>
          <a:graphicData uri="http://schemas.openxmlformats.org/drawingml/2006/table">
            <a:tbl>
              <a:tblPr>
                <a:tableStyleId>{5940675A-B579-460E-94D1-54222C63F5DA}</a:tableStyleId>
              </a:tblPr>
              <a:tblGrid>
                <a:gridCol w="1126074">
                  <a:extLst>
                    <a:ext uri="{9D8B030D-6E8A-4147-A177-3AD203B41FA5}">
                      <a16:colId xmlns:a16="http://schemas.microsoft.com/office/drawing/2014/main" val="894352173"/>
                    </a:ext>
                  </a:extLst>
                </a:gridCol>
                <a:gridCol w="2157026">
                  <a:extLst>
                    <a:ext uri="{9D8B030D-6E8A-4147-A177-3AD203B41FA5}">
                      <a16:colId xmlns:a16="http://schemas.microsoft.com/office/drawing/2014/main" val="20000"/>
                    </a:ext>
                  </a:extLst>
                </a:gridCol>
                <a:gridCol w="764161">
                  <a:extLst>
                    <a:ext uri="{9D8B030D-6E8A-4147-A177-3AD203B41FA5}">
                      <a16:colId xmlns:a16="http://schemas.microsoft.com/office/drawing/2014/main" val="20001"/>
                    </a:ext>
                  </a:extLst>
                </a:gridCol>
              </a:tblGrid>
              <a:tr h="329184">
                <a:tc>
                  <a:txBody>
                    <a:bodyPr/>
                    <a:lstStyle/>
                    <a:p>
                      <a:pPr algn="l"/>
                      <a:r>
                        <a:rPr lang="en-US" sz="1000" b="1">
                          <a:solidFill>
                            <a:srgbClr val="FFFFFF"/>
                          </a:solidFill>
                          <a:latin typeface="Segoe UI"/>
                        </a:rPr>
                        <a:t>Sector</a:t>
                      </a:r>
                      <a:endParaRPr sz="1000" b="1">
                        <a:solidFill>
                          <a:srgbClr val="FFFFFF"/>
                        </a:solidFill>
                        <a:latin typeface="Segoe UI"/>
                      </a:endParaRPr>
                    </a:p>
                  </a:txBody>
                  <a:tcPr marL="54864" marR="54864" marT="18288" marB="18288" anchor="ctr">
                    <a:lnL w="12700" cap="flat" cmpd="sng" algn="ctr">
                      <a:solidFill>
                        <a:schemeClr val="tx1">
                          <a:lumMod val="75000"/>
                          <a:lumOff val="2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l"/>
                      <a:r>
                        <a:rPr sz="1000" b="1">
                          <a:solidFill>
                            <a:srgbClr val="FFFFFF"/>
                          </a:solidFill>
                          <a:latin typeface="Segoe UI"/>
                        </a:rPr>
                        <a:t>Institution Tier</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a:r>
                        <a:rPr sz="1000" b="1">
                          <a:solidFill>
                            <a:srgbClr val="FFFFFF"/>
                          </a:solidFill>
                          <a:latin typeface="Segoe UI"/>
                        </a:rPr>
                        <a:t>#</a:t>
                      </a:r>
                    </a:p>
                  </a:txBody>
                  <a:tcPr marL="54864" marR="54864" marT="18288" marB="18288" anchor="ctr">
                    <a:lnL w="12700" cap="flat" cmpd="sng" algn="ctr">
                      <a:no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10000"/>
                  </a:ext>
                </a:extLst>
              </a:tr>
              <a:tr h="329184">
                <a:tc rowSpan="2">
                  <a:txBody>
                    <a:bodyPr/>
                    <a:lstStyle/>
                    <a:p>
                      <a:pPr algn="l"/>
                      <a:r>
                        <a:rPr lang="en-US" sz="1000">
                          <a:solidFill>
                            <a:schemeClr val="bg1"/>
                          </a:solidFill>
                          <a:latin typeface="Segoe UI"/>
                        </a:rPr>
                        <a:t>Banking</a:t>
                      </a:r>
                      <a:endParaRPr sz="1000">
                        <a:solidFill>
                          <a:schemeClr val="bg1"/>
                        </a:solidFill>
                        <a:latin typeface="Segoe UI"/>
                      </a:endParaRP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l"/>
                      <a:r>
                        <a:rPr lang="en-US" sz="1000">
                          <a:solidFill>
                            <a:srgbClr val="404040"/>
                          </a:solidFill>
                          <a:latin typeface="Segoe UI"/>
                        </a:rPr>
                        <a:t>Top 100 Global Financial Institution</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1000">
                          <a:solidFill>
                            <a:srgbClr val="404040"/>
                          </a:solidFill>
                          <a:latin typeface="Segoe UI"/>
                        </a:rPr>
                        <a:t>40</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vMerge="1">
                  <a:txBody>
                    <a:bodyPr/>
                    <a:lstStyle/>
                    <a:p>
                      <a:pPr algn="l"/>
                      <a:endParaRPr sz="1000">
                        <a:solidFill>
                          <a:srgbClr val="404040"/>
                        </a:solidFill>
                        <a:latin typeface="Segoe UI"/>
                      </a:endParaRP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l"/>
                      <a:r>
                        <a:rPr sz="1000">
                          <a:solidFill>
                            <a:srgbClr val="404040"/>
                          </a:solidFill>
                          <a:latin typeface="Segoe UI"/>
                        </a:rPr>
                        <a:t>Large Financial Institution</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1000">
                          <a:solidFill>
                            <a:srgbClr val="404040"/>
                          </a:solidFill>
                          <a:latin typeface="Segoe UI"/>
                        </a:rPr>
                        <a:t>35</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rowSpan="2">
                  <a:txBody>
                    <a:bodyPr/>
                    <a:lstStyle/>
                    <a:p>
                      <a:pPr algn="l"/>
                      <a:r>
                        <a:rPr lang="en-US" sz="1000">
                          <a:solidFill>
                            <a:schemeClr val="bg1"/>
                          </a:solidFill>
                          <a:latin typeface="Segoe UI"/>
                        </a:rPr>
                        <a:t>Insurance</a:t>
                      </a:r>
                      <a:endParaRPr sz="1000">
                        <a:solidFill>
                          <a:schemeClr val="bg1"/>
                        </a:solidFill>
                        <a:latin typeface="Segoe UI"/>
                      </a:endParaRP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2"/>
                    </a:solidFill>
                  </a:tcPr>
                </a:tc>
                <a:tc>
                  <a:txBody>
                    <a:bodyPr/>
                    <a:lstStyle/>
                    <a:p>
                      <a:pPr algn="l"/>
                      <a:r>
                        <a:rPr sz="1000">
                          <a:solidFill>
                            <a:srgbClr val="404040"/>
                          </a:solidFill>
                          <a:latin typeface="Segoe UI"/>
                        </a:rPr>
                        <a:t>Top 50 Global Insurance Carrier</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1000">
                          <a:solidFill>
                            <a:srgbClr val="404040"/>
                          </a:solidFill>
                          <a:latin typeface="Segoe UI"/>
                        </a:rPr>
                        <a:t>15</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vMerge="1">
                  <a:txBody>
                    <a:bodyPr/>
                    <a:lstStyle/>
                    <a:p>
                      <a:pPr algn="l"/>
                      <a:endParaRPr sz="1000">
                        <a:solidFill>
                          <a:srgbClr val="404040"/>
                        </a:solidFill>
                        <a:latin typeface="Segoe UI"/>
                      </a:endParaRP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l"/>
                      <a:r>
                        <a:rPr sz="1000">
                          <a:solidFill>
                            <a:srgbClr val="404040"/>
                          </a:solidFill>
                          <a:latin typeface="Segoe UI"/>
                        </a:rPr>
                        <a:t>Large Insurance Carrier</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1000">
                          <a:solidFill>
                            <a:srgbClr val="404040"/>
                          </a:solidFill>
                          <a:latin typeface="Segoe UI"/>
                        </a:rPr>
                        <a:t>10</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15" name="Table 14">
            <a:extLst>
              <a:ext uri="{FF2B5EF4-FFF2-40B4-BE49-F238E27FC236}">
                <a16:creationId xmlns:a16="http://schemas.microsoft.com/office/drawing/2014/main" id="{5186AACA-3F23-3BCF-F5D0-77E96E459542}"/>
              </a:ext>
            </a:extLst>
          </p:cNvPr>
          <p:cNvGraphicFramePr>
            <a:graphicFrameLocks noGrp="1"/>
          </p:cNvGraphicFramePr>
          <p:nvPr>
            <p:extLst>
              <p:ext uri="{D42A27DB-BD31-4B8C-83A1-F6EECF244321}">
                <p14:modId xmlns:p14="http://schemas.microsoft.com/office/powerpoint/2010/main" val="3714679580"/>
              </p:ext>
            </p:extLst>
          </p:nvPr>
        </p:nvGraphicFramePr>
        <p:xfrm>
          <a:off x="502920" y="4101544"/>
          <a:ext cx="3703320" cy="1709006"/>
        </p:xfrm>
        <a:graphic>
          <a:graphicData uri="http://schemas.openxmlformats.org/drawingml/2006/table">
            <a:tbl>
              <a:tblPr>
                <a:tableStyleId>{5940675A-B579-460E-94D1-54222C63F5DA}</a:tableStyleId>
              </a:tblPr>
              <a:tblGrid>
                <a:gridCol w="3076604">
                  <a:extLst>
                    <a:ext uri="{9D8B030D-6E8A-4147-A177-3AD203B41FA5}">
                      <a16:colId xmlns:a16="http://schemas.microsoft.com/office/drawing/2014/main" val="20000"/>
                    </a:ext>
                  </a:extLst>
                </a:gridCol>
                <a:gridCol w="626716">
                  <a:extLst>
                    <a:ext uri="{9D8B030D-6E8A-4147-A177-3AD203B41FA5}">
                      <a16:colId xmlns:a16="http://schemas.microsoft.com/office/drawing/2014/main" val="20001"/>
                    </a:ext>
                  </a:extLst>
                </a:gridCol>
              </a:tblGrid>
              <a:tr h="299006">
                <a:tc>
                  <a:txBody>
                    <a:bodyPr/>
                    <a:lstStyle/>
                    <a:p>
                      <a:pPr algn="l"/>
                      <a:r>
                        <a:rPr lang="en-US" sz="1000" b="1">
                          <a:solidFill>
                            <a:srgbClr val="FFFFFF"/>
                          </a:solidFill>
                          <a:latin typeface="Segoe UI"/>
                        </a:rPr>
                        <a:t>Geographical Breakdown</a:t>
                      </a:r>
                      <a:endParaRPr sz="1000" b="1">
                        <a:solidFill>
                          <a:srgbClr val="FFFFFF"/>
                        </a:solidFill>
                        <a:latin typeface="Segoe UI"/>
                      </a:endParaRP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1000" b="1">
                          <a:solidFill>
                            <a:srgbClr val="FFFFFF"/>
                          </a:solidFill>
                          <a:latin typeface="Segoe UI"/>
                        </a:rPr>
                        <a:t>#</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235000">
                <a:tc>
                  <a:txBody>
                    <a:bodyPr/>
                    <a:lstStyle/>
                    <a:p>
                      <a:pPr algn="l"/>
                      <a:r>
                        <a:rPr sz="1000">
                          <a:solidFill>
                            <a:srgbClr val="404040"/>
                          </a:solidFill>
                          <a:latin typeface="Segoe UI"/>
                        </a:rPr>
                        <a:t>United States</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1000">
                          <a:solidFill>
                            <a:srgbClr val="404040"/>
                          </a:solidFill>
                          <a:latin typeface="Segoe UI"/>
                        </a:rPr>
                        <a:t>44</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5000">
                <a:tc>
                  <a:txBody>
                    <a:bodyPr/>
                    <a:lstStyle/>
                    <a:p>
                      <a:pPr algn="l"/>
                      <a:r>
                        <a:rPr sz="1000">
                          <a:solidFill>
                            <a:srgbClr val="404040"/>
                          </a:solidFill>
                          <a:latin typeface="Segoe UI"/>
                        </a:rPr>
                        <a:t>Canada</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1000">
                          <a:solidFill>
                            <a:srgbClr val="404040"/>
                          </a:solidFill>
                          <a:latin typeface="Segoe UI"/>
                        </a:rPr>
                        <a:t>30</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35000">
                <a:tc>
                  <a:txBody>
                    <a:bodyPr/>
                    <a:lstStyle/>
                    <a:p>
                      <a:pPr algn="l"/>
                      <a:r>
                        <a:rPr sz="1000">
                          <a:solidFill>
                            <a:srgbClr val="404040"/>
                          </a:solidFill>
                          <a:latin typeface="Segoe UI"/>
                        </a:rPr>
                        <a:t>United Kingdom</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1000">
                          <a:solidFill>
                            <a:srgbClr val="404040"/>
                          </a:solidFill>
                          <a:latin typeface="Segoe UI"/>
                        </a:rPr>
                        <a:t>11</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35000">
                <a:tc>
                  <a:txBody>
                    <a:bodyPr/>
                    <a:lstStyle/>
                    <a:p>
                      <a:pPr algn="l"/>
                      <a:r>
                        <a:rPr sz="1000">
                          <a:solidFill>
                            <a:srgbClr val="404040"/>
                          </a:solidFill>
                          <a:latin typeface="Segoe UI"/>
                        </a:rPr>
                        <a:t>Australia</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1000">
                          <a:solidFill>
                            <a:srgbClr val="404040"/>
                          </a:solidFill>
                          <a:latin typeface="Segoe UI"/>
                        </a:rPr>
                        <a:t>8</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35000">
                <a:tc>
                  <a:txBody>
                    <a:bodyPr/>
                    <a:lstStyle/>
                    <a:p>
                      <a:pPr algn="l"/>
                      <a:r>
                        <a:rPr sz="1000">
                          <a:solidFill>
                            <a:srgbClr val="404040"/>
                          </a:solidFill>
                          <a:latin typeface="Segoe UI"/>
                        </a:rPr>
                        <a:t>Singapore</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1000">
                          <a:solidFill>
                            <a:srgbClr val="404040"/>
                          </a:solidFill>
                          <a:latin typeface="Segoe UI"/>
                        </a:rPr>
                        <a:t>4</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35000">
                <a:tc>
                  <a:txBody>
                    <a:bodyPr/>
                    <a:lstStyle/>
                    <a:p>
                      <a:pPr algn="l"/>
                      <a:r>
                        <a:rPr sz="1000">
                          <a:solidFill>
                            <a:srgbClr val="404040"/>
                          </a:solidFill>
                          <a:latin typeface="Segoe UI"/>
                        </a:rPr>
                        <a:t>European Union</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1000">
                          <a:solidFill>
                            <a:srgbClr val="404040"/>
                          </a:solidFill>
                          <a:latin typeface="Segoe UI"/>
                        </a:rPr>
                        <a:t>3</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6" name="Rectangle 15">
            <a:extLst>
              <a:ext uri="{FF2B5EF4-FFF2-40B4-BE49-F238E27FC236}">
                <a16:creationId xmlns:a16="http://schemas.microsoft.com/office/drawing/2014/main" id="{F3B361EB-7238-67DF-987F-0D0964EE2C6B}"/>
              </a:ext>
            </a:extLst>
          </p:cNvPr>
          <p:cNvSpPr/>
          <p:nvPr/>
        </p:nvSpPr>
        <p:spPr>
          <a:xfrm>
            <a:off x="0" y="3246120"/>
            <a:ext cx="12191695" cy="91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graphicFrame>
        <p:nvGraphicFramePr>
          <p:cNvPr id="18" name="Chart 17">
            <a:extLst>
              <a:ext uri="{FF2B5EF4-FFF2-40B4-BE49-F238E27FC236}">
                <a16:creationId xmlns:a16="http://schemas.microsoft.com/office/drawing/2014/main" id="{EF8E3179-BAE4-6433-63C4-76765613977B}"/>
              </a:ext>
            </a:extLst>
          </p:cNvPr>
          <p:cNvGraphicFramePr>
            <a:graphicFrameLocks noGrp="1"/>
          </p:cNvGraphicFramePr>
          <p:nvPr>
            <p:extLst>
              <p:ext uri="{D42A27DB-BD31-4B8C-83A1-F6EECF244321}">
                <p14:modId xmlns:p14="http://schemas.microsoft.com/office/powerpoint/2010/main" val="937852492"/>
              </p:ext>
            </p:extLst>
          </p:nvPr>
        </p:nvGraphicFramePr>
        <p:xfrm>
          <a:off x="4315968" y="3474720"/>
          <a:ext cx="7507224" cy="29718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69628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AAC2C-1C8E-B9DF-9A41-0C91AD28E9E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F7233B4-15D5-63B1-795D-3EF84F84E3E4}"/>
              </a:ext>
            </a:extLst>
          </p:cNvPr>
          <p:cNvSpPr/>
          <p:nvPr/>
        </p:nvSpPr>
        <p:spPr>
          <a:xfrm>
            <a:off x="0" y="0"/>
            <a:ext cx="12191695" cy="3566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3" name="TextBox 2">
            <a:extLst>
              <a:ext uri="{FF2B5EF4-FFF2-40B4-BE49-F238E27FC236}">
                <a16:creationId xmlns:a16="http://schemas.microsoft.com/office/drawing/2014/main" id="{0250E002-9AF1-C81F-BA05-9D22F335E0F5}"/>
              </a:ext>
            </a:extLst>
          </p:cNvPr>
          <p:cNvSpPr txBox="1"/>
          <p:nvPr/>
        </p:nvSpPr>
        <p:spPr>
          <a:xfrm>
            <a:off x="91440" y="0"/>
            <a:ext cx="11887200" cy="3566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a:ea typeface="+mn-ea"/>
                <a:cs typeface="Arial"/>
                <a:sym typeface="Arial"/>
              </a:rPr>
              <a:t>RESULTS OF 2026 DELOITTE SURVEY: DEEPFAKE &amp; EMERGING AI RISK</a:t>
            </a:r>
          </a:p>
        </p:txBody>
      </p:sp>
      <p:sp>
        <p:nvSpPr>
          <p:cNvPr id="4" name="Rectangle 3">
            <a:extLst>
              <a:ext uri="{FF2B5EF4-FFF2-40B4-BE49-F238E27FC236}">
                <a16:creationId xmlns:a16="http://schemas.microsoft.com/office/drawing/2014/main" id="{F8029BA6-84BB-C544-7C07-72F04F9571DA}"/>
              </a:ext>
            </a:extLst>
          </p:cNvPr>
          <p:cNvSpPr/>
          <p:nvPr/>
        </p:nvSpPr>
        <p:spPr>
          <a:xfrm>
            <a:off x="0" y="356616"/>
            <a:ext cx="12191695" cy="6117336"/>
          </a:xfrm>
          <a:prstGeom prst="rect">
            <a:avLst/>
          </a:prstGeom>
          <a:solidFill>
            <a:srgbClr val="FFFFFF"/>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5" name="Rectangle 4">
            <a:extLst>
              <a:ext uri="{FF2B5EF4-FFF2-40B4-BE49-F238E27FC236}">
                <a16:creationId xmlns:a16="http://schemas.microsoft.com/office/drawing/2014/main" id="{4B5BCCA1-464E-7D70-B656-7E6153C363EB}"/>
              </a:ext>
            </a:extLst>
          </p:cNvPr>
          <p:cNvSpPr/>
          <p:nvPr/>
        </p:nvSpPr>
        <p:spPr>
          <a:xfrm>
            <a:off x="0" y="370332"/>
            <a:ext cx="3017520" cy="611733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6" name="TextBox 5">
            <a:extLst>
              <a:ext uri="{FF2B5EF4-FFF2-40B4-BE49-F238E27FC236}">
                <a16:creationId xmlns:a16="http://schemas.microsoft.com/office/drawing/2014/main" id="{FA59D5E6-9D68-D149-EE39-E0E2001854D8}"/>
              </a:ext>
            </a:extLst>
          </p:cNvPr>
          <p:cNvSpPr txBox="1"/>
          <p:nvPr/>
        </p:nvSpPr>
        <p:spPr>
          <a:xfrm>
            <a:off x="320040" y="685800"/>
            <a:ext cx="2468880" cy="685800"/>
          </a:xfrm>
          <a:prstGeom prst="rect">
            <a:avLst/>
          </a:prstGeom>
          <a:noFill/>
        </p:spPr>
        <p:txBody>
          <a:bodyPr wrap="squar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4000" b="1" i="0" u="none" strike="noStrike" kern="1200" cap="none" spc="0" normalizeH="0" baseline="0" noProof="0">
                <a:ln>
                  <a:noFill/>
                </a:ln>
                <a:solidFill>
                  <a:srgbClr val="046A38"/>
                </a:solidFill>
                <a:effectLst/>
                <a:uLnTx/>
                <a:uFillTx/>
                <a:latin typeface="Segoe UI"/>
                <a:ea typeface="+mn-ea"/>
                <a:cs typeface="Arial"/>
                <a:sym typeface="Arial"/>
              </a:rPr>
              <a:t>70%</a:t>
            </a:r>
          </a:p>
        </p:txBody>
      </p:sp>
      <p:sp>
        <p:nvSpPr>
          <p:cNvPr id="7" name="Rectangle 6">
            <a:extLst>
              <a:ext uri="{FF2B5EF4-FFF2-40B4-BE49-F238E27FC236}">
                <a16:creationId xmlns:a16="http://schemas.microsoft.com/office/drawing/2014/main" id="{84781A7B-C08E-7D8E-FC60-C291C1849D97}"/>
              </a:ext>
            </a:extLst>
          </p:cNvPr>
          <p:cNvSpPr/>
          <p:nvPr/>
        </p:nvSpPr>
        <p:spPr>
          <a:xfrm>
            <a:off x="320040" y="1417320"/>
            <a:ext cx="1097280" cy="64008"/>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8" name="TextBox 7">
            <a:extLst>
              <a:ext uri="{FF2B5EF4-FFF2-40B4-BE49-F238E27FC236}">
                <a16:creationId xmlns:a16="http://schemas.microsoft.com/office/drawing/2014/main" id="{FDC3B828-D095-7A51-6FF6-0A0FD1AC2399}"/>
              </a:ext>
            </a:extLst>
          </p:cNvPr>
          <p:cNvSpPr txBox="1"/>
          <p:nvPr/>
        </p:nvSpPr>
        <p:spPr>
          <a:xfrm>
            <a:off x="320040" y="1554480"/>
            <a:ext cx="2468880" cy="914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404040"/>
                </a:solidFill>
                <a:effectLst/>
                <a:uLnTx/>
                <a:uFillTx/>
                <a:latin typeface="Segoe UI"/>
                <a:ea typeface="+mn-ea"/>
                <a:cs typeface="Arial"/>
                <a:sym typeface="Arial"/>
              </a:rPr>
              <a:t>of respondents cite digital onboarding, KYC &amp; identity verification as the area with the greatest increase in AI-enabled fraud vulnerability</a:t>
            </a:r>
          </a:p>
        </p:txBody>
      </p:sp>
      <p:sp>
        <p:nvSpPr>
          <p:cNvPr id="9" name="TextBox 8">
            <a:extLst>
              <a:ext uri="{FF2B5EF4-FFF2-40B4-BE49-F238E27FC236}">
                <a16:creationId xmlns:a16="http://schemas.microsoft.com/office/drawing/2014/main" id="{FA3655A0-43F2-C485-5681-401C0C4AE46E}"/>
              </a:ext>
            </a:extLst>
          </p:cNvPr>
          <p:cNvSpPr txBox="1"/>
          <p:nvPr/>
        </p:nvSpPr>
        <p:spPr>
          <a:xfrm>
            <a:off x="320040" y="3520440"/>
            <a:ext cx="2468880" cy="685800"/>
          </a:xfrm>
          <a:prstGeom prst="rect">
            <a:avLst/>
          </a:prstGeom>
          <a:noFill/>
        </p:spPr>
        <p:txBody>
          <a:bodyPr wrap="squar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4000" b="1" i="0" u="none" strike="noStrike" kern="1200" cap="none" spc="0" normalizeH="0" baseline="0" noProof="0">
                <a:ln>
                  <a:noFill/>
                </a:ln>
                <a:solidFill>
                  <a:srgbClr val="046A38"/>
                </a:solidFill>
                <a:effectLst/>
                <a:uLnTx/>
                <a:uFillTx/>
                <a:latin typeface="Segoe UI"/>
                <a:ea typeface="+mn-ea"/>
                <a:cs typeface="Arial"/>
                <a:sym typeface="Arial"/>
              </a:rPr>
              <a:t>+25%</a:t>
            </a:r>
          </a:p>
        </p:txBody>
      </p:sp>
      <p:sp>
        <p:nvSpPr>
          <p:cNvPr id="10" name="Rectangle 9">
            <a:extLst>
              <a:ext uri="{FF2B5EF4-FFF2-40B4-BE49-F238E27FC236}">
                <a16:creationId xmlns:a16="http://schemas.microsoft.com/office/drawing/2014/main" id="{854745C3-53A0-E14A-467E-D5672E15087F}"/>
              </a:ext>
            </a:extLst>
          </p:cNvPr>
          <p:cNvSpPr/>
          <p:nvPr/>
        </p:nvSpPr>
        <p:spPr>
          <a:xfrm>
            <a:off x="320040" y="4251960"/>
            <a:ext cx="1097280" cy="64008"/>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11" name="TextBox 10">
            <a:extLst>
              <a:ext uri="{FF2B5EF4-FFF2-40B4-BE49-F238E27FC236}">
                <a16:creationId xmlns:a16="http://schemas.microsoft.com/office/drawing/2014/main" id="{DD190826-67FF-A10D-C590-4B9F000FD745}"/>
              </a:ext>
            </a:extLst>
          </p:cNvPr>
          <p:cNvSpPr txBox="1"/>
          <p:nvPr/>
        </p:nvSpPr>
        <p:spPr>
          <a:xfrm>
            <a:off x="320040" y="4389120"/>
            <a:ext cx="2468880" cy="914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404040"/>
                </a:solidFill>
                <a:effectLst/>
                <a:uLnTx/>
                <a:uFillTx/>
                <a:latin typeface="Segoe UI"/>
                <a:ea typeface="+mn-ea"/>
                <a:cs typeface="Arial"/>
                <a:sym typeface="Arial"/>
              </a:rPr>
              <a:t>gap between insurance (72%) and banking (47%) respondents selecting the contact center as a top vulnerability</a:t>
            </a:r>
          </a:p>
        </p:txBody>
      </p:sp>
      <p:sp>
        <p:nvSpPr>
          <p:cNvPr id="12" name="TextBox 11">
            <a:extLst>
              <a:ext uri="{FF2B5EF4-FFF2-40B4-BE49-F238E27FC236}">
                <a16:creationId xmlns:a16="http://schemas.microsoft.com/office/drawing/2014/main" id="{A221B32C-ACD2-94B1-4279-6126F3C9DFE1}"/>
              </a:ext>
            </a:extLst>
          </p:cNvPr>
          <p:cNvSpPr txBox="1"/>
          <p:nvPr/>
        </p:nvSpPr>
        <p:spPr>
          <a:xfrm>
            <a:off x="3291840" y="457200"/>
            <a:ext cx="8595360" cy="274320"/>
          </a:xfrm>
          <a:prstGeom prst="rect">
            <a:avLst/>
          </a:prstGeom>
          <a:noFill/>
        </p:spPr>
        <p:txBody>
          <a:bodyPr wrap="squar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000000"/>
                </a:solidFill>
                <a:effectLst/>
                <a:uLnTx/>
                <a:uFillTx/>
                <a:latin typeface="Segoe UI"/>
                <a:ea typeface="+mn-ea"/>
                <a:cs typeface="Arial"/>
                <a:sym typeface="Arial"/>
              </a:rPr>
              <a:t>Areas with the greatest increase in AI / deepfake vulnerability (ranked top 3)</a:t>
            </a:r>
          </a:p>
        </p:txBody>
      </p:sp>
      <p:graphicFrame>
        <p:nvGraphicFramePr>
          <p:cNvPr id="13" name="Table 12">
            <a:extLst>
              <a:ext uri="{FF2B5EF4-FFF2-40B4-BE49-F238E27FC236}">
                <a16:creationId xmlns:a16="http://schemas.microsoft.com/office/drawing/2014/main" id="{43B568B5-733E-0222-9344-74F27812C1E8}"/>
              </a:ext>
            </a:extLst>
          </p:cNvPr>
          <p:cNvGraphicFramePr>
            <a:graphicFrameLocks noGrp="1"/>
          </p:cNvGraphicFramePr>
          <p:nvPr>
            <p:extLst>
              <p:ext uri="{D42A27DB-BD31-4B8C-83A1-F6EECF244321}">
                <p14:modId xmlns:p14="http://schemas.microsoft.com/office/powerpoint/2010/main" val="4174880663"/>
              </p:ext>
            </p:extLst>
          </p:nvPr>
        </p:nvGraphicFramePr>
        <p:xfrm>
          <a:off x="3291840" y="804672"/>
          <a:ext cx="8595360" cy="1920240"/>
        </p:xfrm>
        <a:graphic>
          <a:graphicData uri="http://schemas.openxmlformats.org/drawingml/2006/table">
            <a:tbl>
              <a:tblPr>
                <a:tableStyleId>{5940675A-B579-460E-94D1-54222C63F5DA}</a:tableStyleId>
              </a:tblPr>
              <a:tblGrid>
                <a:gridCol w="44805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274320">
                <a:tc>
                  <a:txBody>
                    <a:bodyPr/>
                    <a:lstStyle/>
                    <a:p>
                      <a:pPr algn="l"/>
                      <a:r>
                        <a:rPr sz="1000" b="1">
                          <a:solidFill>
                            <a:srgbClr val="FFFFFF"/>
                          </a:solidFill>
                          <a:latin typeface="Segoe UI"/>
                        </a:rPr>
                        <a:t>Area</a:t>
                      </a:r>
                    </a:p>
                  </a:txBody>
                  <a:tcPr marL="54864" marR="54864" marT="18288" marB="18288" anchor="ctr">
                    <a:lnL w="12700" cap="flat" cmpd="sng" algn="ctr">
                      <a:solidFill>
                        <a:schemeClr val="accent4"/>
                      </a:solidFill>
                      <a:prstDash val="solid"/>
                      <a:round/>
                      <a:headEnd type="none" w="med" len="med"/>
                      <a:tailEnd type="none" w="med" len="med"/>
                    </a:lnL>
                    <a:lnR w="12700" cmpd="sng">
                      <a:noFill/>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solidFill>
                  </a:tcPr>
                </a:tc>
                <a:tc>
                  <a:txBody>
                    <a:bodyPr/>
                    <a:lstStyle/>
                    <a:p>
                      <a:pPr algn="ctr"/>
                      <a:r>
                        <a:rPr sz="1000" b="1">
                          <a:solidFill>
                            <a:srgbClr val="FFFFFF"/>
                          </a:solidFill>
                          <a:latin typeface="Segoe UI"/>
                        </a:rPr>
                        <a:t>All</a:t>
                      </a:r>
                    </a:p>
                  </a:txBody>
                  <a:tcPr marL="54864" marR="54864" marT="18288" marB="18288" anchor="ctr">
                    <a:lnL w="12700" cmpd="sng">
                      <a:noFill/>
                    </a:lnL>
                    <a:lnR w="12700" cmpd="sng">
                      <a:noFill/>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4EA72E"/>
                    </a:solidFill>
                  </a:tcPr>
                </a:tc>
                <a:tc>
                  <a:txBody>
                    <a:bodyPr/>
                    <a:lstStyle/>
                    <a:p>
                      <a:pPr algn="ctr"/>
                      <a:r>
                        <a:rPr sz="1000" b="1">
                          <a:solidFill>
                            <a:srgbClr val="FFFFFF"/>
                          </a:solidFill>
                          <a:latin typeface="Segoe UI"/>
                        </a:rPr>
                        <a:t>Banking</a:t>
                      </a:r>
                    </a:p>
                  </a:txBody>
                  <a:tcPr marL="54864" marR="54864" marT="18288" marB="18288" anchor="ctr">
                    <a:lnL w="12700" cmpd="sng">
                      <a:noFill/>
                    </a:lnL>
                    <a:lnR w="12700" cmpd="sng">
                      <a:noFill/>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4EA72E"/>
                    </a:solidFill>
                  </a:tcPr>
                </a:tc>
                <a:tc>
                  <a:txBody>
                    <a:bodyPr/>
                    <a:lstStyle/>
                    <a:p>
                      <a:pPr algn="ctr"/>
                      <a:r>
                        <a:rPr sz="1000" b="1">
                          <a:solidFill>
                            <a:srgbClr val="FFFFFF"/>
                          </a:solidFill>
                          <a:latin typeface="Segoe UI"/>
                        </a:rPr>
                        <a:t>Insurance</a:t>
                      </a:r>
                    </a:p>
                  </a:txBody>
                  <a:tcPr marL="54864" marR="54864" marT="18288" marB="18288" anchor="ctr">
                    <a:lnL w="12700" cmpd="sng">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4EA72E"/>
                    </a:solidFill>
                  </a:tcPr>
                </a:tc>
                <a:extLst>
                  <a:ext uri="{0D108BD9-81ED-4DB2-BD59-A6C34878D82A}">
                    <a16:rowId xmlns:a16="http://schemas.microsoft.com/office/drawing/2014/main" val="10000"/>
                  </a:ext>
                </a:extLst>
              </a:tr>
              <a:tr h="274320">
                <a:tc>
                  <a:txBody>
                    <a:bodyPr/>
                    <a:lstStyle/>
                    <a:p>
                      <a:pPr algn="l"/>
                      <a:r>
                        <a:rPr sz="1000">
                          <a:solidFill>
                            <a:srgbClr val="404040"/>
                          </a:solidFill>
                          <a:latin typeface="Segoe UI"/>
                        </a:rPr>
                        <a:t>Digital onboarding, KYC &amp; identity verification</a:t>
                      </a:r>
                    </a:p>
                  </a:txBody>
                  <a:tcPr marL="54864" marR="54864" marT="18288" marB="18288" anchor="ctr">
                    <a:lnL w="12700" cap="flat" cmpd="sng" algn="ctr">
                      <a:solidFill>
                        <a:schemeClr val="accent4"/>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algn="ctr"/>
                      <a:r>
                        <a:rPr sz="1000" b="0">
                          <a:solidFill>
                            <a:schemeClr val="tx1"/>
                          </a:solidFill>
                          <a:latin typeface="Segoe UI"/>
                        </a:rPr>
                        <a:t>70%</a:t>
                      </a:r>
                    </a:p>
                  </a:txBody>
                  <a:tcPr marL="54864" marR="54864" marT="18288" marB="1828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algn="ctr"/>
                      <a:r>
                        <a:rPr sz="1000" b="0">
                          <a:solidFill>
                            <a:schemeClr val="tx1"/>
                          </a:solidFill>
                          <a:latin typeface="Segoe UI"/>
                        </a:rPr>
                        <a:t>73%</a:t>
                      </a:r>
                    </a:p>
                  </a:txBody>
                  <a:tcPr marL="54864" marR="54864" marT="18288" marB="1828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algn="ctr"/>
                      <a:r>
                        <a:rPr sz="1000" b="0">
                          <a:solidFill>
                            <a:schemeClr val="tx1"/>
                          </a:solidFill>
                          <a:latin typeface="Segoe UI"/>
                        </a:rPr>
                        <a:t>52%</a:t>
                      </a:r>
                    </a:p>
                  </a:txBody>
                  <a:tcPr marL="54864" marR="54864" marT="18288" marB="18288" anchor="ctr">
                    <a:lnL w="12700" cmpd="sng">
                      <a:noFill/>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74320">
                <a:tc>
                  <a:txBody>
                    <a:bodyPr/>
                    <a:lstStyle/>
                    <a:p>
                      <a:pPr algn="l"/>
                      <a:r>
                        <a:rPr sz="1000">
                          <a:solidFill>
                            <a:srgbClr val="404040"/>
                          </a:solidFill>
                          <a:latin typeface="Segoe UI"/>
                        </a:rPr>
                        <a:t>Payment, wire &amp; transaction approvals</a:t>
                      </a:r>
                    </a:p>
                  </a:txBody>
                  <a:tcPr marL="54864" marR="54864" marT="18288" marB="18288" anchor="ctr">
                    <a:lnL w="12700" cap="flat" cmpd="sng" algn="ctr">
                      <a:solidFill>
                        <a:schemeClr val="accent4"/>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algn="ctr"/>
                      <a:r>
                        <a:rPr sz="1000" b="0">
                          <a:solidFill>
                            <a:schemeClr val="tx1"/>
                          </a:solidFill>
                          <a:latin typeface="Segoe UI"/>
                        </a:rPr>
                        <a:t>64%</a:t>
                      </a:r>
                    </a:p>
                  </a:txBody>
                  <a:tcPr marL="54864" marR="54864" marT="18288" marB="1828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algn="ctr"/>
                      <a:r>
                        <a:rPr sz="1000" b="0">
                          <a:solidFill>
                            <a:schemeClr val="tx1"/>
                          </a:solidFill>
                          <a:latin typeface="Segoe UI"/>
                        </a:rPr>
                        <a:t>73%</a:t>
                      </a:r>
                    </a:p>
                  </a:txBody>
                  <a:tcPr marL="54864" marR="54864" marT="18288" marB="1828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algn="ctr"/>
                      <a:r>
                        <a:rPr sz="1000" b="0">
                          <a:solidFill>
                            <a:schemeClr val="tx1"/>
                          </a:solidFill>
                          <a:latin typeface="Segoe UI"/>
                        </a:rPr>
                        <a:t>36%</a:t>
                      </a:r>
                    </a:p>
                  </a:txBody>
                  <a:tcPr marL="54864" marR="54864" marT="18288" marB="18288" anchor="ctr">
                    <a:lnL w="12700" cmpd="sng">
                      <a:noFill/>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274320">
                <a:tc>
                  <a:txBody>
                    <a:bodyPr/>
                    <a:lstStyle/>
                    <a:p>
                      <a:pPr algn="l"/>
                      <a:r>
                        <a:rPr sz="1000">
                          <a:solidFill>
                            <a:srgbClr val="404040"/>
                          </a:solidFill>
                          <a:latin typeface="Segoe UI"/>
                        </a:rPr>
                        <a:t>Claims, underwriting &amp; lending review</a:t>
                      </a:r>
                    </a:p>
                  </a:txBody>
                  <a:tcPr marL="54864" marR="54864" marT="18288" marB="18288" anchor="ctr">
                    <a:lnL w="12700" cap="flat" cmpd="sng" algn="ctr">
                      <a:solidFill>
                        <a:schemeClr val="accent4"/>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algn="ctr"/>
                      <a:r>
                        <a:rPr sz="1000" b="0">
                          <a:solidFill>
                            <a:schemeClr val="tx1"/>
                          </a:solidFill>
                          <a:latin typeface="Segoe UI"/>
                        </a:rPr>
                        <a:t>53%</a:t>
                      </a:r>
                    </a:p>
                  </a:txBody>
                  <a:tcPr marL="54864" marR="54864" marT="18288" marB="1828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algn="ctr"/>
                      <a:r>
                        <a:rPr sz="1000" b="0">
                          <a:solidFill>
                            <a:schemeClr val="tx1"/>
                          </a:solidFill>
                          <a:latin typeface="Segoe UI"/>
                        </a:rPr>
                        <a:t>48%</a:t>
                      </a:r>
                    </a:p>
                  </a:txBody>
                  <a:tcPr marL="54864" marR="54864" marT="18288" marB="1828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algn="ctr"/>
                      <a:r>
                        <a:rPr sz="1000" b="0">
                          <a:solidFill>
                            <a:schemeClr val="tx1"/>
                          </a:solidFill>
                          <a:latin typeface="Segoe UI"/>
                        </a:rPr>
                        <a:t>64%</a:t>
                      </a:r>
                    </a:p>
                  </a:txBody>
                  <a:tcPr marL="54864" marR="54864" marT="18288" marB="18288" anchor="ctr">
                    <a:lnL w="12700" cmpd="sng">
                      <a:noFill/>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74320">
                <a:tc>
                  <a:txBody>
                    <a:bodyPr/>
                    <a:lstStyle/>
                    <a:p>
                      <a:pPr algn="l"/>
                      <a:r>
                        <a:rPr sz="1000">
                          <a:solidFill>
                            <a:srgbClr val="404040"/>
                          </a:solidFill>
                          <a:latin typeface="Segoe UI"/>
                        </a:rPr>
                        <a:t>Contact center / phone-based authentication</a:t>
                      </a:r>
                    </a:p>
                  </a:txBody>
                  <a:tcPr marL="54864" marR="54864" marT="18288" marB="18288" anchor="ctr">
                    <a:lnL w="12700" cap="flat" cmpd="sng" algn="ctr">
                      <a:solidFill>
                        <a:schemeClr val="accent4"/>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algn="ctr"/>
                      <a:r>
                        <a:rPr sz="1000" b="0">
                          <a:solidFill>
                            <a:schemeClr val="tx1"/>
                          </a:solidFill>
                          <a:latin typeface="Segoe UI"/>
                        </a:rPr>
                        <a:t>52%</a:t>
                      </a:r>
                    </a:p>
                  </a:txBody>
                  <a:tcPr marL="54864" marR="54864" marT="18288" marB="1828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algn="ctr"/>
                      <a:r>
                        <a:rPr sz="1000" b="0">
                          <a:solidFill>
                            <a:schemeClr val="tx1"/>
                          </a:solidFill>
                          <a:latin typeface="Segoe UI"/>
                        </a:rPr>
                        <a:t>47%</a:t>
                      </a:r>
                    </a:p>
                  </a:txBody>
                  <a:tcPr marL="54864" marR="54864" marT="18288" marB="1828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algn="ctr"/>
                      <a:r>
                        <a:rPr sz="1000" b="0">
                          <a:solidFill>
                            <a:schemeClr val="tx1"/>
                          </a:solidFill>
                          <a:latin typeface="Segoe UI"/>
                        </a:rPr>
                        <a:t>72%</a:t>
                      </a:r>
                    </a:p>
                  </a:txBody>
                  <a:tcPr marL="54864" marR="54864" marT="18288" marB="18288" anchor="ctr">
                    <a:lnL w="12700" cmpd="sng">
                      <a:noFill/>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274320">
                <a:tc>
                  <a:txBody>
                    <a:bodyPr/>
                    <a:lstStyle/>
                    <a:p>
                      <a:pPr algn="l"/>
                      <a:r>
                        <a:rPr sz="1000">
                          <a:solidFill>
                            <a:srgbClr val="404040"/>
                          </a:solidFill>
                          <a:latin typeface="Segoe UI"/>
                        </a:rPr>
                        <a:t>Executive / employee / broker impersonation</a:t>
                      </a:r>
                    </a:p>
                  </a:txBody>
                  <a:tcPr marL="54864" marR="54864" marT="18288" marB="18288" anchor="ctr">
                    <a:lnL w="12700" cap="flat" cmpd="sng" algn="ctr">
                      <a:solidFill>
                        <a:schemeClr val="accent4"/>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algn="ctr"/>
                      <a:r>
                        <a:rPr sz="1000" b="0">
                          <a:solidFill>
                            <a:schemeClr val="tx1"/>
                          </a:solidFill>
                          <a:latin typeface="Segoe UI"/>
                        </a:rPr>
                        <a:t>43%</a:t>
                      </a:r>
                    </a:p>
                  </a:txBody>
                  <a:tcPr marL="54864" marR="54864" marT="18288" marB="1828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algn="ctr"/>
                      <a:r>
                        <a:rPr sz="1000" b="0">
                          <a:solidFill>
                            <a:schemeClr val="tx1"/>
                          </a:solidFill>
                          <a:latin typeface="Segoe UI"/>
                        </a:rPr>
                        <a:t>40%</a:t>
                      </a:r>
                    </a:p>
                  </a:txBody>
                  <a:tcPr marL="54864" marR="54864" marT="18288" marB="1828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p>
                      <a:pPr algn="ctr"/>
                      <a:r>
                        <a:rPr sz="1000" b="0">
                          <a:solidFill>
                            <a:schemeClr val="tx1"/>
                          </a:solidFill>
                          <a:latin typeface="Segoe UI"/>
                        </a:rPr>
                        <a:t>60%</a:t>
                      </a:r>
                    </a:p>
                  </a:txBody>
                  <a:tcPr marL="54864" marR="54864" marT="18288" marB="18288" anchor="ctr">
                    <a:lnL w="12700" cmpd="sng">
                      <a:noFill/>
                    </a:lnL>
                    <a:lnR w="12700" cap="flat" cmpd="sng" algn="ctr">
                      <a:solidFill>
                        <a:schemeClr val="accent4"/>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274320">
                <a:tc>
                  <a:txBody>
                    <a:bodyPr/>
                    <a:lstStyle/>
                    <a:p>
                      <a:pPr algn="l"/>
                      <a:r>
                        <a:rPr sz="1000">
                          <a:solidFill>
                            <a:srgbClr val="404040"/>
                          </a:solidFill>
                          <a:latin typeface="Segoe UI"/>
                        </a:rPr>
                        <a:t>Video meetings &amp; remote advisory</a:t>
                      </a:r>
                    </a:p>
                  </a:txBody>
                  <a:tcPr marL="54864" marR="54864" marT="18288" marB="18288" anchor="ctr">
                    <a:lnL w="12700" cap="flat" cmpd="sng" algn="ctr">
                      <a:solidFill>
                        <a:schemeClr val="accent4"/>
                      </a:solidFill>
                      <a:prstDash val="solid"/>
                      <a:round/>
                      <a:headEnd type="none" w="med" len="med"/>
                      <a:tailEnd type="none" w="med" len="med"/>
                    </a:lnL>
                    <a:lnR w="12700" cmpd="sng">
                      <a:noFill/>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000" b="0">
                          <a:solidFill>
                            <a:schemeClr val="tx1"/>
                          </a:solidFill>
                          <a:latin typeface="Segoe UI"/>
                        </a:rPr>
                        <a:t>15%</a:t>
                      </a:r>
                    </a:p>
                  </a:txBody>
                  <a:tcPr marL="54864" marR="54864" marT="18288" marB="18288" anchor="ctr">
                    <a:lnL w="12700" cmpd="sng">
                      <a:noFill/>
                    </a:lnL>
                    <a:lnR w="12700" cmpd="sng">
                      <a:noFill/>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000" b="0">
                          <a:solidFill>
                            <a:schemeClr val="tx1"/>
                          </a:solidFill>
                          <a:latin typeface="Segoe UI"/>
                        </a:rPr>
                        <a:t>15%</a:t>
                      </a:r>
                    </a:p>
                  </a:txBody>
                  <a:tcPr marL="54864" marR="54864" marT="18288" marB="18288" anchor="ctr">
                    <a:lnL w="12700" cmpd="sng">
                      <a:noFill/>
                    </a:lnL>
                    <a:lnR w="12700" cmpd="sng">
                      <a:noFill/>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000" b="0">
                          <a:solidFill>
                            <a:schemeClr val="tx1"/>
                          </a:solidFill>
                          <a:latin typeface="Segoe UI"/>
                        </a:rPr>
                        <a:t>16%</a:t>
                      </a:r>
                    </a:p>
                  </a:txBody>
                  <a:tcPr marL="54864" marR="54864" marT="18288" marB="18288" anchor="ctr">
                    <a:lnL w="12700" cmpd="sng">
                      <a:noFill/>
                    </a:lnL>
                    <a:lnR w="12700" cap="flat" cmpd="sng" algn="ctr">
                      <a:solidFill>
                        <a:schemeClr val="accent4"/>
                      </a:solidFill>
                      <a:prstDash val="solid"/>
                      <a:round/>
                      <a:headEnd type="none" w="med" len="med"/>
                      <a:tailEnd type="none" w="med" len="med"/>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bl>
          </a:graphicData>
        </a:graphic>
      </p:graphicFrame>
      <p:graphicFrame>
        <p:nvGraphicFramePr>
          <p:cNvPr id="15" name="Chart 14">
            <a:extLst>
              <a:ext uri="{FF2B5EF4-FFF2-40B4-BE49-F238E27FC236}">
                <a16:creationId xmlns:a16="http://schemas.microsoft.com/office/drawing/2014/main" id="{CE445A9C-B344-B549-3239-800701558E20}"/>
              </a:ext>
            </a:extLst>
          </p:cNvPr>
          <p:cNvGraphicFramePr>
            <a:graphicFrameLocks noGrp="1"/>
          </p:cNvGraphicFramePr>
          <p:nvPr>
            <p:extLst>
              <p:ext uri="{D42A27DB-BD31-4B8C-83A1-F6EECF244321}">
                <p14:modId xmlns:p14="http://schemas.microsoft.com/office/powerpoint/2010/main" val="97140695"/>
              </p:ext>
            </p:extLst>
          </p:nvPr>
        </p:nvGraphicFramePr>
        <p:xfrm>
          <a:off x="3291840" y="3017520"/>
          <a:ext cx="859536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17" name="Rectangle 16">
            <a:extLst>
              <a:ext uri="{FF2B5EF4-FFF2-40B4-BE49-F238E27FC236}">
                <a16:creationId xmlns:a16="http://schemas.microsoft.com/office/drawing/2014/main" id="{FF9CB2B3-B07D-1819-1824-D12C2AE47F36}"/>
              </a:ext>
            </a:extLst>
          </p:cNvPr>
          <p:cNvSpPr/>
          <p:nvPr/>
        </p:nvSpPr>
        <p:spPr>
          <a:xfrm>
            <a:off x="0" y="2880360"/>
            <a:ext cx="12196800" cy="73152"/>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Tree>
    <p:extLst>
      <p:ext uri="{BB962C8B-B14F-4D97-AF65-F5344CB8AC3E}">
        <p14:creationId xmlns:p14="http://schemas.microsoft.com/office/powerpoint/2010/main" val="2289723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1ED30-D554-5825-E145-BE1A469B613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DDAE267-4777-FF9B-2E9B-F78359A67AD8}"/>
              </a:ext>
            </a:extLst>
          </p:cNvPr>
          <p:cNvSpPr/>
          <p:nvPr/>
        </p:nvSpPr>
        <p:spPr>
          <a:xfrm>
            <a:off x="0" y="0"/>
            <a:ext cx="12191695" cy="3566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3" name="TextBox 2">
            <a:extLst>
              <a:ext uri="{FF2B5EF4-FFF2-40B4-BE49-F238E27FC236}">
                <a16:creationId xmlns:a16="http://schemas.microsoft.com/office/drawing/2014/main" id="{66257975-CAFA-7A3D-7BD0-37F647E66DA1}"/>
              </a:ext>
            </a:extLst>
          </p:cNvPr>
          <p:cNvSpPr txBox="1"/>
          <p:nvPr/>
        </p:nvSpPr>
        <p:spPr>
          <a:xfrm>
            <a:off x="91440" y="0"/>
            <a:ext cx="11887200" cy="3566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a:ea typeface="+mn-ea"/>
                <a:cs typeface="Arial"/>
                <a:sym typeface="Arial"/>
              </a:rPr>
              <a:t>RESULTS OF 2026 DELOITTE SURVEY: FRAUD INFORMATION SHARING</a:t>
            </a:r>
          </a:p>
        </p:txBody>
      </p:sp>
      <p:sp>
        <p:nvSpPr>
          <p:cNvPr id="4" name="Rectangle 3">
            <a:extLst>
              <a:ext uri="{FF2B5EF4-FFF2-40B4-BE49-F238E27FC236}">
                <a16:creationId xmlns:a16="http://schemas.microsoft.com/office/drawing/2014/main" id="{A817D56C-3290-908E-3C8A-829DE6C7CD6D}"/>
              </a:ext>
            </a:extLst>
          </p:cNvPr>
          <p:cNvSpPr/>
          <p:nvPr/>
        </p:nvSpPr>
        <p:spPr>
          <a:xfrm>
            <a:off x="0" y="356616"/>
            <a:ext cx="3017520" cy="611733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5" name="TextBox 4">
            <a:extLst>
              <a:ext uri="{FF2B5EF4-FFF2-40B4-BE49-F238E27FC236}">
                <a16:creationId xmlns:a16="http://schemas.microsoft.com/office/drawing/2014/main" id="{60E0BCB7-140F-7C28-BC7E-6736EA6AA8DD}"/>
              </a:ext>
            </a:extLst>
          </p:cNvPr>
          <p:cNvSpPr txBox="1"/>
          <p:nvPr/>
        </p:nvSpPr>
        <p:spPr>
          <a:xfrm>
            <a:off x="320040" y="685800"/>
            <a:ext cx="2468880" cy="685800"/>
          </a:xfrm>
          <a:prstGeom prst="rect">
            <a:avLst/>
          </a:prstGeom>
          <a:noFill/>
        </p:spPr>
        <p:txBody>
          <a:bodyPr wrap="squar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4000" b="1" i="0" u="none" strike="noStrike" kern="1200" cap="none" spc="0" normalizeH="0" baseline="0" noProof="0">
                <a:ln>
                  <a:noFill/>
                </a:ln>
                <a:solidFill>
                  <a:srgbClr val="046A38"/>
                </a:solidFill>
                <a:effectLst/>
                <a:uLnTx/>
                <a:uFillTx/>
                <a:latin typeface="Segoe UI"/>
                <a:ea typeface="+mn-ea"/>
                <a:cs typeface="Arial"/>
                <a:sym typeface="Arial"/>
              </a:rPr>
              <a:t>77%</a:t>
            </a:r>
          </a:p>
        </p:txBody>
      </p:sp>
      <p:sp>
        <p:nvSpPr>
          <p:cNvPr id="6" name="Rectangle 5">
            <a:extLst>
              <a:ext uri="{FF2B5EF4-FFF2-40B4-BE49-F238E27FC236}">
                <a16:creationId xmlns:a16="http://schemas.microsoft.com/office/drawing/2014/main" id="{ABBDEB60-EFF0-7A2F-DD65-D50A9FC1D08C}"/>
              </a:ext>
            </a:extLst>
          </p:cNvPr>
          <p:cNvSpPr/>
          <p:nvPr/>
        </p:nvSpPr>
        <p:spPr>
          <a:xfrm>
            <a:off x="320040" y="1417320"/>
            <a:ext cx="1097280" cy="64008"/>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7" name="TextBox 6">
            <a:extLst>
              <a:ext uri="{FF2B5EF4-FFF2-40B4-BE49-F238E27FC236}">
                <a16:creationId xmlns:a16="http://schemas.microsoft.com/office/drawing/2014/main" id="{AE998AA6-3138-C7A7-612C-7AE897E5C2F7}"/>
              </a:ext>
            </a:extLst>
          </p:cNvPr>
          <p:cNvSpPr txBox="1"/>
          <p:nvPr/>
        </p:nvSpPr>
        <p:spPr>
          <a:xfrm>
            <a:off x="320040" y="1554480"/>
            <a:ext cx="2468880" cy="914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404040"/>
                </a:solidFill>
                <a:effectLst/>
                <a:uLnTx/>
                <a:uFillTx/>
                <a:latin typeface="Segoe UI"/>
                <a:ea typeface="+mn-ea"/>
                <a:cs typeface="Arial"/>
                <a:sym typeface="Arial"/>
              </a:rPr>
              <a:t>cite limited data standardization &amp; poor data quality as a top barrier to effective fraud information sharing</a:t>
            </a:r>
          </a:p>
        </p:txBody>
      </p:sp>
      <p:sp>
        <p:nvSpPr>
          <p:cNvPr id="8" name="TextBox 7">
            <a:extLst>
              <a:ext uri="{FF2B5EF4-FFF2-40B4-BE49-F238E27FC236}">
                <a16:creationId xmlns:a16="http://schemas.microsoft.com/office/drawing/2014/main" id="{5D6BF921-9596-9087-528B-2D38B4CC5E3C}"/>
              </a:ext>
            </a:extLst>
          </p:cNvPr>
          <p:cNvSpPr txBox="1"/>
          <p:nvPr/>
        </p:nvSpPr>
        <p:spPr>
          <a:xfrm>
            <a:off x="320040" y="3520440"/>
            <a:ext cx="2468880" cy="685800"/>
          </a:xfrm>
          <a:prstGeom prst="rect">
            <a:avLst/>
          </a:prstGeom>
          <a:noFill/>
        </p:spPr>
        <p:txBody>
          <a:bodyPr wrap="squar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4000" b="1" i="0" u="none" strike="noStrike" kern="1200" cap="none" spc="0" normalizeH="0" baseline="0" noProof="0">
                <a:ln>
                  <a:noFill/>
                </a:ln>
                <a:solidFill>
                  <a:srgbClr val="046A38"/>
                </a:solidFill>
                <a:effectLst/>
                <a:uLnTx/>
                <a:uFillTx/>
                <a:latin typeface="Segoe UI"/>
                <a:ea typeface="+mn-ea"/>
                <a:cs typeface="Arial"/>
                <a:sym typeface="Arial"/>
              </a:rPr>
              <a:t>35%</a:t>
            </a:r>
          </a:p>
        </p:txBody>
      </p:sp>
      <p:sp>
        <p:nvSpPr>
          <p:cNvPr id="9" name="Rectangle 8">
            <a:extLst>
              <a:ext uri="{FF2B5EF4-FFF2-40B4-BE49-F238E27FC236}">
                <a16:creationId xmlns:a16="http://schemas.microsoft.com/office/drawing/2014/main" id="{E0B5B0C2-5818-D27E-EBF6-2DF36D4BFBD8}"/>
              </a:ext>
            </a:extLst>
          </p:cNvPr>
          <p:cNvSpPr/>
          <p:nvPr/>
        </p:nvSpPr>
        <p:spPr>
          <a:xfrm>
            <a:off x="320040" y="4251960"/>
            <a:ext cx="1097280" cy="64008"/>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10" name="TextBox 9">
            <a:extLst>
              <a:ext uri="{FF2B5EF4-FFF2-40B4-BE49-F238E27FC236}">
                <a16:creationId xmlns:a16="http://schemas.microsoft.com/office/drawing/2014/main" id="{4C9AA76D-75DE-5BA8-7F84-00F7B1CFAB7A}"/>
              </a:ext>
            </a:extLst>
          </p:cNvPr>
          <p:cNvSpPr txBox="1"/>
          <p:nvPr/>
        </p:nvSpPr>
        <p:spPr>
          <a:xfrm>
            <a:off x="320040" y="4389120"/>
            <a:ext cx="2468880" cy="914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404040"/>
                </a:solidFill>
                <a:effectLst/>
                <a:uLnTx/>
                <a:uFillTx/>
                <a:latin typeface="Segoe UI"/>
                <a:ea typeface="+mn-ea"/>
                <a:cs typeface="Arial"/>
                <a:sym typeface="Arial"/>
              </a:rPr>
              <a:t>selected a centralized fraud information-sharing utility as the government action with the greatest impact</a:t>
            </a:r>
          </a:p>
        </p:txBody>
      </p:sp>
      <p:sp>
        <p:nvSpPr>
          <p:cNvPr id="11" name="TextBox 10">
            <a:extLst>
              <a:ext uri="{FF2B5EF4-FFF2-40B4-BE49-F238E27FC236}">
                <a16:creationId xmlns:a16="http://schemas.microsoft.com/office/drawing/2014/main" id="{6800170F-16D5-A5C8-65C3-5B09F6BE3B22}"/>
              </a:ext>
            </a:extLst>
          </p:cNvPr>
          <p:cNvSpPr txBox="1"/>
          <p:nvPr/>
        </p:nvSpPr>
        <p:spPr>
          <a:xfrm>
            <a:off x="3291840" y="457200"/>
            <a:ext cx="8595360" cy="274320"/>
          </a:xfrm>
          <a:prstGeom prst="rect">
            <a:avLst/>
          </a:prstGeom>
          <a:noFill/>
        </p:spPr>
        <p:txBody>
          <a:bodyPr wrap="squar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000000"/>
                </a:solidFill>
                <a:effectLst/>
                <a:uLnTx/>
                <a:uFillTx/>
                <a:latin typeface="Segoe UI"/>
                <a:ea typeface="+mn-ea"/>
                <a:cs typeface="Arial"/>
                <a:sym typeface="Arial"/>
              </a:rPr>
              <a:t>Biggest barriers to effective fraud information sharing, by market (ranked top 3)</a:t>
            </a:r>
          </a:p>
        </p:txBody>
      </p:sp>
      <p:graphicFrame>
        <p:nvGraphicFramePr>
          <p:cNvPr id="12" name="Table 11">
            <a:extLst>
              <a:ext uri="{FF2B5EF4-FFF2-40B4-BE49-F238E27FC236}">
                <a16:creationId xmlns:a16="http://schemas.microsoft.com/office/drawing/2014/main" id="{EFDA4890-7637-B729-76D7-8A729EDF3AB5}"/>
              </a:ext>
            </a:extLst>
          </p:cNvPr>
          <p:cNvGraphicFramePr>
            <a:graphicFrameLocks noGrp="1"/>
          </p:cNvGraphicFramePr>
          <p:nvPr>
            <p:extLst>
              <p:ext uri="{D42A27DB-BD31-4B8C-83A1-F6EECF244321}">
                <p14:modId xmlns:p14="http://schemas.microsoft.com/office/powerpoint/2010/main" val="3639110781"/>
              </p:ext>
            </p:extLst>
          </p:nvPr>
        </p:nvGraphicFramePr>
        <p:xfrm>
          <a:off x="3291840" y="804672"/>
          <a:ext cx="8595360" cy="1920240"/>
        </p:xfrm>
        <a:graphic>
          <a:graphicData uri="http://schemas.openxmlformats.org/drawingml/2006/table">
            <a:tbl>
              <a:tblPr>
                <a:tableStyleId>{5940675A-B579-460E-94D1-54222C63F5DA}</a:tableStyleId>
              </a:tblPr>
              <a:tblGrid>
                <a:gridCol w="31089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274320">
                <a:tc>
                  <a:txBody>
                    <a:bodyPr/>
                    <a:lstStyle/>
                    <a:p>
                      <a:pPr algn="l"/>
                      <a:r>
                        <a:rPr sz="950" b="1">
                          <a:solidFill>
                            <a:srgbClr val="FFFFFF"/>
                          </a:solidFill>
                          <a:latin typeface="Segoe UI"/>
                        </a:rPr>
                        <a:t>Barrier</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50" b="1">
                          <a:solidFill>
                            <a:srgbClr val="FFFFFF"/>
                          </a:solidFill>
                          <a:latin typeface="Segoe UI"/>
                        </a:rPr>
                        <a:t>All </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50" b="1">
                          <a:solidFill>
                            <a:srgbClr val="FFFFFF"/>
                          </a:solidFill>
                          <a:latin typeface="Segoe UI"/>
                        </a:rPr>
                        <a:t>US </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50" b="1">
                          <a:solidFill>
                            <a:srgbClr val="FFFFFF"/>
                          </a:solidFill>
                          <a:latin typeface="Segoe UI"/>
                        </a:rPr>
                        <a:t>Canada</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50" b="1">
                          <a:solidFill>
                            <a:srgbClr val="FFFFFF"/>
                          </a:solidFill>
                          <a:latin typeface="Segoe UI"/>
                        </a:rPr>
                        <a:t>EU + UK</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50" b="1">
                          <a:solidFill>
                            <a:srgbClr val="FFFFFF"/>
                          </a:solidFill>
                          <a:latin typeface="Segoe UI"/>
                        </a:rPr>
                        <a:t>Australia</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50" b="1">
                          <a:solidFill>
                            <a:srgbClr val="FFFFFF"/>
                          </a:solidFill>
                          <a:latin typeface="Segoe UI"/>
                        </a:rPr>
                        <a:t>Singapore</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274320">
                <a:tc>
                  <a:txBody>
                    <a:bodyPr/>
                    <a:lstStyle/>
                    <a:p>
                      <a:pPr algn="l"/>
                      <a:r>
                        <a:rPr sz="950">
                          <a:solidFill>
                            <a:srgbClr val="404040"/>
                          </a:solidFill>
                          <a:latin typeface="Segoe UI"/>
                        </a:rPr>
                        <a:t>Limited data standardization &amp; poor quality</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77%</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77%</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77%</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71%</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75%</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100%</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algn="l"/>
                      <a:r>
                        <a:rPr sz="950">
                          <a:solidFill>
                            <a:srgbClr val="404040"/>
                          </a:solidFill>
                          <a:latin typeface="Segoe UI"/>
                        </a:rPr>
                        <a:t>Legal, privacy or regulatory constraints</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73%</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80%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63%</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64%</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100%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50%</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algn="l"/>
                      <a:r>
                        <a:rPr sz="950">
                          <a:solidFill>
                            <a:srgbClr val="404040"/>
                          </a:solidFill>
                          <a:latin typeface="Segoe UI"/>
                        </a:rPr>
                        <a:t>Lack of external industry participation</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60%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66%</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57%</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57%</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50%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50%</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algn="l"/>
                      <a:r>
                        <a:rPr sz="950">
                          <a:solidFill>
                            <a:srgbClr val="404040"/>
                          </a:solidFill>
                          <a:latin typeface="Segoe UI"/>
                        </a:rPr>
                        <a:t>Insufficient budget or resources</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36%</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36%</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30%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43%</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50%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25%</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algn="l"/>
                      <a:r>
                        <a:rPr sz="950">
                          <a:solidFill>
                            <a:srgbClr val="404040"/>
                          </a:solidFill>
                          <a:latin typeface="Segoe UI"/>
                        </a:rPr>
                        <a:t>Difficulty demonstrating ROI</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27%</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16%</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33%</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50%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12%</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50%</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algn="l"/>
                      <a:r>
                        <a:rPr sz="950">
                          <a:solidFill>
                            <a:srgbClr val="404040"/>
                          </a:solidFill>
                          <a:latin typeface="Segoe UI"/>
                        </a:rPr>
                        <a:t>Unclear internal ownership / governance</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50">
                          <a:solidFill>
                            <a:srgbClr val="404040"/>
                          </a:solidFill>
                          <a:latin typeface="Segoe UI"/>
                        </a:rPr>
                        <a:t>26%</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50">
                          <a:solidFill>
                            <a:srgbClr val="404040"/>
                          </a:solidFill>
                          <a:latin typeface="Segoe UI"/>
                        </a:rPr>
                        <a:t>25%</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50">
                          <a:solidFill>
                            <a:srgbClr val="404040"/>
                          </a:solidFill>
                          <a:latin typeface="Segoe UI"/>
                        </a:rPr>
                        <a:t>37%</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50">
                          <a:solidFill>
                            <a:srgbClr val="404040"/>
                          </a:solidFill>
                          <a:latin typeface="Segoe UI"/>
                        </a:rPr>
                        <a:t>14%</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50">
                          <a:solidFill>
                            <a:srgbClr val="404040"/>
                          </a:solidFill>
                          <a:latin typeface="Segoe UI"/>
                        </a:rPr>
                        <a:t>12%</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50">
                          <a:solidFill>
                            <a:srgbClr val="404040"/>
                          </a:solidFill>
                          <a:latin typeface="Segoe UI"/>
                        </a:rPr>
                        <a:t>25%</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3" name="Rectangle 12">
            <a:extLst>
              <a:ext uri="{FF2B5EF4-FFF2-40B4-BE49-F238E27FC236}">
                <a16:creationId xmlns:a16="http://schemas.microsoft.com/office/drawing/2014/main" id="{8821BEA0-4FD2-31C9-6DAF-269D02A2EE8D}"/>
              </a:ext>
            </a:extLst>
          </p:cNvPr>
          <p:cNvSpPr/>
          <p:nvPr/>
        </p:nvSpPr>
        <p:spPr>
          <a:xfrm>
            <a:off x="0" y="2880360"/>
            <a:ext cx="12196800" cy="73152"/>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graphicFrame>
        <p:nvGraphicFramePr>
          <p:cNvPr id="14" name="Chart 13">
            <a:extLst>
              <a:ext uri="{FF2B5EF4-FFF2-40B4-BE49-F238E27FC236}">
                <a16:creationId xmlns:a16="http://schemas.microsoft.com/office/drawing/2014/main" id="{E3B5F9FA-63C1-F901-833D-F0727D9B3205}"/>
              </a:ext>
            </a:extLst>
          </p:cNvPr>
          <p:cNvGraphicFramePr>
            <a:graphicFrameLocks noGrp="1"/>
          </p:cNvGraphicFramePr>
          <p:nvPr>
            <p:extLst>
              <p:ext uri="{D42A27DB-BD31-4B8C-83A1-F6EECF244321}">
                <p14:modId xmlns:p14="http://schemas.microsoft.com/office/powerpoint/2010/main" val="1151332912"/>
              </p:ext>
            </p:extLst>
          </p:nvPr>
        </p:nvGraphicFramePr>
        <p:xfrm>
          <a:off x="3291840" y="3017520"/>
          <a:ext cx="8595360" cy="3429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238980424"/>
      </p:ext>
    </p:extLst>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75E29-DD77-C262-2C24-35F766E1E67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34F724C-5EEA-4436-1402-F73C843C9FF0}"/>
              </a:ext>
            </a:extLst>
          </p:cNvPr>
          <p:cNvSpPr/>
          <p:nvPr/>
        </p:nvSpPr>
        <p:spPr>
          <a:xfrm>
            <a:off x="0" y="0"/>
            <a:ext cx="12191695" cy="3566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3" name="TextBox 2">
            <a:extLst>
              <a:ext uri="{FF2B5EF4-FFF2-40B4-BE49-F238E27FC236}">
                <a16:creationId xmlns:a16="http://schemas.microsoft.com/office/drawing/2014/main" id="{25F50073-6F5B-41AE-F120-FC7725B05F57}"/>
              </a:ext>
            </a:extLst>
          </p:cNvPr>
          <p:cNvSpPr txBox="1"/>
          <p:nvPr/>
        </p:nvSpPr>
        <p:spPr>
          <a:xfrm>
            <a:off x="91440" y="0"/>
            <a:ext cx="11887200" cy="3566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a:ea typeface="+mn-ea"/>
                <a:cs typeface="Arial"/>
                <a:sym typeface="Arial"/>
              </a:rPr>
              <a:t>RESULTS OF 2026 DELOITTE SURVEY: OPERATING MODEL TRANSFORMATION</a:t>
            </a:r>
          </a:p>
        </p:txBody>
      </p:sp>
      <p:sp>
        <p:nvSpPr>
          <p:cNvPr id="4" name="Rectangle 3">
            <a:extLst>
              <a:ext uri="{FF2B5EF4-FFF2-40B4-BE49-F238E27FC236}">
                <a16:creationId xmlns:a16="http://schemas.microsoft.com/office/drawing/2014/main" id="{843895EF-BF6B-6BF0-520D-3E58DE17A512}"/>
              </a:ext>
            </a:extLst>
          </p:cNvPr>
          <p:cNvSpPr/>
          <p:nvPr/>
        </p:nvSpPr>
        <p:spPr>
          <a:xfrm>
            <a:off x="0" y="356616"/>
            <a:ext cx="3017520" cy="611733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5" name="TextBox 4">
            <a:extLst>
              <a:ext uri="{FF2B5EF4-FFF2-40B4-BE49-F238E27FC236}">
                <a16:creationId xmlns:a16="http://schemas.microsoft.com/office/drawing/2014/main" id="{77D82BB0-2E8D-8C1F-6C4B-BD73EEE8CBFC}"/>
              </a:ext>
            </a:extLst>
          </p:cNvPr>
          <p:cNvSpPr txBox="1"/>
          <p:nvPr/>
        </p:nvSpPr>
        <p:spPr>
          <a:xfrm>
            <a:off x="320040" y="685800"/>
            <a:ext cx="2468880" cy="685800"/>
          </a:xfrm>
          <a:prstGeom prst="rect">
            <a:avLst/>
          </a:prstGeom>
          <a:noFill/>
        </p:spPr>
        <p:txBody>
          <a:bodyPr wrap="squar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4000" b="1" i="0" u="none" strike="noStrike" kern="1200" cap="none" spc="0" normalizeH="0" baseline="0" noProof="0">
                <a:ln>
                  <a:noFill/>
                </a:ln>
                <a:solidFill>
                  <a:srgbClr val="046A38"/>
                </a:solidFill>
                <a:effectLst/>
                <a:uLnTx/>
                <a:uFillTx/>
                <a:latin typeface="Segoe UI"/>
                <a:ea typeface="+mn-ea"/>
                <a:cs typeface="Arial"/>
                <a:sym typeface="Arial"/>
              </a:rPr>
              <a:t>82%</a:t>
            </a:r>
          </a:p>
        </p:txBody>
      </p:sp>
      <p:sp>
        <p:nvSpPr>
          <p:cNvPr id="6" name="Rectangle 5">
            <a:extLst>
              <a:ext uri="{FF2B5EF4-FFF2-40B4-BE49-F238E27FC236}">
                <a16:creationId xmlns:a16="http://schemas.microsoft.com/office/drawing/2014/main" id="{4D97325E-D22F-2EC2-45FE-67F8853A9258}"/>
              </a:ext>
            </a:extLst>
          </p:cNvPr>
          <p:cNvSpPr/>
          <p:nvPr/>
        </p:nvSpPr>
        <p:spPr>
          <a:xfrm>
            <a:off x="320040" y="1417320"/>
            <a:ext cx="1097280" cy="64008"/>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7" name="TextBox 6">
            <a:extLst>
              <a:ext uri="{FF2B5EF4-FFF2-40B4-BE49-F238E27FC236}">
                <a16:creationId xmlns:a16="http://schemas.microsoft.com/office/drawing/2014/main" id="{AF60CE4F-6DA4-5C0D-3219-11FA87C94F05}"/>
              </a:ext>
            </a:extLst>
          </p:cNvPr>
          <p:cNvSpPr txBox="1"/>
          <p:nvPr/>
        </p:nvSpPr>
        <p:spPr>
          <a:xfrm>
            <a:off x="320040" y="1554480"/>
            <a:ext cx="2468880" cy="914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404040"/>
                </a:solidFill>
                <a:effectLst/>
                <a:uLnTx/>
                <a:uFillTx/>
                <a:latin typeface="Segoe UI"/>
                <a:ea typeface="+mn-ea"/>
                <a:cs typeface="Arial"/>
                <a:sym typeface="Arial"/>
              </a:rPr>
              <a:t>rate their fraud program as integrated or advanced, rising to 93% among Top 100 Global Financial Institutions</a:t>
            </a:r>
          </a:p>
        </p:txBody>
      </p:sp>
      <p:sp>
        <p:nvSpPr>
          <p:cNvPr id="8" name="TextBox 7">
            <a:extLst>
              <a:ext uri="{FF2B5EF4-FFF2-40B4-BE49-F238E27FC236}">
                <a16:creationId xmlns:a16="http://schemas.microsoft.com/office/drawing/2014/main" id="{610CB39B-B207-9601-3F87-1AA7408FC310}"/>
              </a:ext>
            </a:extLst>
          </p:cNvPr>
          <p:cNvSpPr txBox="1"/>
          <p:nvPr/>
        </p:nvSpPr>
        <p:spPr>
          <a:xfrm>
            <a:off x="320040" y="3895487"/>
            <a:ext cx="2468880" cy="615553"/>
          </a:xfrm>
          <a:prstGeom prst="rect">
            <a:avLst/>
          </a:prstGeom>
          <a:noFill/>
        </p:spPr>
        <p:txBody>
          <a:bodyPr wrap="squar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b="1" kern="1200">
                <a:solidFill>
                  <a:srgbClr val="046A38"/>
                </a:solidFill>
                <a:latin typeface="Segoe UI"/>
                <a:ea typeface="+mn-ea"/>
              </a:rPr>
              <a:t>41%</a:t>
            </a:r>
            <a:endParaRPr kumimoji="0" sz="4000" b="1" i="0" u="none" strike="noStrike" kern="1200" cap="none" spc="0" normalizeH="0" baseline="0" noProof="0">
              <a:ln>
                <a:noFill/>
              </a:ln>
              <a:solidFill>
                <a:srgbClr val="046A38"/>
              </a:solidFill>
              <a:effectLst/>
              <a:uLnTx/>
              <a:uFillTx/>
              <a:latin typeface="Segoe UI"/>
              <a:ea typeface="+mn-ea"/>
              <a:cs typeface="Arial"/>
              <a:sym typeface="Arial"/>
            </a:endParaRPr>
          </a:p>
        </p:txBody>
      </p:sp>
      <p:sp>
        <p:nvSpPr>
          <p:cNvPr id="9" name="Rectangle 8">
            <a:extLst>
              <a:ext uri="{FF2B5EF4-FFF2-40B4-BE49-F238E27FC236}">
                <a16:creationId xmlns:a16="http://schemas.microsoft.com/office/drawing/2014/main" id="{EFE2F0A4-24EA-B84C-018D-61499B8319FF}"/>
              </a:ext>
            </a:extLst>
          </p:cNvPr>
          <p:cNvSpPr/>
          <p:nvPr/>
        </p:nvSpPr>
        <p:spPr>
          <a:xfrm>
            <a:off x="320040" y="4556760"/>
            <a:ext cx="1097280" cy="64008"/>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10" name="TextBox 9">
            <a:extLst>
              <a:ext uri="{FF2B5EF4-FFF2-40B4-BE49-F238E27FC236}">
                <a16:creationId xmlns:a16="http://schemas.microsoft.com/office/drawing/2014/main" id="{D3FBAAF9-2F55-ED3A-7AF9-610E1DE812C7}"/>
              </a:ext>
            </a:extLst>
          </p:cNvPr>
          <p:cNvSpPr txBox="1"/>
          <p:nvPr/>
        </p:nvSpPr>
        <p:spPr>
          <a:xfrm>
            <a:off x="320040" y="4693920"/>
            <a:ext cx="2468880" cy="923330"/>
          </a:xfrm>
          <a:prstGeom prst="rect">
            <a:avLst/>
          </a:prstGeom>
          <a:noFill/>
        </p:spPr>
        <p:txBody>
          <a:bodyPr wrap="square" lIns="0" tIns="0" rIns="0" bIns="0" anchor="t">
            <a:spAutoFit/>
          </a:bodyPr>
          <a:lstStyle/>
          <a:p>
            <a:pPr lvl="0">
              <a:buClrTx/>
              <a:defRPr/>
            </a:pPr>
            <a:r>
              <a:rPr lang="en-US" sz="1200" kern="1200" dirty="0">
                <a:solidFill>
                  <a:srgbClr val="404040"/>
                </a:solidFill>
                <a:latin typeface="Segoe UI"/>
                <a:ea typeface="+mn-ea"/>
              </a:rPr>
              <a:t>cite AI –enabled tools as the top scaling priority, rising from 34% today to 41% over the next three years</a:t>
            </a:r>
            <a:endParaRPr kumimoji="0" lang="en-US" sz="1200" b="0" i="0" u="none" strike="noStrike" kern="1200" cap="none" spc="0" normalizeH="0" baseline="0" noProof="0" dirty="0">
              <a:ln>
                <a:noFill/>
              </a:ln>
              <a:solidFill>
                <a:srgbClr val="404040"/>
              </a:solidFill>
              <a:effectLst/>
              <a:uLnTx/>
              <a:uFillTx/>
              <a:latin typeface="Segoe UI"/>
              <a:ea typeface="+mn-ea"/>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404040"/>
              </a:solidFill>
              <a:effectLst/>
              <a:uLnTx/>
              <a:uFillTx/>
              <a:latin typeface="Segoe UI"/>
              <a:ea typeface="+mn-ea"/>
              <a:cs typeface="Arial"/>
              <a:sym typeface="Arial"/>
            </a:endParaRPr>
          </a:p>
        </p:txBody>
      </p:sp>
      <p:sp>
        <p:nvSpPr>
          <p:cNvPr id="11" name="TextBox 10">
            <a:extLst>
              <a:ext uri="{FF2B5EF4-FFF2-40B4-BE49-F238E27FC236}">
                <a16:creationId xmlns:a16="http://schemas.microsoft.com/office/drawing/2014/main" id="{FF5EBFF5-1296-05B2-458D-76A6D6242071}"/>
              </a:ext>
            </a:extLst>
          </p:cNvPr>
          <p:cNvSpPr txBox="1"/>
          <p:nvPr/>
        </p:nvSpPr>
        <p:spPr>
          <a:xfrm>
            <a:off x="3291840" y="457200"/>
            <a:ext cx="8595360" cy="274320"/>
          </a:xfrm>
          <a:prstGeom prst="rect">
            <a:avLst/>
          </a:prstGeom>
          <a:noFill/>
        </p:spPr>
        <p:txBody>
          <a:bodyPr wrap="squar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000000"/>
                </a:solidFill>
                <a:effectLst/>
                <a:uLnTx/>
                <a:uFillTx/>
                <a:latin typeface="Segoe UI"/>
                <a:ea typeface="+mn-ea"/>
                <a:cs typeface="Arial"/>
                <a:sym typeface="Arial"/>
              </a:rPr>
              <a:t>Self-reported fraud program maturity (single select)</a:t>
            </a:r>
          </a:p>
        </p:txBody>
      </p:sp>
      <p:graphicFrame>
        <p:nvGraphicFramePr>
          <p:cNvPr id="12" name="Table 11">
            <a:extLst>
              <a:ext uri="{FF2B5EF4-FFF2-40B4-BE49-F238E27FC236}">
                <a16:creationId xmlns:a16="http://schemas.microsoft.com/office/drawing/2014/main" id="{63D42CF0-9175-C911-C9D2-C10703709BE1}"/>
              </a:ext>
            </a:extLst>
          </p:cNvPr>
          <p:cNvGraphicFramePr>
            <a:graphicFrameLocks noGrp="1"/>
          </p:cNvGraphicFramePr>
          <p:nvPr>
            <p:extLst>
              <p:ext uri="{D42A27DB-BD31-4B8C-83A1-F6EECF244321}">
                <p14:modId xmlns:p14="http://schemas.microsoft.com/office/powerpoint/2010/main" val="2796819073"/>
              </p:ext>
            </p:extLst>
          </p:nvPr>
        </p:nvGraphicFramePr>
        <p:xfrm>
          <a:off x="3291840" y="804672"/>
          <a:ext cx="8595360" cy="1645920"/>
        </p:xfrm>
        <a:graphic>
          <a:graphicData uri="http://schemas.openxmlformats.org/drawingml/2006/table">
            <a:tbl>
              <a:tblPr>
                <a:tableStyleId>{5940675A-B579-460E-94D1-54222C63F5DA}</a:tableStyleId>
              </a:tblPr>
              <a:tblGrid>
                <a:gridCol w="18288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78408">
                  <a:extLst>
                    <a:ext uri="{9D8B030D-6E8A-4147-A177-3AD203B41FA5}">
                      <a16:colId xmlns:a16="http://schemas.microsoft.com/office/drawing/2014/main" val="20004"/>
                    </a:ext>
                  </a:extLst>
                </a:gridCol>
                <a:gridCol w="969264">
                  <a:extLst>
                    <a:ext uri="{9D8B030D-6E8A-4147-A177-3AD203B41FA5}">
                      <a16:colId xmlns:a16="http://schemas.microsoft.com/office/drawing/2014/main" val="20005"/>
                    </a:ext>
                  </a:extLst>
                </a:gridCol>
                <a:gridCol w="969264">
                  <a:extLst>
                    <a:ext uri="{9D8B030D-6E8A-4147-A177-3AD203B41FA5}">
                      <a16:colId xmlns:a16="http://schemas.microsoft.com/office/drawing/2014/main" val="20006"/>
                    </a:ext>
                  </a:extLst>
                </a:gridCol>
                <a:gridCol w="969264">
                  <a:extLst>
                    <a:ext uri="{9D8B030D-6E8A-4147-A177-3AD203B41FA5}">
                      <a16:colId xmlns:a16="http://schemas.microsoft.com/office/drawing/2014/main" val="20007"/>
                    </a:ext>
                  </a:extLst>
                </a:gridCol>
              </a:tblGrid>
              <a:tr h="274320">
                <a:tc>
                  <a:txBody>
                    <a:bodyPr/>
                    <a:lstStyle/>
                    <a:p>
                      <a:pPr algn="l"/>
                      <a:r>
                        <a:rPr sz="950" b="1">
                          <a:solidFill>
                            <a:srgbClr val="FFFFFF"/>
                          </a:solidFill>
                          <a:latin typeface="Segoe UI"/>
                        </a:rPr>
                        <a:t>Maturity</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50" b="1">
                          <a:solidFill>
                            <a:srgbClr val="FFFFFF"/>
                          </a:solidFill>
                          <a:latin typeface="Segoe UI"/>
                        </a:rPr>
                        <a:t>All</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lang="en-CA" sz="950" b="1">
                          <a:solidFill>
                            <a:srgbClr val="FFFFFF"/>
                          </a:solidFill>
                          <a:latin typeface="Segoe UI"/>
                        </a:rPr>
                        <a:t>Banking</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lang="en-CA" sz="950" b="1">
                          <a:solidFill>
                            <a:srgbClr val="FFFFFF"/>
                          </a:solidFill>
                          <a:latin typeface="Segoe UI"/>
                        </a:rPr>
                        <a:t>Insurance</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50" b="1">
                          <a:solidFill>
                            <a:srgbClr val="FFFFFF"/>
                          </a:solidFill>
                          <a:latin typeface="Segoe UI"/>
                        </a:rPr>
                        <a:t>Top 100 FI</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50" b="1">
                          <a:solidFill>
                            <a:srgbClr val="FFFFFF"/>
                          </a:solidFill>
                          <a:latin typeface="Segoe UI"/>
                        </a:rPr>
                        <a:t>Large FI</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50" b="1">
                          <a:solidFill>
                            <a:srgbClr val="FFFFFF"/>
                          </a:solidFill>
                          <a:latin typeface="Segoe UI"/>
                        </a:rPr>
                        <a:t>Top 50 Ins. </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50" b="1">
                          <a:solidFill>
                            <a:srgbClr val="FFFFFF"/>
                          </a:solidFill>
                          <a:latin typeface="Segoe UI"/>
                        </a:rPr>
                        <a:t>Large Ins. </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274320">
                <a:tc>
                  <a:txBody>
                    <a:bodyPr/>
                    <a:lstStyle/>
                    <a:p>
                      <a:pPr algn="l"/>
                      <a:r>
                        <a:rPr sz="950" dirty="0">
                          <a:solidFill>
                            <a:srgbClr val="404040"/>
                          </a:solidFill>
                          <a:latin typeface="Segoe UI"/>
                        </a:rPr>
                        <a:t>Reactive</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1%</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4%</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10%</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algn="l"/>
                      <a:r>
                        <a:rPr sz="950">
                          <a:solidFill>
                            <a:srgbClr val="404040"/>
                          </a:solidFill>
                          <a:latin typeface="Segoe UI"/>
                        </a:rPr>
                        <a:t>Foundational</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5%</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950" dirty="0">
                          <a:solidFill>
                            <a:srgbClr val="404040"/>
                          </a:solidFill>
                          <a:latin typeface="Segoe UI"/>
                        </a:rPr>
                        <a:t>6</a:t>
                      </a:r>
                      <a:r>
                        <a:rPr sz="950" dirty="0">
                          <a:solidFill>
                            <a:srgbClr val="404040"/>
                          </a:solidFill>
                          <a:latin typeface="Segoe UI"/>
                        </a:rPr>
                        <a:t>%</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4%</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dirty="0">
                          <a:solidFill>
                            <a:srgbClr val="404040"/>
                          </a:solidFill>
                          <a:latin typeface="Segoe UI"/>
                        </a:rPr>
                        <a:t>1</a:t>
                      </a:r>
                      <a:r>
                        <a:rPr lang="en-US" sz="950" dirty="0">
                          <a:solidFill>
                            <a:srgbClr val="404040"/>
                          </a:solidFill>
                          <a:latin typeface="Segoe UI"/>
                        </a:rPr>
                        <a:t>2</a:t>
                      </a:r>
                      <a:r>
                        <a:rPr sz="950" dirty="0">
                          <a:solidFill>
                            <a:srgbClr val="404040"/>
                          </a:solidFill>
                          <a:latin typeface="Segoe UI"/>
                        </a:rPr>
                        <a:t>%</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7%</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0%</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algn="l"/>
                      <a:r>
                        <a:rPr sz="950">
                          <a:solidFill>
                            <a:srgbClr val="404040"/>
                          </a:solidFill>
                          <a:latin typeface="Segoe UI"/>
                        </a:rPr>
                        <a:t>Managed</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12%</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dirty="0">
                          <a:solidFill>
                            <a:srgbClr val="404040"/>
                          </a:solidFill>
                          <a:latin typeface="Segoe UI"/>
                        </a:rPr>
                        <a:t>9%</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dirty="0">
                          <a:solidFill>
                            <a:srgbClr val="404040"/>
                          </a:solidFill>
                          <a:latin typeface="Segoe UI"/>
                        </a:rPr>
                        <a:t>20%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950" dirty="0">
                          <a:solidFill>
                            <a:srgbClr val="404040"/>
                          </a:solidFill>
                          <a:latin typeface="Segoe UI"/>
                        </a:rPr>
                        <a:t>7</a:t>
                      </a:r>
                      <a:r>
                        <a:rPr sz="950" dirty="0">
                          <a:solidFill>
                            <a:srgbClr val="404040"/>
                          </a:solidFill>
                          <a:latin typeface="Segoe UI"/>
                        </a:rPr>
                        <a:t>%</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dirty="0">
                          <a:solidFill>
                            <a:srgbClr val="404040"/>
                          </a:solidFill>
                          <a:latin typeface="Segoe UI"/>
                        </a:rPr>
                        <a:t>11%</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dirty="0">
                          <a:solidFill>
                            <a:srgbClr val="404040"/>
                          </a:solidFill>
                          <a:latin typeface="Segoe UI"/>
                        </a:rPr>
                        <a:t>13%</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a:solidFill>
                            <a:srgbClr val="404040"/>
                          </a:solidFill>
                          <a:latin typeface="Segoe UI"/>
                        </a:rPr>
                        <a:t>30%</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algn="l"/>
                      <a:r>
                        <a:rPr sz="950">
                          <a:solidFill>
                            <a:srgbClr val="404040"/>
                          </a:solidFill>
                          <a:latin typeface="Segoe UI"/>
                        </a:rPr>
                        <a:t>Integrated</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44%</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48%</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32%</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45%</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51%</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33%</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30%</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algn="l"/>
                      <a:r>
                        <a:rPr sz="950">
                          <a:solidFill>
                            <a:srgbClr val="404040"/>
                          </a:solidFill>
                          <a:latin typeface="Segoe UI"/>
                        </a:rPr>
                        <a:t>Advanced</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38%</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37%</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40%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48%</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26%</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47%</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50" b="0" dirty="0">
                          <a:solidFill>
                            <a:srgbClr val="404040"/>
                          </a:solidFill>
                          <a:latin typeface="Segoe UI"/>
                        </a:rPr>
                        <a:t>30%</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4" name="TextBox 13">
            <a:extLst>
              <a:ext uri="{FF2B5EF4-FFF2-40B4-BE49-F238E27FC236}">
                <a16:creationId xmlns:a16="http://schemas.microsoft.com/office/drawing/2014/main" id="{C4072D9A-1C3D-5902-9027-E06B5431AA29}"/>
              </a:ext>
            </a:extLst>
          </p:cNvPr>
          <p:cNvSpPr txBox="1"/>
          <p:nvPr/>
        </p:nvSpPr>
        <p:spPr>
          <a:xfrm>
            <a:off x="3291840" y="3218500"/>
            <a:ext cx="8595360" cy="176972"/>
          </a:xfrm>
          <a:prstGeom prst="rect">
            <a:avLst/>
          </a:prstGeom>
          <a:noFill/>
        </p:spPr>
        <p:txBody>
          <a:bodyPr wrap="squar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000000"/>
                </a:solidFill>
                <a:effectLst/>
                <a:uLnTx/>
                <a:uFillTx/>
                <a:latin typeface="Segoe UI"/>
                <a:ea typeface="+mn-ea"/>
                <a:cs typeface="Arial"/>
                <a:sym typeface="Arial"/>
              </a:rPr>
              <a:t>Primary scaling approach: today → focus in three years (single select)</a:t>
            </a:r>
          </a:p>
        </p:txBody>
      </p:sp>
      <p:graphicFrame>
        <p:nvGraphicFramePr>
          <p:cNvPr id="15" name="Table 14">
            <a:extLst>
              <a:ext uri="{FF2B5EF4-FFF2-40B4-BE49-F238E27FC236}">
                <a16:creationId xmlns:a16="http://schemas.microsoft.com/office/drawing/2014/main" id="{4D0DFFD3-4EEF-52A6-2B1B-708E36B7E479}"/>
              </a:ext>
            </a:extLst>
          </p:cNvPr>
          <p:cNvGraphicFramePr>
            <a:graphicFrameLocks noGrp="1"/>
          </p:cNvGraphicFramePr>
          <p:nvPr>
            <p:extLst>
              <p:ext uri="{D42A27DB-BD31-4B8C-83A1-F6EECF244321}">
                <p14:modId xmlns:p14="http://schemas.microsoft.com/office/powerpoint/2010/main" val="2278077177"/>
              </p:ext>
            </p:extLst>
          </p:nvPr>
        </p:nvGraphicFramePr>
        <p:xfrm>
          <a:off x="3291840" y="3468624"/>
          <a:ext cx="8595360" cy="2688336"/>
        </p:xfrm>
        <a:graphic>
          <a:graphicData uri="http://schemas.openxmlformats.org/drawingml/2006/table">
            <a:tbl>
              <a:tblPr>
                <a:tableStyleId>{5940675A-B579-460E-94D1-54222C63F5DA}</a:tableStyleId>
              </a:tblPr>
              <a:tblGrid>
                <a:gridCol w="24231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tblGrid>
              <a:tr h="384048">
                <a:tc>
                  <a:txBody>
                    <a:bodyPr/>
                    <a:lstStyle/>
                    <a:p>
                      <a:pPr algn="l"/>
                      <a:r>
                        <a:rPr sz="950" b="1" dirty="0">
                          <a:solidFill>
                            <a:srgbClr val="FFFFFF"/>
                          </a:solidFill>
                          <a:latin typeface="Segoe UI"/>
                        </a:rPr>
                        <a:t>Approach</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50" b="1" dirty="0">
                          <a:solidFill>
                            <a:srgbClr val="FFFFFF"/>
                          </a:solidFill>
                          <a:latin typeface="Segoe UI"/>
                        </a:rPr>
                        <a:t>All</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50" b="1" dirty="0">
                          <a:solidFill>
                            <a:srgbClr val="FFFFFF"/>
                          </a:solidFill>
                          <a:latin typeface="Segoe UI"/>
                        </a:rPr>
                        <a:t>Top 100 FI</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50" b="1">
                          <a:solidFill>
                            <a:srgbClr val="FFFFFF"/>
                          </a:solidFill>
                          <a:latin typeface="Segoe UI"/>
                        </a:rPr>
                        <a:t>Large FI </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50" b="1">
                          <a:solidFill>
                            <a:srgbClr val="FFFFFF"/>
                          </a:solidFill>
                          <a:latin typeface="Segoe UI"/>
                        </a:rPr>
                        <a:t>Top 50 Ins. </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50" b="1">
                          <a:solidFill>
                            <a:srgbClr val="FFFFFF"/>
                          </a:solidFill>
                          <a:latin typeface="Segoe UI"/>
                        </a:rPr>
                        <a:t>Large Ins. </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384048">
                <a:tc>
                  <a:txBody>
                    <a:bodyPr/>
                    <a:lstStyle/>
                    <a:p>
                      <a:pPr algn="l"/>
                      <a:r>
                        <a:rPr sz="950" dirty="0">
                          <a:solidFill>
                            <a:srgbClr val="404040"/>
                          </a:solidFill>
                          <a:latin typeface="Segoe UI"/>
                        </a:rPr>
                        <a:t>AI-enabled tools</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34% → 41%</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dirty="0">
                          <a:solidFill>
                            <a:srgbClr val="404040"/>
                          </a:solidFill>
                          <a:latin typeface="Segoe UI"/>
                        </a:rPr>
                        <a:t>35% → 40%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34% → 43%</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47% → 40%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10% → 40%</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algn="l"/>
                      <a:r>
                        <a:rPr sz="950" dirty="0">
                          <a:solidFill>
                            <a:srgbClr val="404040"/>
                          </a:solidFill>
                          <a:latin typeface="Segoe UI"/>
                        </a:rPr>
                        <a:t>Automating workflows</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29% → 27%</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dirty="0">
                          <a:solidFill>
                            <a:srgbClr val="404040"/>
                          </a:solidFill>
                          <a:latin typeface="Segoe UI"/>
                        </a:rPr>
                        <a:t>32% → 32%</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26% → 20%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33% → 27%</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20% → 30%</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algn="l"/>
                      <a:r>
                        <a:rPr sz="950">
                          <a:solidFill>
                            <a:srgbClr val="404040"/>
                          </a:solidFill>
                          <a:latin typeface="Segoe UI"/>
                        </a:rPr>
                        <a:t>Redesigning processes &amp; playbooks</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10% → 18%</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dirty="0">
                          <a:solidFill>
                            <a:srgbClr val="404040"/>
                          </a:solidFill>
                          <a:latin typeface="Segoe UI"/>
                        </a:rPr>
                        <a:t>8% → 15%</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11% → 17%</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dirty="0">
                          <a:solidFill>
                            <a:srgbClr val="404040"/>
                          </a:solidFill>
                          <a:latin typeface="Segoe UI"/>
                        </a:rPr>
                        <a:t>7% → 27%</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20% → 20%</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algn="l"/>
                      <a:r>
                        <a:rPr sz="950">
                          <a:solidFill>
                            <a:srgbClr val="404040"/>
                          </a:solidFill>
                          <a:latin typeface="Segoe UI"/>
                        </a:rPr>
                        <a:t>Outsourcing</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10% → 7%</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dirty="0">
                          <a:solidFill>
                            <a:srgbClr val="404040"/>
                          </a:solidFill>
                          <a:latin typeface="Segoe UI"/>
                        </a:rPr>
                        <a:t>5% → 8%</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11% → 9%</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950" b="0" dirty="0">
                          <a:solidFill>
                            <a:srgbClr val="404040"/>
                          </a:solidFill>
                          <a:latin typeface="Segoe UI"/>
                        </a:rPr>
                        <a:t>6</a:t>
                      </a:r>
                      <a:r>
                        <a:rPr sz="950" b="0" dirty="0">
                          <a:solidFill>
                            <a:srgbClr val="404040"/>
                          </a:solidFill>
                          <a:latin typeface="Segoe UI"/>
                        </a:rPr>
                        <a:t>% → </a:t>
                      </a:r>
                      <a:r>
                        <a:rPr lang="en-US" sz="950" b="0" dirty="0">
                          <a:solidFill>
                            <a:srgbClr val="404040"/>
                          </a:solidFill>
                          <a:latin typeface="Segoe UI"/>
                        </a:rPr>
                        <a:t>6</a:t>
                      </a:r>
                      <a:r>
                        <a:rPr sz="950" b="0" dirty="0">
                          <a:solidFill>
                            <a:srgbClr val="404040"/>
                          </a:solidFill>
                          <a:latin typeface="Segoe UI"/>
                        </a:rPr>
                        <a:t>%</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30% → 0%</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algn="l"/>
                      <a:r>
                        <a:rPr sz="950">
                          <a:solidFill>
                            <a:srgbClr val="404040"/>
                          </a:solidFill>
                          <a:latin typeface="Segoe UI"/>
                        </a:rPr>
                        <a:t>Hiring / workforce expansion</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10% → 5%</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dirty="0">
                          <a:solidFill>
                            <a:srgbClr val="404040"/>
                          </a:solidFill>
                          <a:latin typeface="Segoe UI"/>
                        </a:rPr>
                        <a:t>5% → 2%</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dirty="0">
                          <a:solidFill>
                            <a:srgbClr val="404040"/>
                          </a:solidFill>
                          <a:latin typeface="Segoe UI"/>
                        </a:rPr>
                        <a:t>1</a:t>
                      </a:r>
                      <a:r>
                        <a:rPr lang="en-US" sz="950" b="0" dirty="0">
                          <a:solidFill>
                            <a:srgbClr val="404040"/>
                          </a:solidFill>
                          <a:latin typeface="Segoe UI"/>
                        </a:rPr>
                        <a:t>5</a:t>
                      </a:r>
                      <a:r>
                        <a:rPr sz="950" b="0" dirty="0">
                          <a:solidFill>
                            <a:srgbClr val="404040"/>
                          </a:solidFill>
                          <a:latin typeface="Segoe UI"/>
                        </a:rPr>
                        <a:t>% → </a:t>
                      </a:r>
                      <a:r>
                        <a:rPr lang="en-US" sz="950" b="0" dirty="0">
                          <a:solidFill>
                            <a:srgbClr val="404040"/>
                          </a:solidFill>
                          <a:latin typeface="Segoe UI"/>
                        </a:rPr>
                        <a:t>8</a:t>
                      </a:r>
                      <a:r>
                        <a:rPr sz="950" b="0" dirty="0">
                          <a:solidFill>
                            <a:srgbClr val="404040"/>
                          </a:solidFill>
                          <a:latin typeface="Segoe UI"/>
                        </a:rPr>
                        <a:t>%</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dirty="0">
                          <a:solidFill>
                            <a:srgbClr val="404040"/>
                          </a:solidFill>
                          <a:latin typeface="Segoe UI"/>
                        </a:rPr>
                        <a:t>7% → 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20% → 10%</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algn="l"/>
                      <a:r>
                        <a:rPr sz="950" dirty="0">
                          <a:solidFill>
                            <a:srgbClr val="404040"/>
                          </a:solidFill>
                          <a:latin typeface="Segoe UI"/>
                        </a:rPr>
                        <a:t>Combination of approaches</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50" b="0" dirty="0">
                          <a:solidFill>
                            <a:srgbClr val="404040"/>
                          </a:solidFill>
                          <a:latin typeface="Segoe UI"/>
                        </a:rPr>
                        <a:t>7% → 2%</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50" b="0" dirty="0">
                          <a:solidFill>
                            <a:srgbClr val="404040"/>
                          </a:solidFill>
                          <a:latin typeface="Segoe UI"/>
                        </a:rPr>
                        <a:t>15% → 2%</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3% → 3%</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50" b="0">
                          <a:solidFill>
                            <a:srgbClr val="404040"/>
                          </a:solidFill>
                          <a:latin typeface="Segoe UI"/>
                        </a:rPr>
                        <a:t>0% → 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50" b="0" dirty="0">
                          <a:solidFill>
                            <a:srgbClr val="404040"/>
                          </a:solidFill>
                          <a:latin typeface="Segoe UI"/>
                        </a:rPr>
                        <a:t>0% → 0%</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7" name="Rectangle 16">
            <a:extLst>
              <a:ext uri="{FF2B5EF4-FFF2-40B4-BE49-F238E27FC236}">
                <a16:creationId xmlns:a16="http://schemas.microsoft.com/office/drawing/2014/main" id="{0F9A4B76-3D86-3ED9-7040-625210DCFC2D}"/>
              </a:ext>
            </a:extLst>
          </p:cNvPr>
          <p:cNvSpPr/>
          <p:nvPr/>
        </p:nvSpPr>
        <p:spPr>
          <a:xfrm>
            <a:off x="0" y="3000105"/>
            <a:ext cx="12196800" cy="73152"/>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19" name="TextBox 18">
            <a:extLst>
              <a:ext uri="{FF2B5EF4-FFF2-40B4-BE49-F238E27FC236}">
                <a16:creationId xmlns:a16="http://schemas.microsoft.com/office/drawing/2014/main" id="{AEF45D07-3846-C390-0B65-0F183C30B68C}"/>
              </a:ext>
            </a:extLst>
          </p:cNvPr>
          <p:cNvSpPr txBox="1"/>
          <p:nvPr/>
        </p:nvSpPr>
        <p:spPr>
          <a:xfrm>
            <a:off x="3291840" y="2445212"/>
            <a:ext cx="8595360" cy="450388"/>
          </a:xfrm>
          <a:prstGeom prst="rect">
            <a:avLst/>
          </a:prstGeom>
          <a:noFill/>
        </p:spPr>
        <p:txBody>
          <a:bodyPr wrap="square" numCol="2">
            <a:noAutofit/>
          </a:bodyPr>
          <a:lstStyle/>
          <a:p>
            <a:pPr marL="342900" lvl="0" indent="-342900" rtl="0">
              <a:buFont typeface="Arial" panose="020B0604020202020204" pitchFamily="34" charset="0"/>
              <a:buChar char="•"/>
            </a:pPr>
            <a:r>
              <a:rPr lang="en-CA" sz="800" b="1" i="1" dirty="0">
                <a:latin typeface="Segoe UI" panose="020B0502040204020203" pitchFamily="34" charset="0"/>
                <a:cs typeface="Segoe UI" panose="020B0502040204020203" pitchFamily="34" charset="0"/>
              </a:rPr>
              <a:t>Advanced</a:t>
            </a:r>
            <a:r>
              <a:rPr lang="en-CA" sz="800" i="1" dirty="0">
                <a:latin typeface="Segoe UI" panose="020B0502040204020203" pitchFamily="34" charset="0"/>
                <a:cs typeface="Segoe UI" panose="020B0502040204020203" pitchFamily="34" charset="0"/>
              </a:rPr>
              <a:t>: Predictive intelligence and ecosystem collaboration are embedded</a:t>
            </a:r>
          </a:p>
          <a:p>
            <a:pPr marL="342900" lvl="0" indent="-342900" rtl="0">
              <a:buFont typeface="Arial" panose="020B0604020202020204" pitchFamily="34" charset="0"/>
              <a:buChar char="•"/>
            </a:pPr>
            <a:r>
              <a:rPr lang="en-CA" sz="800" b="1" i="1" dirty="0">
                <a:latin typeface="Segoe UI" panose="020B0502040204020203" pitchFamily="34" charset="0"/>
                <a:cs typeface="Segoe UI" panose="020B0502040204020203" pitchFamily="34" charset="0"/>
              </a:rPr>
              <a:t>Integrated</a:t>
            </a:r>
            <a:r>
              <a:rPr lang="en-CA" sz="800" i="1" dirty="0">
                <a:latin typeface="Segoe UI" panose="020B0502040204020203" pitchFamily="34" charset="0"/>
                <a:cs typeface="Segoe UI" panose="020B0502040204020203" pitchFamily="34" charset="0"/>
              </a:rPr>
              <a:t>: Data, analytics, and operations are integrated across major fraud types</a:t>
            </a:r>
          </a:p>
          <a:p>
            <a:pPr marL="342900" lvl="0" indent="-342900" rtl="0">
              <a:buFont typeface="Arial" panose="020B0604020202020204" pitchFamily="34" charset="0"/>
              <a:buChar char="•"/>
            </a:pPr>
            <a:r>
              <a:rPr lang="en-CA" sz="800" b="1" i="1" dirty="0">
                <a:latin typeface="Segoe UI" panose="020B0502040204020203" pitchFamily="34" charset="0"/>
                <a:cs typeface="Segoe UI" panose="020B0502040204020203" pitchFamily="34" charset="0"/>
              </a:rPr>
              <a:t>Managed</a:t>
            </a:r>
            <a:r>
              <a:rPr lang="en-CA" sz="800" i="1" dirty="0">
                <a:latin typeface="Segoe UI" panose="020B0502040204020203" pitchFamily="34" charset="0"/>
                <a:cs typeface="Segoe UI" panose="020B0502040204020203" pitchFamily="34" charset="0"/>
              </a:rPr>
              <a:t>: Enterprise standards and governance are in place</a:t>
            </a:r>
            <a:endParaRPr lang="en-CA" sz="800" b="1" i="1" dirty="0">
              <a:latin typeface="Segoe UI" panose="020B0502040204020203" pitchFamily="34" charset="0"/>
              <a:cs typeface="Segoe UI" panose="020B0502040204020203" pitchFamily="34" charset="0"/>
            </a:endParaRPr>
          </a:p>
          <a:p>
            <a:pPr marL="342900" lvl="0" indent="-342900" rtl="0">
              <a:buFont typeface="Arial" panose="020B0604020202020204" pitchFamily="34" charset="0"/>
              <a:buChar char="•"/>
            </a:pPr>
            <a:r>
              <a:rPr lang="en-CA" sz="800" b="1" i="1" dirty="0">
                <a:latin typeface="Segoe UI" panose="020B0502040204020203" pitchFamily="34" charset="0"/>
                <a:cs typeface="Segoe UI" panose="020B0502040204020203" pitchFamily="34" charset="0"/>
              </a:rPr>
              <a:t>Foundational</a:t>
            </a:r>
            <a:r>
              <a:rPr lang="en-CA" sz="800" i="1" dirty="0">
                <a:latin typeface="Segoe UI" panose="020B0502040204020203" pitchFamily="34" charset="0"/>
                <a:cs typeface="Segoe UI" panose="020B0502040204020203" pitchFamily="34" charset="0"/>
              </a:rPr>
              <a:t>: Controls established within individual business units</a:t>
            </a:r>
          </a:p>
          <a:p>
            <a:pPr marL="342900" lvl="0" indent="-342900" rtl="0">
              <a:buFont typeface="Arial" panose="020B0604020202020204" pitchFamily="34" charset="0"/>
              <a:buChar char="•"/>
            </a:pPr>
            <a:r>
              <a:rPr lang="en-CA" sz="800" b="1" i="1" dirty="0">
                <a:latin typeface="Segoe UI" panose="020B0502040204020203" pitchFamily="34" charset="0"/>
                <a:cs typeface="Segoe UI" panose="020B0502040204020203" pitchFamily="34" charset="0"/>
              </a:rPr>
              <a:t>Reactive</a:t>
            </a:r>
            <a:r>
              <a:rPr lang="en-CA" sz="800" i="1" dirty="0">
                <a:latin typeface="Segoe UI" panose="020B0502040204020203" pitchFamily="34" charset="0"/>
                <a:cs typeface="Segoe UI" panose="020B0502040204020203" pitchFamily="34" charset="0"/>
              </a:rPr>
              <a:t>: Primarily incident-driven</a:t>
            </a:r>
          </a:p>
        </p:txBody>
      </p:sp>
    </p:spTree>
    <p:extLst>
      <p:ext uri="{BB962C8B-B14F-4D97-AF65-F5344CB8AC3E}">
        <p14:creationId xmlns:p14="http://schemas.microsoft.com/office/powerpoint/2010/main" val="1033679880"/>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06F77-78A4-83E3-D9C2-038A554D561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B9ECD2F-26B3-1D87-4564-012EEAF26EF1}"/>
              </a:ext>
            </a:extLst>
          </p:cNvPr>
          <p:cNvSpPr/>
          <p:nvPr/>
        </p:nvSpPr>
        <p:spPr>
          <a:xfrm>
            <a:off x="0" y="0"/>
            <a:ext cx="12191695" cy="3566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3" name="TextBox 2">
            <a:extLst>
              <a:ext uri="{FF2B5EF4-FFF2-40B4-BE49-F238E27FC236}">
                <a16:creationId xmlns:a16="http://schemas.microsoft.com/office/drawing/2014/main" id="{48407119-7321-B9AE-2BA5-C0CD48DB1886}"/>
              </a:ext>
            </a:extLst>
          </p:cNvPr>
          <p:cNvSpPr txBox="1"/>
          <p:nvPr/>
        </p:nvSpPr>
        <p:spPr>
          <a:xfrm>
            <a:off x="91440" y="0"/>
            <a:ext cx="11887200" cy="3566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a:ea typeface="+mn-ea"/>
                <a:cs typeface="Arial"/>
                <a:sym typeface="Arial"/>
              </a:rPr>
              <a:t>RESULTS OF 2026 DELOITTE SURVEY: REGULATORY &amp; MARKET CHANGE</a:t>
            </a:r>
          </a:p>
        </p:txBody>
      </p:sp>
      <p:sp>
        <p:nvSpPr>
          <p:cNvPr id="4" name="Rectangle 3">
            <a:extLst>
              <a:ext uri="{FF2B5EF4-FFF2-40B4-BE49-F238E27FC236}">
                <a16:creationId xmlns:a16="http://schemas.microsoft.com/office/drawing/2014/main" id="{DAC2FB1B-E891-9F69-FCF3-0BFF520D35A3}"/>
              </a:ext>
            </a:extLst>
          </p:cNvPr>
          <p:cNvSpPr/>
          <p:nvPr/>
        </p:nvSpPr>
        <p:spPr>
          <a:xfrm>
            <a:off x="0" y="356616"/>
            <a:ext cx="3017520" cy="611733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5" name="TextBox 4">
            <a:extLst>
              <a:ext uri="{FF2B5EF4-FFF2-40B4-BE49-F238E27FC236}">
                <a16:creationId xmlns:a16="http://schemas.microsoft.com/office/drawing/2014/main" id="{198C4128-556B-EDD6-CF8D-8C43110192E4}"/>
              </a:ext>
            </a:extLst>
          </p:cNvPr>
          <p:cNvSpPr txBox="1"/>
          <p:nvPr/>
        </p:nvSpPr>
        <p:spPr>
          <a:xfrm>
            <a:off x="320040" y="685800"/>
            <a:ext cx="2468880" cy="685800"/>
          </a:xfrm>
          <a:prstGeom prst="rect">
            <a:avLst/>
          </a:prstGeom>
          <a:noFill/>
        </p:spPr>
        <p:txBody>
          <a:bodyPr wrap="squar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4000" b="1" i="0" u="none" strike="noStrike" kern="1200" cap="none" spc="0" normalizeH="0" baseline="0" noProof="0">
                <a:ln>
                  <a:noFill/>
                </a:ln>
                <a:solidFill>
                  <a:srgbClr val="046A38"/>
                </a:solidFill>
                <a:effectLst/>
                <a:uLnTx/>
                <a:uFillTx/>
                <a:latin typeface="Segoe UI"/>
                <a:ea typeface="+mn-ea"/>
                <a:cs typeface="Arial"/>
                <a:sym typeface="Arial"/>
              </a:rPr>
              <a:t>48%</a:t>
            </a:r>
          </a:p>
        </p:txBody>
      </p:sp>
      <p:sp>
        <p:nvSpPr>
          <p:cNvPr id="6" name="Rectangle 5">
            <a:extLst>
              <a:ext uri="{FF2B5EF4-FFF2-40B4-BE49-F238E27FC236}">
                <a16:creationId xmlns:a16="http://schemas.microsoft.com/office/drawing/2014/main" id="{A3E66008-B77F-13D6-34D9-F50A3C03A6E4}"/>
              </a:ext>
            </a:extLst>
          </p:cNvPr>
          <p:cNvSpPr/>
          <p:nvPr/>
        </p:nvSpPr>
        <p:spPr>
          <a:xfrm>
            <a:off x="320040" y="1417320"/>
            <a:ext cx="1097280" cy="64008"/>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7" name="TextBox 6">
            <a:extLst>
              <a:ext uri="{FF2B5EF4-FFF2-40B4-BE49-F238E27FC236}">
                <a16:creationId xmlns:a16="http://schemas.microsoft.com/office/drawing/2014/main" id="{8D83DD36-D82F-18C0-4CBD-75893420D330}"/>
              </a:ext>
            </a:extLst>
          </p:cNvPr>
          <p:cNvSpPr txBox="1"/>
          <p:nvPr/>
        </p:nvSpPr>
        <p:spPr>
          <a:xfrm>
            <a:off x="320040" y="1554480"/>
            <a:ext cx="2468880" cy="914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404040"/>
                </a:solidFill>
                <a:effectLst/>
                <a:uLnTx/>
                <a:uFillTx/>
                <a:latin typeface="Segoe UI"/>
                <a:ea typeface="+mn-ea"/>
                <a:cs typeface="Arial"/>
                <a:sym typeface="Arial"/>
              </a:rPr>
              <a:t>are primarily investing to remediate existing compliance and control gaps, versus 39% investing ahead of upcoming regulation</a:t>
            </a:r>
          </a:p>
        </p:txBody>
      </p:sp>
      <p:sp>
        <p:nvSpPr>
          <p:cNvPr id="8" name="TextBox 7">
            <a:extLst>
              <a:ext uri="{FF2B5EF4-FFF2-40B4-BE49-F238E27FC236}">
                <a16:creationId xmlns:a16="http://schemas.microsoft.com/office/drawing/2014/main" id="{6C47241F-03C5-1ECA-5F1C-CC0640C87820}"/>
              </a:ext>
            </a:extLst>
          </p:cNvPr>
          <p:cNvSpPr txBox="1"/>
          <p:nvPr/>
        </p:nvSpPr>
        <p:spPr>
          <a:xfrm>
            <a:off x="320040" y="3520440"/>
            <a:ext cx="2468880" cy="685800"/>
          </a:xfrm>
          <a:prstGeom prst="rect">
            <a:avLst/>
          </a:prstGeom>
          <a:noFill/>
        </p:spPr>
        <p:txBody>
          <a:bodyPr wrap="squar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4000" b="1" i="0" u="none" strike="noStrike" kern="1200" cap="none" spc="0" normalizeH="0" baseline="0" noProof="0">
                <a:ln>
                  <a:noFill/>
                </a:ln>
                <a:solidFill>
                  <a:srgbClr val="046A38"/>
                </a:solidFill>
                <a:effectLst/>
                <a:uLnTx/>
                <a:uFillTx/>
                <a:latin typeface="Segoe UI"/>
                <a:ea typeface="+mn-ea"/>
                <a:cs typeface="Arial"/>
                <a:sym typeface="Arial"/>
              </a:rPr>
              <a:t>71%</a:t>
            </a:r>
          </a:p>
        </p:txBody>
      </p:sp>
      <p:sp>
        <p:nvSpPr>
          <p:cNvPr id="9" name="Rectangle 8">
            <a:extLst>
              <a:ext uri="{FF2B5EF4-FFF2-40B4-BE49-F238E27FC236}">
                <a16:creationId xmlns:a16="http://schemas.microsoft.com/office/drawing/2014/main" id="{89499C0F-3077-16C9-1B6B-9268BDC288B0}"/>
              </a:ext>
            </a:extLst>
          </p:cNvPr>
          <p:cNvSpPr/>
          <p:nvPr/>
        </p:nvSpPr>
        <p:spPr>
          <a:xfrm>
            <a:off x="320040" y="4251960"/>
            <a:ext cx="1097280" cy="64008"/>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10" name="TextBox 9">
            <a:extLst>
              <a:ext uri="{FF2B5EF4-FFF2-40B4-BE49-F238E27FC236}">
                <a16:creationId xmlns:a16="http://schemas.microsoft.com/office/drawing/2014/main" id="{FCD09F2D-2D4D-D73E-7BC0-3C80DD2FDCDC}"/>
              </a:ext>
            </a:extLst>
          </p:cNvPr>
          <p:cNvSpPr txBox="1"/>
          <p:nvPr/>
        </p:nvSpPr>
        <p:spPr>
          <a:xfrm>
            <a:off x="320040" y="4389120"/>
            <a:ext cx="2468880" cy="914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404040"/>
                </a:solidFill>
                <a:effectLst/>
                <a:uLnTx/>
                <a:uFillTx/>
                <a:latin typeface="Segoe UI"/>
                <a:ea typeface="+mn-ea"/>
                <a:cs typeface="Arial"/>
                <a:sym typeface="Arial"/>
              </a:rPr>
              <a:t>expect customer identity, authentication &amp; digital trust to have the greatest impact on their fraud program</a:t>
            </a:r>
          </a:p>
        </p:txBody>
      </p:sp>
      <p:sp>
        <p:nvSpPr>
          <p:cNvPr id="11" name="TextBox 10">
            <a:extLst>
              <a:ext uri="{FF2B5EF4-FFF2-40B4-BE49-F238E27FC236}">
                <a16:creationId xmlns:a16="http://schemas.microsoft.com/office/drawing/2014/main" id="{80B6B8EC-3897-A711-1B4D-F4EC320B273A}"/>
              </a:ext>
            </a:extLst>
          </p:cNvPr>
          <p:cNvSpPr txBox="1"/>
          <p:nvPr/>
        </p:nvSpPr>
        <p:spPr>
          <a:xfrm>
            <a:off x="3291840" y="457200"/>
            <a:ext cx="8595360" cy="274320"/>
          </a:xfrm>
          <a:prstGeom prst="rect">
            <a:avLst/>
          </a:prstGeom>
          <a:noFill/>
        </p:spPr>
        <p:txBody>
          <a:bodyPr wrap="squar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000000"/>
                </a:solidFill>
                <a:effectLst/>
                <a:uLnTx/>
                <a:uFillTx/>
                <a:latin typeface="Segoe UI"/>
                <a:ea typeface="+mn-ea"/>
                <a:cs typeface="Arial"/>
                <a:sym typeface="Arial"/>
              </a:rPr>
              <a:t>Allocation of fraud-related investment in response to regulation (single select)</a:t>
            </a:r>
          </a:p>
        </p:txBody>
      </p:sp>
      <p:graphicFrame>
        <p:nvGraphicFramePr>
          <p:cNvPr id="12" name="Table 11">
            <a:extLst>
              <a:ext uri="{FF2B5EF4-FFF2-40B4-BE49-F238E27FC236}">
                <a16:creationId xmlns:a16="http://schemas.microsoft.com/office/drawing/2014/main" id="{B2BBB40A-10E8-C866-3B95-E7B027E3E699}"/>
              </a:ext>
            </a:extLst>
          </p:cNvPr>
          <p:cNvGraphicFramePr>
            <a:graphicFrameLocks noGrp="1"/>
          </p:cNvGraphicFramePr>
          <p:nvPr>
            <p:extLst>
              <p:ext uri="{D42A27DB-BD31-4B8C-83A1-F6EECF244321}">
                <p14:modId xmlns:p14="http://schemas.microsoft.com/office/powerpoint/2010/main" val="3576428621"/>
              </p:ext>
            </p:extLst>
          </p:nvPr>
        </p:nvGraphicFramePr>
        <p:xfrm>
          <a:off x="3291840" y="804672"/>
          <a:ext cx="8595360" cy="1316736"/>
        </p:xfrm>
        <a:graphic>
          <a:graphicData uri="http://schemas.openxmlformats.org/drawingml/2006/table">
            <a:tbl>
              <a:tblPr>
                <a:tableStyleId>{5940675A-B579-460E-94D1-54222C63F5DA}</a:tableStyleId>
              </a:tblPr>
              <a:tblGrid>
                <a:gridCol w="2011680">
                  <a:extLst>
                    <a:ext uri="{9D8B030D-6E8A-4147-A177-3AD203B41FA5}">
                      <a16:colId xmlns:a16="http://schemas.microsoft.com/office/drawing/2014/main" val="20000"/>
                    </a:ext>
                  </a:extLst>
                </a:gridCol>
                <a:gridCol w="566928">
                  <a:extLst>
                    <a:ext uri="{9D8B030D-6E8A-4147-A177-3AD203B41FA5}">
                      <a16:colId xmlns:a16="http://schemas.microsoft.com/office/drawing/2014/main" val="20001"/>
                    </a:ext>
                  </a:extLst>
                </a:gridCol>
                <a:gridCol w="566928">
                  <a:extLst>
                    <a:ext uri="{9D8B030D-6E8A-4147-A177-3AD203B41FA5}">
                      <a16:colId xmlns:a16="http://schemas.microsoft.com/office/drawing/2014/main" val="20002"/>
                    </a:ext>
                  </a:extLst>
                </a:gridCol>
                <a:gridCol w="658368">
                  <a:extLst>
                    <a:ext uri="{9D8B030D-6E8A-4147-A177-3AD203B41FA5}">
                      <a16:colId xmlns:a16="http://schemas.microsoft.com/office/drawing/2014/main" val="20003"/>
                    </a:ext>
                  </a:extLst>
                </a:gridCol>
                <a:gridCol w="658368">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49808">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gridCol w="621792">
                  <a:extLst>
                    <a:ext uri="{9D8B030D-6E8A-4147-A177-3AD203B41FA5}">
                      <a16:colId xmlns:a16="http://schemas.microsoft.com/office/drawing/2014/main" val="20008"/>
                    </a:ext>
                  </a:extLst>
                </a:gridCol>
                <a:gridCol w="685800">
                  <a:extLst>
                    <a:ext uri="{9D8B030D-6E8A-4147-A177-3AD203B41FA5}">
                      <a16:colId xmlns:a16="http://schemas.microsoft.com/office/drawing/2014/main" val="20009"/>
                    </a:ext>
                  </a:extLst>
                </a:gridCol>
                <a:gridCol w="658368">
                  <a:extLst>
                    <a:ext uri="{9D8B030D-6E8A-4147-A177-3AD203B41FA5}">
                      <a16:colId xmlns:a16="http://schemas.microsoft.com/office/drawing/2014/main" val="20010"/>
                    </a:ext>
                  </a:extLst>
                </a:gridCol>
              </a:tblGrid>
              <a:tr h="329184">
                <a:tc>
                  <a:txBody>
                    <a:bodyPr/>
                    <a:lstStyle/>
                    <a:p>
                      <a:pPr algn="l"/>
                      <a:r>
                        <a:rPr sz="900" b="1">
                          <a:solidFill>
                            <a:srgbClr val="FFFFFF"/>
                          </a:solidFill>
                          <a:latin typeface="Segoe UI"/>
                        </a:rPr>
                        <a:t>Investment focus</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00" b="1">
                          <a:solidFill>
                            <a:srgbClr val="FFFFFF"/>
                          </a:solidFill>
                          <a:latin typeface="Segoe UI"/>
                        </a:rPr>
                        <a:t>All</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00" b="1">
                          <a:solidFill>
                            <a:srgbClr val="FFFFFF"/>
                          </a:solidFill>
                          <a:latin typeface="Segoe UI"/>
                        </a:rPr>
                        <a:t>US</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00" b="1">
                          <a:solidFill>
                            <a:srgbClr val="FFFFFF"/>
                          </a:solidFill>
                          <a:latin typeface="Segoe UI"/>
                        </a:rPr>
                        <a:t>Canada</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00" b="1">
                          <a:solidFill>
                            <a:srgbClr val="FFFFFF"/>
                          </a:solidFill>
                          <a:latin typeface="Segoe UI"/>
                        </a:rPr>
                        <a:t>EU + UK</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00" b="1">
                          <a:solidFill>
                            <a:srgbClr val="FFFFFF"/>
                          </a:solidFill>
                          <a:latin typeface="Segoe UI"/>
                        </a:rPr>
                        <a:t>AU</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00" b="1">
                          <a:solidFill>
                            <a:srgbClr val="FFFFFF"/>
                          </a:solidFill>
                          <a:latin typeface="Segoe UI"/>
                        </a:rPr>
                        <a:t>SG</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4"/>
                    </a:solidFill>
                  </a:tcPr>
                </a:tc>
                <a:tc>
                  <a:txBody>
                    <a:bodyPr/>
                    <a:lstStyle/>
                    <a:p>
                      <a:pPr algn="ctr"/>
                      <a:r>
                        <a:rPr sz="900" b="1">
                          <a:solidFill>
                            <a:srgbClr val="FFFFFF"/>
                          </a:solidFill>
                          <a:latin typeface="Segoe UI"/>
                        </a:rPr>
                        <a:t>Top 100 FI</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2"/>
                    </a:solidFill>
                  </a:tcPr>
                </a:tc>
                <a:tc>
                  <a:txBody>
                    <a:bodyPr/>
                    <a:lstStyle/>
                    <a:p>
                      <a:pPr algn="ctr"/>
                      <a:r>
                        <a:rPr sz="900" b="1">
                          <a:solidFill>
                            <a:srgbClr val="FFFFFF"/>
                          </a:solidFill>
                          <a:latin typeface="Segoe UI"/>
                        </a:rPr>
                        <a:t>Large FI</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2"/>
                    </a:solidFill>
                  </a:tcPr>
                </a:tc>
                <a:tc>
                  <a:txBody>
                    <a:bodyPr/>
                    <a:lstStyle/>
                    <a:p>
                      <a:pPr algn="ctr"/>
                      <a:r>
                        <a:rPr sz="900" b="1">
                          <a:solidFill>
                            <a:srgbClr val="FFFFFF"/>
                          </a:solidFill>
                          <a:latin typeface="Segoe UI"/>
                        </a:rPr>
                        <a:t>Top 50 Ins.</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2"/>
                    </a:solidFill>
                  </a:tcPr>
                </a:tc>
                <a:tc>
                  <a:txBody>
                    <a:bodyPr/>
                    <a:lstStyle/>
                    <a:p>
                      <a:pPr algn="ctr"/>
                      <a:r>
                        <a:rPr sz="900" b="1">
                          <a:solidFill>
                            <a:srgbClr val="FFFFFF"/>
                          </a:solidFill>
                          <a:latin typeface="Segoe UI"/>
                        </a:rPr>
                        <a:t>Large Ins.</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329184">
                <a:tc>
                  <a:txBody>
                    <a:bodyPr/>
                    <a:lstStyle/>
                    <a:p>
                      <a:pPr algn="l"/>
                      <a:r>
                        <a:rPr sz="900">
                          <a:solidFill>
                            <a:srgbClr val="404040"/>
                          </a:solidFill>
                          <a:latin typeface="Segoe UI"/>
                        </a:rPr>
                        <a:t>Remediate existing gaps</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00" b="0">
                          <a:solidFill>
                            <a:srgbClr val="404040"/>
                          </a:solidFill>
                          <a:latin typeface="Segoe UI"/>
                        </a:rPr>
                        <a:t>48%</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00" b="0">
                          <a:solidFill>
                            <a:srgbClr val="404040"/>
                          </a:solidFill>
                          <a:latin typeface="Segoe UI"/>
                        </a:rPr>
                        <a:t>41%</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00" b="0">
                          <a:solidFill>
                            <a:srgbClr val="404040"/>
                          </a:solidFill>
                          <a:latin typeface="Segoe UI"/>
                        </a:rPr>
                        <a:t>63%</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00" b="0">
                          <a:solidFill>
                            <a:srgbClr val="404040"/>
                          </a:solidFill>
                          <a:latin typeface="Segoe UI"/>
                        </a:rPr>
                        <a:t>36%</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00" b="0" dirty="0">
                          <a:solidFill>
                            <a:srgbClr val="404040"/>
                          </a:solidFill>
                          <a:latin typeface="Segoe UI"/>
                        </a:rPr>
                        <a:t>6</a:t>
                      </a:r>
                      <a:r>
                        <a:rPr lang="en-US" sz="900" b="0" dirty="0">
                          <a:solidFill>
                            <a:srgbClr val="404040"/>
                          </a:solidFill>
                          <a:latin typeface="Segoe UI"/>
                        </a:rPr>
                        <a:t>3</a:t>
                      </a:r>
                      <a:r>
                        <a:rPr sz="900" b="0" dirty="0">
                          <a:solidFill>
                            <a:srgbClr val="404040"/>
                          </a:solidFill>
                          <a:latin typeface="Segoe UI"/>
                        </a:rPr>
                        <a:t>%</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00" b="0">
                          <a:solidFill>
                            <a:srgbClr val="404040"/>
                          </a:solidFill>
                          <a:latin typeface="Segoe UI"/>
                        </a:rPr>
                        <a:t>25%</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00" b="0">
                          <a:solidFill>
                            <a:srgbClr val="404040"/>
                          </a:solidFill>
                          <a:latin typeface="Segoe UI"/>
                        </a:rPr>
                        <a:t>42%</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00" b="0">
                          <a:solidFill>
                            <a:srgbClr val="404040"/>
                          </a:solidFill>
                          <a:latin typeface="Segoe UI"/>
                        </a:rPr>
                        <a:t>54%</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00" b="0">
                          <a:solidFill>
                            <a:srgbClr val="404040"/>
                          </a:solidFill>
                          <a:latin typeface="Segoe UI"/>
                        </a:rPr>
                        <a:t>33%</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00" b="0">
                          <a:solidFill>
                            <a:srgbClr val="404040"/>
                          </a:solidFill>
                          <a:latin typeface="Segoe UI"/>
                        </a:rPr>
                        <a:t>70%</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algn="l"/>
                      <a:r>
                        <a:rPr sz="900">
                          <a:solidFill>
                            <a:srgbClr val="404040"/>
                          </a:solidFill>
                          <a:latin typeface="Segoe UI"/>
                        </a:rPr>
                        <a:t>Meet upcoming / draft regulation</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00">
                          <a:solidFill>
                            <a:srgbClr val="404040"/>
                          </a:solidFill>
                          <a:latin typeface="Segoe UI"/>
                        </a:rPr>
                        <a:t>39%</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00">
                          <a:solidFill>
                            <a:srgbClr val="404040"/>
                          </a:solidFill>
                          <a:latin typeface="Segoe UI"/>
                        </a:rPr>
                        <a:t>43%</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00">
                          <a:solidFill>
                            <a:srgbClr val="404040"/>
                          </a:solidFill>
                          <a:latin typeface="Segoe UI"/>
                        </a:rPr>
                        <a:t>30%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00">
                          <a:solidFill>
                            <a:srgbClr val="404040"/>
                          </a:solidFill>
                          <a:latin typeface="Segoe UI"/>
                        </a:rPr>
                        <a:t>50%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00" dirty="0">
                          <a:solidFill>
                            <a:srgbClr val="404040"/>
                          </a:solidFill>
                          <a:latin typeface="Segoe UI"/>
                        </a:rPr>
                        <a:t>25%</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00">
                          <a:solidFill>
                            <a:srgbClr val="404040"/>
                          </a:solidFill>
                          <a:latin typeface="Segoe UI"/>
                        </a:rPr>
                        <a:t>50%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00">
                          <a:solidFill>
                            <a:srgbClr val="404040"/>
                          </a:solidFill>
                          <a:latin typeface="Segoe UI"/>
                        </a:rPr>
                        <a:t>48%</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00">
                          <a:solidFill>
                            <a:srgbClr val="404040"/>
                          </a:solidFill>
                          <a:latin typeface="Segoe UI"/>
                        </a:rPr>
                        <a:t>29%</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00">
                          <a:solidFill>
                            <a:srgbClr val="404040"/>
                          </a:solidFill>
                          <a:latin typeface="Segoe UI"/>
                        </a:rPr>
                        <a:t>47%</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sz="900" dirty="0">
                          <a:solidFill>
                            <a:srgbClr val="404040"/>
                          </a:solidFill>
                          <a:latin typeface="Segoe UI"/>
                        </a:rPr>
                        <a:t>30%</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algn="l"/>
                      <a:r>
                        <a:rPr sz="900">
                          <a:solidFill>
                            <a:srgbClr val="404040"/>
                          </a:solidFill>
                          <a:latin typeface="Segoe UI"/>
                        </a:rPr>
                        <a:t>Regulation not a primary driver</a:t>
                      </a:r>
                    </a:p>
                  </a:txBody>
                  <a:tcPr marL="54864" marR="54864" marT="18288" marB="18288"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00">
                          <a:solidFill>
                            <a:srgbClr val="404040"/>
                          </a:solidFill>
                          <a:latin typeface="Segoe UI"/>
                        </a:rPr>
                        <a:t>13%</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00">
                          <a:solidFill>
                            <a:srgbClr val="404040"/>
                          </a:solidFill>
                          <a:latin typeface="Segoe UI"/>
                        </a:rPr>
                        <a:t>16%</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00">
                          <a:solidFill>
                            <a:srgbClr val="404040"/>
                          </a:solidFill>
                          <a:latin typeface="Segoe UI"/>
                        </a:rPr>
                        <a:t>7%</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00">
                          <a:solidFill>
                            <a:srgbClr val="404040"/>
                          </a:solidFill>
                          <a:latin typeface="Segoe UI"/>
                        </a:rPr>
                        <a:t>14%</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00" dirty="0">
                          <a:solidFill>
                            <a:srgbClr val="404040"/>
                          </a:solidFill>
                          <a:latin typeface="Segoe UI"/>
                        </a:rPr>
                        <a:t>1</a:t>
                      </a:r>
                      <a:r>
                        <a:rPr lang="en-US" sz="900" dirty="0">
                          <a:solidFill>
                            <a:srgbClr val="404040"/>
                          </a:solidFill>
                          <a:latin typeface="Segoe UI"/>
                        </a:rPr>
                        <a:t>2</a:t>
                      </a:r>
                      <a:r>
                        <a:rPr sz="900" dirty="0">
                          <a:solidFill>
                            <a:srgbClr val="404040"/>
                          </a:solidFill>
                          <a:latin typeface="Segoe UI"/>
                        </a:rPr>
                        <a:t>%</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00">
                          <a:solidFill>
                            <a:srgbClr val="404040"/>
                          </a:solidFill>
                          <a:latin typeface="Segoe UI"/>
                        </a:rPr>
                        <a:t>25%</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00">
                          <a:solidFill>
                            <a:srgbClr val="404040"/>
                          </a:solidFill>
                          <a:latin typeface="Segoe UI"/>
                        </a:rPr>
                        <a:t>10%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00">
                          <a:solidFill>
                            <a:srgbClr val="404040"/>
                          </a:solidFill>
                          <a:latin typeface="Segoe UI"/>
                        </a:rPr>
                        <a:t>17%</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00">
                          <a:solidFill>
                            <a:srgbClr val="404040"/>
                          </a:solidFill>
                          <a:latin typeface="Segoe UI"/>
                        </a:rPr>
                        <a:t>20%</a:t>
                      </a:r>
                    </a:p>
                  </a:txBody>
                  <a:tcPr marL="54864" marR="54864"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tc>
                  <a:txBody>
                    <a:bodyPr/>
                    <a:lstStyle/>
                    <a:p>
                      <a:pPr algn="ctr"/>
                      <a:r>
                        <a:rPr sz="900" dirty="0">
                          <a:solidFill>
                            <a:srgbClr val="404040"/>
                          </a:solidFill>
                          <a:latin typeface="Segoe UI"/>
                        </a:rPr>
                        <a:t>0%</a:t>
                      </a:r>
                    </a:p>
                  </a:txBody>
                  <a:tcPr marL="54864" marR="54864" marT="18288" marB="18288"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14" name="Chart 13">
            <a:extLst>
              <a:ext uri="{FF2B5EF4-FFF2-40B4-BE49-F238E27FC236}">
                <a16:creationId xmlns:a16="http://schemas.microsoft.com/office/drawing/2014/main" id="{B99D6A48-0CBF-90C8-0F17-08D476A3CC5E}"/>
              </a:ext>
            </a:extLst>
          </p:cNvPr>
          <p:cNvGraphicFramePr>
            <a:graphicFrameLocks noGrp="1"/>
          </p:cNvGraphicFramePr>
          <p:nvPr>
            <p:extLst>
              <p:ext uri="{D42A27DB-BD31-4B8C-83A1-F6EECF244321}">
                <p14:modId xmlns:p14="http://schemas.microsoft.com/office/powerpoint/2010/main" val="833667632"/>
              </p:ext>
            </p:extLst>
          </p:nvPr>
        </p:nvGraphicFramePr>
        <p:xfrm>
          <a:off x="3291840" y="2584268"/>
          <a:ext cx="8595360" cy="4069080"/>
        </p:xfrm>
        <a:graphic>
          <a:graphicData uri="http://schemas.openxmlformats.org/drawingml/2006/chart">
            <c:chart xmlns:c="http://schemas.openxmlformats.org/drawingml/2006/chart" xmlns:r="http://schemas.openxmlformats.org/officeDocument/2006/relationships" r:id="rId4"/>
          </a:graphicData>
        </a:graphic>
      </p:graphicFrame>
      <p:sp>
        <p:nvSpPr>
          <p:cNvPr id="16" name="Rectangle 15">
            <a:extLst>
              <a:ext uri="{FF2B5EF4-FFF2-40B4-BE49-F238E27FC236}">
                <a16:creationId xmlns:a16="http://schemas.microsoft.com/office/drawing/2014/main" id="{0332C4B1-697D-B5E4-AD8E-BB2CE8C13B15}"/>
              </a:ext>
            </a:extLst>
          </p:cNvPr>
          <p:cNvSpPr/>
          <p:nvPr/>
        </p:nvSpPr>
        <p:spPr>
          <a:xfrm>
            <a:off x="0" y="2510245"/>
            <a:ext cx="12196800" cy="73152"/>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Tree>
    <p:extLst>
      <p:ext uri="{BB962C8B-B14F-4D97-AF65-F5344CB8AC3E}">
        <p14:creationId xmlns:p14="http://schemas.microsoft.com/office/powerpoint/2010/main" val="480209809"/>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A57D7-DF83-C914-A1C1-00971BC7073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7144790-08C6-2A4A-A54E-1D0DEA2CE244}"/>
              </a:ext>
            </a:extLst>
          </p:cNvPr>
          <p:cNvSpPr/>
          <p:nvPr/>
        </p:nvSpPr>
        <p:spPr>
          <a:xfrm>
            <a:off x="0" y="0"/>
            <a:ext cx="12191695" cy="3566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3" name="TextBox 2">
            <a:extLst>
              <a:ext uri="{FF2B5EF4-FFF2-40B4-BE49-F238E27FC236}">
                <a16:creationId xmlns:a16="http://schemas.microsoft.com/office/drawing/2014/main" id="{DF10D024-A4D3-9004-6DEE-467BCC30CF43}"/>
              </a:ext>
            </a:extLst>
          </p:cNvPr>
          <p:cNvSpPr txBox="1"/>
          <p:nvPr/>
        </p:nvSpPr>
        <p:spPr>
          <a:xfrm>
            <a:off x="91440" y="0"/>
            <a:ext cx="11887200" cy="3566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a:ea typeface="+mn-ea"/>
                <a:cs typeface="Arial"/>
                <a:sym typeface="Arial"/>
              </a:rPr>
              <a:t>RESULTS OF 2026 DELOITTE SURVEY: LOOKING AHEAD THREE YEARS</a:t>
            </a:r>
          </a:p>
        </p:txBody>
      </p:sp>
      <p:sp>
        <p:nvSpPr>
          <p:cNvPr id="4" name="Rectangle 3">
            <a:extLst>
              <a:ext uri="{FF2B5EF4-FFF2-40B4-BE49-F238E27FC236}">
                <a16:creationId xmlns:a16="http://schemas.microsoft.com/office/drawing/2014/main" id="{587C36C0-8339-CAED-486D-5F50FEFE078D}"/>
              </a:ext>
            </a:extLst>
          </p:cNvPr>
          <p:cNvSpPr/>
          <p:nvPr/>
        </p:nvSpPr>
        <p:spPr>
          <a:xfrm>
            <a:off x="0" y="356616"/>
            <a:ext cx="12191695" cy="43251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5" name="Rectangle 4">
            <a:extLst>
              <a:ext uri="{FF2B5EF4-FFF2-40B4-BE49-F238E27FC236}">
                <a16:creationId xmlns:a16="http://schemas.microsoft.com/office/drawing/2014/main" id="{57818666-9753-44B1-EED4-A48664E73EE7}"/>
              </a:ext>
            </a:extLst>
          </p:cNvPr>
          <p:cNvSpPr/>
          <p:nvPr/>
        </p:nvSpPr>
        <p:spPr>
          <a:xfrm>
            <a:off x="0" y="356616"/>
            <a:ext cx="3511296" cy="432511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6" name="TextBox 5">
            <a:extLst>
              <a:ext uri="{FF2B5EF4-FFF2-40B4-BE49-F238E27FC236}">
                <a16:creationId xmlns:a16="http://schemas.microsoft.com/office/drawing/2014/main" id="{938E9A15-4E4A-C53E-2385-3152F7563DC7}"/>
              </a:ext>
            </a:extLst>
          </p:cNvPr>
          <p:cNvSpPr txBox="1"/>
          <p:nvPr/>
        </p:nvSpPr>
        <p:spPr>
          <a:xfrm>
            <a:off x="274320" y="548640"/>
            <a:ext cx="2971800" cy="393192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404040"/>
                </a:solidFill>
                <a:effectLst/>
                <a:uLnTx/>
                <a:uFillTx/>
                <a:latin typeface="Segoe UI"/>
                <a:ea typeface="+mn-ea"/>
                <a:cs typeface="Arial"/>
                <a:sym typeface="Arial"/>
              </a:rPr>
              <a:t>Asked which development will have the greatest impact on fraud risk management over the next three years, respondents overwhelmingly pointed to AI, </a:t>
            </a:r>
            <a:r>
              <a:rPr kumimoji="0" sz="1400" b="1" i="0" u="none" strike="noStrike" kern="1200" cap="none" spc="0" normalizeH="0" baseline="0" noProof="0">
                <a:ln>
                  <a:noFill/>
                </a:ln>
                <a:solidFill>
                  <a:srgbClr val="046A38"/>
                </a:solidFill>
                <a:effectLst/>
                <a:uLnTx/>
                <a:uFillTx/>
                <a:latin typeface="Segoe UI"/>
                <a:ea typeface="+mn-ea"/>
                <a:cs typeface="Arial"/>
                <a:sym typeface="Arial"/>
              </a:rPr>
              <a:t>as both the threat and the defense</a:t>
            </a:r>
            <a:r>
              <a:rPr kumimoji="0" sz="1400" b="1" i="0" u="none" strike="noStrike" kern="1200" cap="none" spc="0" normalizeH="0" baseline="0" noProof="0">
                <a:ln>
                  <a:noFill/>
                </a:ln>
                <a:solidFill>
                  <a:srgbClr val="404040"/>
                </a:solidFill>
                <a:effectLst/>
                <a:uLnTx/>
                <a:uFillTx/>
                <a:latin typeface="Segoe UI"/>
                <a:ea typeface="+mn-ea"/>
                <a:cs typeface="Arial"/>
                <a:sym typeface="Arial"/>
              </a:rPr>
              <a:t>, alongside real-time detection, behavioral analytics and identity.</a:t>
            </a:r>
          </a:p>
        </p:txBody>
      </p:sp>
      <p:pic>
        <p:nvPicPr>
          <p:cNvPr id="7" name="Picture 6" descr="image.png">
            <a:extLst>
              <a:ext uri="{FF2B5EF4-FFF2-40B4-BE49-F238E27FC236}">
                <a16:creationId xmlns:a16="http://schemas.microsoft.com/office/drawing/2014/main" id="{4FEF61C1-7113-9852-F1DF-DD5B2BD7C24F}"/>
              </a:ext>
            </a:extLst>
          </p:cNvPr>
          <p:cNvPicPr>
            <a:picLocks noChangeAspect="1"/>
          </p:cNvPicPr>
          <p:nvPr/>
        </p:nvPicPr>
        <p:blipFill>
          <a:blip r:embed="rId3"/>
          <a:stretch>
            <a:fillRect/>
          </a:stretch>
        </p:blipFill>
        <p:spPr>
          <a:xfrm>
            <a:off x="3657600" y="411480"/>
            <a:ext cx="8412480" cy="4206240"/>
          </a:xfrm>
          <a:prstGeom prst="rect">
            <a:avLst/>
          </a:prstGeom>
        </p:spPr>
      </p:pic>
      <p:sp>
        <p:nvSpPr>
          <p:cNvPr id="8" name="Rectangle 7">
            <a:extLst>
              <a:ext uri="{FF2B5EF4-FFF2-40B4-BE49-F238E27FC236}">
                <a16:creationId xmlns:a16="http://schemas.microsoft.com/office/drawing/2014/main" id="{2905715D-D17C-C237-FCED-10F3713EC892}"/>
              </a:ext>
            </a:extLst>
          </p:cNvPr>
          <p:cNvSpPr/>
          <p:nvPr/>
        </p:nvSpPr>
        <p:spPr>
          <a:xfrm>
            <a:off x="0" y="4681728"/>
            <a:ext cx="12191695" cy="181051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10" name="Rounded Rectangular Callout 9">
            <a:extLst>
              <a:ext uri="{FF2B5EF4-FFF2-40B4-BE49-F238E27FC236}">
                <a16:creationId xmlns:a16="http://schemas.microsoft.com/office/drawing/2014/main" id="{B2BAE97E-3B5E-1CDB-5576-E808156650C9}"/>
              </a:ext>
            </a:extLst>
          </p:cNvPr>
          <p:cNvSpPr/>
          <p:nvPr/>
        </p:nvSpPr>
        <p:spPr>
          <a:xfrm>
            <a:off x="274320" y="5075556"/>
            <a:ext cx="2743200" cy="914400"/>
          </a:xfrm>
          <a:prstGeom prst="wedgeRoundRectCallout">
            <a:avLst>
              <a:gd name="adj1" fmla="val 25000"/>
              <a:gd name="adj2" fmla="val 75000"/>
              <a:gd name="adj3" fmla="val 16667"/>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1" u="none" strike="noStrike" kern="1200" cap="none" spc="0" normalizeH="0" baseline="0" noProof="0">
                <a:ln>
                  <a:noFill/>
                </a:ln>
                <a:solidFill>
                  <a:srgbClr val="FFFFFF"/>
                </a:solidFill>
                <a:effectLst/>
                <a:uLnTx/>
                <a:uFillTx/>
                <a:latin typeface="Segoe UI"/>
                <a:ea typeface="+mn-ea"/>
                <a:cs typeface="+mn-cs"/>
                <a:sym typeface="Arial"/>
              </a:rPr>
              <a:t>AI as both the threat and the defense</a:t>
            </a:r>
          </a:p>
        </p:txBody>
      </p:sp>
      <p:sp>
        <p:nvSpPr>
          <p:cNvPr id="11" name="Rounded Rectangular Callout 10">
            <a:extLst>
              <a:ext uri="{FF2B5EF4-FFF2-40B4-BE49-F238E27FC236}">
                <a16:creationId xmlns:a16="http://schemas.microsoft.com/office/drawing/2014/main" id="{93EB1A46-5D6D-2A26-125B-05E573E6730F}"/>
              </a:ext>
            </a:extLst>
          </p:cNvPr>
          <p:cNvSpPr/>
          <p:nvPr/>
        </p:nvSpPr>
        <p:spPr>
          <a:xfrm>
            <a:off x="3218688" y="5075556"/>
            <a:ext cx="2743200" cy="914400"/>
          </a:xfrm>
          <a:prstGeom prst="wedgeRoundRectCallout">
            <a:avLst>
              <a:gd name="adj1" fmla="val 25000"/>
              <a:gd name="adj2" fmla="val 75000"/>
              <a:gd name="adj3" fmla="val 16667"/>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1" u="none" strike="noStrike" kern="1200" cap="none" spc="0" normalizeH="0" baseline="0" noProof="0">
                <a:ln>
                  <a:noFill/>
                </a:ln>
                <a:solidFill>
                  <a:srgbClr val="FFFFFF"/>
                </a:solidFill>
                <a:effectLst/>
                <a:uLnTx/>
                <a:uFillTx/>
                <a:latin typeface="Segoe UI"/>
                <a:ea typeface="+mn-ea"/>
                <a:cs typeface="+mn-cs"/>
                <a:sym typeface="Arial"/>
              </a:rPr>
              <a:t>A shift from reactive detection to predictive prevention</a:t>
            </a:r>
          </a:p>
        </p:txBody>
      </p:sp>
      <p:sp>
        <p:nvSpPr>
          <p:cNvPr id="12" name="Rounded Rectangular Callout 11">
            <a:extLst>
              <a:ext uri="{FF2B5EF4-FFF2-40B4-BE49-F238E27FC236}">
                <a16:creationId xmlns:a16="http://schemas.microsoft.com/office/drawing/2014/main" id="{2F388422-69EB-8A96-AC4E-40CFE16A6480}"/>
              </a:ext>
            </a:extLst>
          </p:cNvPr>
          <p:cNvSpPr/>
          <p:nvPr/>
        </p:nvSpPr>
        <p:spPr>
          <a:xfrm>
            <a:off x="6163056" y="5075556"/>
            <a:ext cx="2743200" cy="914400"/>
          </a:xfrm>
          <a:prstGeom prst="wedgeRoundRectCallout">
            <a:avLst>
              <a:gd name="adj1" fmla="val 25000"/>
              <a:gd name="adj2" fmla="val 75000"/>
              <a:gd name="adj3" fmla="val 16667"/>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1" u="none" strike="noStrike" kern="1200" cap="none" spc="0" normalizeH="0" baseline="0" noProof="0">
                <a:ln>
                  <a:noFill/>
                </a:ln>
                <a:solidFill>
                  <a:srgbClr val="FFFFFF"/>
                </a:solidFill>
                <a:effectLst/>
                <a:uLnTx/>
                <a:uFillTx/>
                <a:latin typeface="Segoe UI"/>
                <a:ea typeface="+mn-ea"/>
                <a:cs typeface="+mn-cs"/>
                <a:sym typeface="Arial"/>
              </a:rPr>
              <a:t>Real-time payments demanding real-time decisions</a:t>
            </a:r>
          </a:p>
        </p:txBody>
      </p:sp>
      <p:sp>
        <p:nvSpPr>
          <p:cNvPr id="13" name="Rounded Rectangular Callout 12">
            <a:extLst>
              <a:ext uri="{FF2B5EF4-FFF2-40B4-BE49-F238E27FC236}">
                <a16:creationId xmlns:a16="http://schemas.microsoft.com/office/drawing/2014/main" id="{86E28BB6-074C-ADB6-7C93-B25A23E44241}"/>
              </a:ext>
            </a:extLst>
          </p:cNvPr>
          <p:cNvSpPr/>
          <p:nvPr/>
        </p:nvSpPr>
        <p:spPr>
          <a:xfrm>
            <a:off x="9107424" y="5075556"/>
            <a:ext cx="2743200" cy="914400"/>
          </a:xfrm>
          <a:prstGeom prst="wedgeRoundRectCallout">
            <a:avLst>
              <a:gd name="adj1" fmla="val 25000"/>
              <a:gd name="adj2" fmla="val 75000"/>
              <a:gd name="adj3" fmla="val 16667"/>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1" u="none" strike="noStrike" kern="1200" cap="none" spc="0" normalizeH="0" baseline="0" noProof="0">
                <a:ln>
                  <a:noFill/>
                </a:ln>
                <a:solidFill>
                  <a:srgbClr val="FFFFFF"/>
                </a:solidFill>
                <a:effectLst/>
                <a:uLnTx/>
                <a:uFillTx/>
                <a:latin typeface="Segoe UI"/>
                <a:ea typeface="+mn-ea"/>
                <a:cs typeface="+mn-cs"/>
                <a:sym typeface="Arial"/>
              </a:rPr>
              <a:t>Identity as the new battleground</a:t>
            </a:r>
          </a:p>
        </p:txBody>
      </p:sp>
    </p:spTree>
    <p:extLst>
      <p:ext uri="{BB962C8B-B14F-4D97-AF65-F5344CB8AC3E}">
        <p14:creationId xmlns:p14="http://schemas.microsoft.com/office/powerpoint/2010/main" val="1567866587"/>
      </p:ext>
    </p:extLst>
  </p:cSld>
  <p:clrMapOvr>
    <a:masterClrMapping/>
  </p:clrMapOvr>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36B15-29F3-258F-CE39-807547681CB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A4E4027-B953-B8FE-AE21-33521FBBA97E}"/>
              </a:ext>
            </a:extLst>
          </p:cNvPr>
          <p:cNvSpPr>
            <a:spLocks noGrp="1"/>
          </p:cNvSpPr>
          <p:nvPr>
            <p:ph type="body" sz="quarter" idx="13"/>
          </p:nvPr>
        </p:nvSpPr>
        <p:spPr/>
        <p:txBody>
          <a:bodyPr/>
          <a:lstStyle/>
          <a:p>
            <a:r>
              <a:rPr lang="en-US" sz="800" b="1">
                <a:latin typeface="Open Sans" panose="020B0606030504020204" pitchFamily="34" charset="0"/>
                <a:ea typeface="Open Sans" panose="020B0606030504020204" pitchFamily="34" charset="0"/>
                <a:cs typeface="Open Sans" panose="020B0606030504020204" pitchFamily="34" charset="0"/>
              </a:rPr>
              <a:t>About Deloitte</a:t>
            </a:r>
          </a:p>
          <a:p>
            <a:r>
              <a:rPr lang="en-US" sz="800">
                <a:latin typeface="Open Sans Light" panose="020B0306030504020204" pitchFamily="34" charset="0"/>
                <a:ea typeface="Open Sans Light" panose="020B0306030504020204" pitchFamily="34" charset="0"/>
                <a:cs typeface="Open Sans Light" panose="020B0306030504020204" pitchFamily="34" charset="0"/>
              </a:rPr>
              <a:t>Deloitte provides audit and assurance, consulting, financial advisory, risk advisory, tax, and related services to public and private clients spanning multiple industries. Deloitte serves four out of five Fortune Global 500® companies through a globally connected network of member firms in more than 150 countries and territories bringing world-class capabilities, insights, and service to address clients’ most complex business challenges. Deloitte LLP, an Ontario limited liability partnership, is the Canadian member firm of Deloitte Touche Tohmatsu Limited. Deloitte refers to one or more of Deloitte Touche Tohmatsu Limited, a UK private company limited by guarantee, and its network of member firms, each of which is a legally separate and independent entity. Please see </a:t>
            </a:r>
            <a:r>
              <a:rPr lang="en-US" sz="800">
                <a:latin typeface="Open Sans Light" panose="020B0306030504020204" pitchFamily="34" charset="0"/>
                <a:ea typeface="Open Sans Light" panose="020B0306030504020204" pitchFamily="34" charset="0"/>
                <a:cs typeface="Open Sans Light" panose="020B0306030504020204" pitchFamily="34" charset="0"/>
                <a:hlinkClick r:id="rId2"/>
              </a:rPr>
              <a:t>www.deloitte.com/about</a:t>
            </a:r>
            <a:r>
              <a:rPr lang="en-US" sz="800">
                <a:latin typeface="Open Sans Light" panose="020B0306030504020204" pitchFamily="34" charset="0"/>
                <a:ea typeface="Open Sans Light" panose="020B0306030504020204" pitchFamily="34" charset="0"/>
                <a:cs typeface="Open Sans Light" panose="020B0306030504020204" pitchFamily="34" charset="0"/>
              </a:rPr>
              <a:t> for a detailed description of the legal structure of Deloitte Touche Tohmatsu Limited and its member firms.</a:t>
            </a:r>
          </a:p>
          <a:p>
            <a:r>
              <a:rPr lang="en-US" sz="800">
                <a:latin typeface="Open Sans Light" panose="020B0306030504020204" pitchFamily="34" charset="0"/>
                <a:ea typeface="Open Sans Light" panose="020B0306030504020204" pitchFamily="34" charset="0"/>
                <a:cs typeface="Open Sans Light" panose="020B0306030504020204" pitchFamily="34" charset="0"/>
              </a:rPr>
              <a:t>Our global Purpose is making an impact that matters. At Deloitte Canada, that translates into building a better future by accelerating and expanding access to knowledge. We believe we can achieve this Purpose by living our shared values to lead the way, serve with integrity, take care of each other, foster inclusion, and collaborate for measurable impact.</a:t>
            </a:r>
          </a:p>
          <a:p>
            <a:r>
              <a:rPr lang="en-US" sz="800">
                <a:latin typeface="Open Sans Light" panose="020B0306030504020204" pitchFamily="34" charset="0"/>
                <a:ea typeface="Open Sans Light" panose="020B0306030504020204" pitchFamily="34" charset="0"/>
                <a:cs typeface="Open Sans Light" panose="020B0306030504020204" pitchFamily="34" charset="0"/>
              </a:rPr>
              <a:t>To learn more about how Deloitte’s approximately 330,000 professionals, over 11,000 of whom are part of the Canadian firm, please connect with us on </a:t>
            </a:r>
            <a:r>
              <a:rPr lang="en-US" sz="800">
                <a:latin typeface="Open Sans Light" panose="020B0306030504020204" pitchFamily="34" charset="0"/>
                <a:ea typeface="Open Sans Light" panose="020B0306030504020204" pitchFamily="34" charset="0"/>
                <a:cs typeface="Open Sans Light" panose="020B0306030504020204" pitchFamily="34" charset="0"/>
                <a:hlinkClick r:id="rId3"/>
              </a:rPr>
              <a:t>LinkedIn</a:t>
            </a:r>
            <a:r>
              <a:rPr lang="en-US" sz="800">
                <a:latin typeface="Open Sans Light" panose="020B0306030504020204" pitchFamily="34" charset="0"/>
                <a:ea typeface="Open Sans Light" panose="020B0306030504020204" pitchFamily="34" charset="0"/>
                <a:cs typeface="Open Sans Light" panose="020B0306030504020204" pitchFamily="34" charset="0"/>
              </a:rPr>
              <a:t>, </a:t>
            </a:r>
            <a:r>
              <a:rPr lang="en-US" sz="800">
                <a:latin typeface="Open Sans Light" panose="020B0306030504020204" pitchFamily="34" charset="0"/>
                <a:ea typeface="Open Sans Light" panose="020B0306030504020204" pitchFamily="34" charset="0"/>
                <a:cs typeface="Open Sans Light" panose="020B0306030504020204" pitchFamily="34" charset="0"/>
                <a:hlinkClick r:id="rId4"/>
              </a:rPr>
              <a:t>Twitter</a:t>
            </a:r>
            <a:r>
              <a:rPr lang="en-US" sz="800">
                <a:latin typeface="Open Sans Light" panose="020B0306030504020204" pitchFamily="34" charset="0"/>
                <a:ea typeface="Open Sans Light" panose="020B0306030504020204" pitchFamily="34" charset="0"/>
                <a:cs typeface="Open Sans Light" panose="020B0306030504020204" pitchFamily="34" charset="0"/>
              </a:rPr>
              <a:t>, </a:t>
            </a:r>
            <a:r>
              <a:rPr lang="en-US" sz="800">
                <a:latin typeface="Open Sans Light" panose="020B0306030504020204" pitchFamily="34" charset="0"/>
                <a:ea typeface="Open Sans Light" panose="020B0306030504020204" pitchFamily="34" charset="0"/>
                <a:cs typeface="Open Sans Light" panose="020B0306030504020204" pitchFamily="34" charset="0"/>
                <a:hlinkClick r:id="rId5"/>
              </a:rPr>
              <a:t>Instagram</a:t>
            </a:r>
            <a:r>
              <a:rPr lang="en-US" sz="800">
                <a:latin typeface="Open Sans Light" panose="020B0306030504020204" pitchFamily="34" charset="0"/>
                <a:ea typeface="Open Sans Light" panose="020B0306030504020204" pitchFamily="34" charset="0"/>
                <a:cs typeface="Open Sans Light" panose="020B0306030504020204" pitchFamily="34" charset="0"/>
              </a:rPr>
              <a:t>, or </a:t>
            </a:r>
            <a:r>
              <a:rPr lang="en-US" sz="800">
                <a:latin typeface="Open Sans Light" panose="020B0306030504020204" pitchFamily="34" charset="0"/>
                <a:ea typeface="Open Sans Light" panose="020B0306030504020204" pitchFamily="34" charset="0"/>
                <a:cs typeface="Open Sans Light" panose="020B0306030504020204" pitchFamily="34" charset="0"/>
                <a:hlinkClick r:id="rId6"/>
              </a:rPr>
              <a:t>Facebook</a:t>
            </a:r>
            <a:r>
              <a:rPr lang="en-US" sz="800">
                <a:latin typeface="Open Sans Light" panose="020B0306030504020204" pitchFamily="34" charset="0"/>
                <a:ea typeface="Open Sans Light" panose="020B0306030504020204" pitchFamily="34" charset="0"/>
                <a:cs typeface="Open Sans Light" panose="020B0306030504020204" pitchFamily="34" charset="0"/>
              </a:rPr>
              <a:t>.</a:t>
            </a:r>
          </a:p>
          <a:p>
            <a:r>
              <a:rPr lang="en-US" sz="800">
                <a:latin typeface="Open Sans Light" panose="020B0306030504020204" pitchFamily="34" charset="0"/>
                <a:ea typeface="Open Sans Light" panose="020B0306030504020204" pitchFamily="34" charset="0"/>
                <a:cs typeface="Open Sans Light" panose="020B0306030504020204" pitchFamily="34" charset="0"/>
              </a:rPr>
              <a:t>© Deloitte </a:t>
            </a:r>
            <a:r>
              <a:rPr lang="en-US" sz="800" spc="-5">
                <a:latin typeface="Open Sans Light" panose="020B0306030504020204" pitchFamily="34" charset="0"/>
                <a:ea typeface="Open Sans Light" panose="020B0306030504020204" pitchFamily="34" charset="0"/>
                <a:cs typeface="Open Sans Light" panose="020B0306030504020204" pitchFamily="34" charset="0"/>
              </a:rPr>
              <a:t>LLP </a:t>
            </a:r>
            <a:r>
              <a:rPr lang="en-US" sz="800">
                <a:latin typeface="Open Sans Light" panose="020B0306030504020204" pitchFamily="34" charset="0"/>
                <a:ea typeface="Open Sans Light" panose="020B0306030504020204" pitchFamily="34" charset="0"/>
                <a:cs typeface="Open Sans Light" panose="020B0306030504020204" pitchFamily="34" charset="0"/>
              </a:rPr>
              <a:t>and </a:t>
            </a:r>
            <a:r>
              <a:rPr lang="en-US" sz="800" spc="-5">
                <a:latin typeface="Open Sans Light" panose="020B0306030504020204" pitchFamily="34" charset="0"/>
                <a:ea typeface="Open Sans Light" panose="020B0306030504020204" pitchFamily="34" charset="0"/>
                <a:cs typeface="Open Sans Light" panose="020B0306030504020204" pitchFamily="34" charset="0"/>
              </a:rPr>
              <a:t>affiliated</a:t>
            </a:r>
            <a:r>
              <a:rPr lang="en-US" sz="800" spc="-20">
                <a:latin typeface="Open Sans Light" panose="020B0306030504020204" pitchFamily="34" charset="0"/>
                <a:ea typeface="Open Sans Light" panose="020B0306030504020204" pitchFamily="34" charset="0"/>
                <a:cs typeface="Open Sans Light" panose="020B0306030504020204" pitchFamily="34" charset="0"/>
              </a:rPr>
              <a:t> </a:t>
            </a:r>
            <a:r>
              <a:rPr lang="en-US" sz="800" spc="-5">
                <a:latin typeface="Open Sans Light" panose="020B0306030504020204" pitchFamily="34" charset="0"/>
                <a:ea typeface="Open Sans Light" panose="020B0306030504020204" pitchFamily="34" charset="0"/>
                <a:cs typeface="Open Sans Light" panose="020B0306030504020204" pitchFamily="34" charset="0"/>
              </a:rPr>
              <a:t>entities.</a:t>
            </a:r>
            <a:endParaRPr lang="en-US" sz="800">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13604301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6"/>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Custom 2">
      <a:dk1>
        <a:srgbClr val="000000"/>
      </a:dk1>
      <a:lt1>
        <a:srgbClr val="FFFFFF"/>
      </a:lt1>
      <a:dk2>
        <a:srgbClr val="000000"/>
      </a:dk2>
      <a:lt2>
        <a:srgbClr val="FFFFFF"/>
      </a:lt2>
      <a:accent1>
        <a:srgbClr val="86BC25"/>
      </a:accent1>
      <a:accent2>
        <a:srgbClr val="046A38"/>
      </a:accent2>
      <a:accent3>
        <a:srgbClr val="134406"/>
      </a:accent3>
      <a:accent4>
        <a:srgbClr val="43B02A"/>
      </a:accent4>
      <a:accent5>
        <a:srgbClr val="0D8390"/>
      </a:accent5>
      <a:accent6>
        <a:srgbClr val="007CB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Office Theme">
  <a:themeElements>
    <a:clrScheme name="Custom 2">
      <a:dk1>
        <a:srgbClr val="000000"/>
      </a:dk1>
      <a:lt1>
        <a:srgbClr val="FFFFFF"/>
      </a:lt1>
      <a:dk2>
        <a:srgbClr val="000000"/>
      </a:dk2>
      <a:lt2>
        <a:srgbClr val="FFFFFF"/>
      </a:lt2>
      <a:accent1>
        <a:srgbClr val="86BC25"/>
      </a:accent1>
      <a:accent2>
        <a:srgbClr val="046A38"/>
      </a:accent2>
      <a:accent3>
        <a:srgbClr val="134406"/>
      </a:accent3>
      <a:accent4>
        <a:srgbClr val="43B02A"/>
      </a:accent4>
      <a:accent5>
        <a:srgbClr val="0D8390"/>
      </a:accent5>
      <a:accent6>
        <a:srgbClr val="007CB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Deloitte Brand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Brand Theme" id="{7F8E7B9C-D1E6-4EAB-A888-5889AFAC97F5}" vid="{EE3CB14B-24FA-49D6-9FDE-EB9FB3296A69}"/>
    </a:ext>
  </a:extLst>
</a:theme>
</file>

<file path=ppt/theme/theme6.xml><?xml version="1.0" encoding="utf-8"?>
<a:theme xmlns:a="http://schemas.openxmlformats.org/drawingml/2006/main" name="1_Deloitte Brand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Brand Theme" id="{7F8E7B9C-D1E6-4EAB-A888-5889AFAC97F5}" vid="{EE3CB14B-24FA-49D6-9FDE-EB9FB3296A69}"/>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14C59FB633A9B439E060EF53165A8AF" ma:contentTypeVersion="3" ma:contentTypeDescription="Create a new document." ma:contentTypeScope="" ma:versionID="0a395da59c66dcd2d91d7b0e942eff21">
  <xsd:schema xmlns:xsd="http://www.w3.org/2001/XMLSchema" xmlns:xs="http://www.w3.org/2001/XMLSchema" xmlns:p="http://schemas.microsoft.com/office/2006/metadata/properties" xmlns:ns2="0431d813-3dfc-4d01-9839-7412e6dec8df" targetNamespace="http://schemas.microsoft.com/office/2006/metadata/properties" ma:root="true" ma:fieldsID="89d277de359d70af115f09364a39706b" ns2:_="">
    <xsd:import namespace="0431d813-3dfc-4d01-9839-7412e6dec8d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31d813-3dfc-4d01-9839-7412e6dec8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00BF2A3-896B-456E-9A0A-832A0A4CDAD0}">
  <ds:schemaRefs>
    <ds:schemaRef ds:uri="http://schemas.microsoft.com/sharepoint/v3/contenttype/forms"/>
  </ds:schemaRefs>
</ds:datastoreItem>
</file>

<file path=customXml/itemProps2.xml><?xml version="1.0" encoding="utf-8"?>
<ds:datastoreItem xmlns:ds="http://schemas.openxmlformats.org/officeDocument/2006/customXml" ds:itemID="{FF334B1F-3272-42CF-AA2E-AEB871081FA8}">
  <ds:schemaRefs>
    <ds:schemaRef ds:uri="0431d813-3dfc-4d01-9839-7412e6dec8d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F5DCC28-8DBF-4EF8-919C-B600C61BEFCD}">
  <ds:schemaRefs>
    <ds:schemaRef ds:uri="http://purl.org/dc/dcmitype/"/>
    <ds:schemaRef ds:uri="http://schemas.microsoft.com/office/2006/documentManagement/types"/>
    <ds:schemaRef ds:uri="http://schemas.openxmlformats.org/package/2006/metadata/core-properties"/>
    <ds:schemaRef ds:uri="http://schemas.microsoft.com/office/infopath/2007/PartnerControls"/>
    <ds:schemaRef ds:uri="http://purl.org/dc/elements/1.1/"/>
    <ds:schemaRef ds:uri="0431d813-3dfc-4d01-9839-7412e6dec8df"/>
    <ds:schemaRef ds:uri="http://schemas.microsoft.com/office/2006/metadata/properties"/>
    <ds:schemaRef ds:uri="http://www.w3.org/XML/1998/namespace"/>
    <ds:schemaRef ds:uri="http://purl.org/dc/terms/"/>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otalTime>0</TotalTime>
  <Words>4941</Words>
  <Application>Microsoft Office PowerPoint</Application>
  <PresentationFormat>Widescreen</PresentationFormat>
  <Paragraphs>692</Paragraphs>
  <Slides>25</Slides>
  <Notes>17</Notes>
  <HiddenSlides>0</HiddenSlides>
  <MMClips>0</MMClips>
  <ScaleCrop>false</ScaleCrop>
  <HeadingPairs>
    <vt:vector size="8" baseType="variant">
      <vt:variant>
        <vt:lpstr>Fonts Used</vt:lpstr>
      </vt:variant>
      <vt:variant>
        <vt:i4>10</vt:i4>
      </vt:variant>
      <vt:variant>
        <vt:lpstr>Theme</vt:lpstr>
      </vt:variant>
      <vt:variant>
        <vt:i4>6</vt:i4>
      </vt:variant>
      <vt:variant>
        <vt:lpstr>Embedded OLE Servers</vt:lpstr>
      </vt:variant>
      <vt:variant>
        <vt:i4>1</vt:i4>
      </vt:variant>
      <vt:variant>
        <vt:lpstr>Slide Titles</vt:lpstr>
      </vt:variant>
      <vt:variant>
        <vt:i4>25</vt:i4>
      </vt:variant>
    </vt:vector>
  </HeadingPairs>
  <TitlesOfParts>
    <vt:vector size="42" baseType="lpstr">
      <vt:lpstr>Verdana</vt:lpstr>
      <vt:lpstr>Open Sans</vt:lpstr>
      <vt:lpstr>Aptos</vt:lpstr>
      <vt:lpstr>Segoe UI</vt:lpstr>
      <vt:lpstr>Arial</vt:lpstr>
      <vt:lpstr>Wingdings 2</vt:lpstr>
      <vt:lpstr>Open Sans Light</vt:lpstr>
      <vt:lpstr>Calibri Light</vt:lpstr>
      <vt:lpstr>Aptos Display</vt:lpstr>
      <vt:lpstr>Calibri</vt:lpstr>
      <vt:lpstr>1_office theme</vt:lpstr>
      <vt:lpstr>Office Theme</vt:lpstr>
      <vt:lpstr>2_Office Theme</vt:lpstr>
      <vt:lpstr>4_Office Theme</vt:lpstr>
      <vt:lpstr>Deloitte Brand Theme</vt:lpstr>
      <vt:lpstr>1_Deloitte Brand Theme</vt:lpstr>
      <vt:lpstr>think-cell Slide</vt:lpstr>
      <vt:lpstr>Fraud in 2026| A Deloitte Perspective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Luh, Kevin</dc:creator>
  <cp:lastModifiedBy>Lin, David</cp:lastModifiedBy>
  <cp:revision>1</cp:revision>
  <dcterms:created xsi:type="dcterms:W3CDTF">2022-11-17T21:03:01Z</dcterms:created>
  <dcterms:modified xsi:type="dcterms:W3CDTF">2026-10-28T00:16:00Z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2022-11-17T21:03:01Z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0755e68d-5735-4a02-91b2-8d3c0c840d5f</vt:lpwstr>
  </property>
  <property fmtid="{D5CDD505-2E9C-101B-9397-08002B2CF9AE}" pid="8" name="MSIP_Label_ea60d57e-af5b-4752-ac57-3e4f28ca11dc_ContentBits">
    <vt:lpwstr>0</vt:lpwstr>
  </property>
  <property fmtid="{D5CDD505-2E9C-101B-9397-08002B2CF9AE}" pid="9" name="ContentTypeId">
    <vt:lpwstr>0x010100114C59FB633A9B439E060EF53165A8AF</vt:lpwstr>
  </property>
  <property fmtid="{D5CDD505-2E9C-101B-9397-08002B2CF9AE}" pid="10" name="MediaServiceImageTags">
    <vt:lpwstr/>
  </property>
</Properties>
</file>