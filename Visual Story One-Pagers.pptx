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2026  ·  INFORMATION SHARING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Enablement, Not Encouragement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leaders agree on what's broken — and increasingly, on what would fix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94415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1956816"/>
            <a:ext cx="0" cy="4315968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5681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93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408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368296"/>
            <a:ext cx="40155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standardization &amp; quality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295748" cy="82296"/>
          </a:xfrm>
          <a:prstGeom prst="rect">
            <a:avLst/>
          </a:prstGeom>
          <a:solidFill>
            <a:srgbClr val="6B4A3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51760"/>
            <a:ext cx="4077726" cy="82296"/>
          </a:xfrm>
          <a:prstGeom prst="rect">
            <a:avLst/>
          </a:prstGeom>
          <a:solidFill>
            <a:srgbClr val="E893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8036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907792"/>
            <a:ext cx="40155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privacy &amp; regulatory constraints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5295748" cy="82296"/>
          </a:xfrm>
          <a:prstGeom prst="rect">
            <a:avLst/>
          </a:prstGeom>
          <a:solidFill>
            <a:srgbClr val="6B4A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191256"/>
            <a:ext cx="3865896" cy="82296"/>
          </a:xfrm>
          <a:prstGeom prst="rect">
            <a:avLst/>
          </a:prstGeom>
          <a:solidFill>
            <a:srgbClr val="E893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19856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447288"/>
            <a:ext cx="40155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external industry participation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5295748" cy="82296"/>
          </a:xfrm>
          <a:prstGeom prst="rect">
            <a:avLst/>
          </a:prstGeom>
          <a:solidFill>
            <a:srgbClr val="6B4A3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730752"/>
            <a:ext cx="3177449" cy="82296"/>
          </a:xfrm>
          <a:prstGeom prst="rect">
            <a:avLst/>
          </a:prstGeom>
          <a:solidFill>
            <a:srgbClr val="E893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849624"/>
            <a:ext cx="5295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barriers trail far behind — governance (26%), ROI (27%), budget (36%). This isn't a problem of justifying information sharing internally.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47308" y="195681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FC1C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47308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47308" y="2340864"/>
            <a:ext cx="12344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C1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627468" y="2368296"/>
            <a:ext cx="401558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fraud information-sharing platform or utility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47308" y="2726375"/>
            <a:ext cx="5295748" cy="82296"/>
          </a:xfrm>
          <a:prstGeom prst="rect">
            <a:avLst/>
          </a:prstGeom>
          <a:solidFill>
            <a:srgbClr val="1F4D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47308" y="2726375"/>
            <a:ext cx="1853512" cy="82296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47308" y="3026664"/>
            <a:ext cx="12344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C1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627468" y="3054096"/>
            <a:ext cx="401558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legal &amp; regulatory frameworks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47308" y="3412175"/>
            <a:ext cx="5295748" cy="82296"/>
          </a:xfrm>
          <a:prstGeom prst="rect">
            <a:avLst/>
          </a:prstGeom>
          <a:solidFill>
            <a:srgbClr val="1F4D50"/>
          </a:solidFill>
          <a:ln/>
        </p:spPr>
      </p:sp>
      <p:sp>
        <p:nvSpPr>
          <p:cNvPr id="31" name="Shape 29"/>
          <p:cNvSpPr/>
          <p:nvPr/>
        </p:nvSpPr>
        <p:spPr>
          <a:xfrm>
            <a:off x="6347308" y="3412175"/>
            <a:ext cx="1376894" cy="82296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47308" y="3531047"/>
            <a:ext cx="5295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fix mirrors the top barrier: leaders want infrastructure and certainty — not more encouragement to collaborate.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5295748" cy="16002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434840"/>
            <a:ext cx="54864" cy="1600200"/>
          </a:xfrm>
          <a:prstGeom prst="rect">
            <a:avLst/>
          </a:prstGeom>
          <a:solidFill>
            <a:srgbClr val="E893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4672" y="4562856"/>
            <a:ext cx="483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LENS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4773168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 sees it differently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5074920"/>
            <a:ext cx="48385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43% cite lack of participation as a barrier — vs. 74% in the U.S. and 61% in Canada — pointing to an infrastructure and data-quality problem, not a participation one. Canadian insurers uniquely flag unclear governance and ownership.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47308" y="4434840"/>
            <a:ext cx="5295748" cy="16002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39" name="Shape 37"/>
          <p:cNvSpPr/>
          <p:nvPr/>
        </p:nvSpPr>
        <p:spPr>
          <a:xfrm>
            <a:off x="6347308" y="4434840"/>
            <a:ext cx="54864" cy="1600200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03340" y="4562856"/>
            <a:ext cx="483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LENS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603340" y="4773168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U.S. breaks the pattern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603340" y="5074920"/>
            <a:ext cx="48385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 ranks platform infrastructure first, then public-private collaboration — the only market that doesn't prioritize regulatory reform. Australia shows the weakest support of any market for a centralized utility.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26324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D.fend Fin Crime Forum Fraud Survey · n=100 (Banking n=75 · Insurance n=25) · Q4 &amp; Q5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2026-09-27T23:20:35Z</dcterms:created>
  <dcterms:modified xsi:type="dcterms:W3CDTF">2026-09-27T23:20:35Z</dcterms:modified>
</cp:coreProperties>
</file>