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5.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6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6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8.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69.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70.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71.xml" ContentType="application/vnd.openxmlformats-officedocument.drawingml.chart+xml"/>
  <Override PartName="/ppt/charts/chart72.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73.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7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75.xml" ContentType="application/vnd.openxmlformats-officedocument.drawingml.chart+xml"/>
  <Override PartName="/ppt/charts/chart76.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77.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78.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79.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0.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81.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82.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3.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84.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27</c:v>
                </c:pt>
                <c:pt idx="1">
                  <c:v>30</c:v>
                </c:pt>
                <c:pt idx="2">
                  <c:v>25</c:v>
                </c:pt>
                <c:pt idx="3">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33</c:v>
                </c:pt>
                <c:pt idx="1">
                  <c:v>27</c:v>
                </c:pt>
                <c:pt idx="2">
                  <c:v>17</c:v>
                </c:pt>
                <c:pt idx="3">
                  <c:v>23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36</c:v>
                </c:pt>
                <c:pt idx="1">
                  <c:v>21</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38</c:v>
                </c:pt>
                <c:pt idx="3">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26</c:v>
                </c:pt>
                <c:pt idx="2">
                  <c:v>24</c:v>
                </c:pt>
                <c:pt idx="3">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39</c:v>
                </c:pt>
                <c:pt idx="1">
                  <c:v>28</c:v>
                </c:pt>
                <c:pt idx="2">
                  <c:v>17</c:v>
                </c:pt>
                <c:pt idx="3">
                  <c:v>17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42</c:v>
                </c:pt>
                <c:pt idx="1">
                  <c:v>17</c:v>
                </c:pt>
                <c:pt idx="2">
                  <c:v>33</c:v>
                </c:pt>
                <c:pt idx="3">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29</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30</c:v>
                </c:pt>
                <c:pt idx="3">
                  <c:v>10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17</c:v>
                </c:pt>
                <c:pt idx="3">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30</c:v>
                </c:pt>
                <c:pt idx="1">
                  <c:v>28</c:v>
                </c:pt>
                <c:pt idx="2">
                  <c:v>18</c:v>
                </c:pt>
                <c:pt idx="3">
                  <c:v>22</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37</c:v>
                </c:pt>
                <c:pt idx="1">
                  <c:v>23</c:v>
                </c:pt>
                <c:pt idx="2">
                  <c:v>29</c:v>
                </c:pt>
                <c:pt idx="3">
                  <c:v>11</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20</c:v>
                </c:pt>
                <c:pt idx="3">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20</c:v>
                </c:pt>
                <c:pt idx="1">
                  <c:v>20</c:v>
                </c:pt>
                <c:pt idx="2">
                  <c:v>30</c:v>
                </c:pt>
                <c:pt idx="3">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chart" Target="/ppt/charts/chart18.xml"/><Relationship Id="rId4" Type="http://schemas.openxmlformats.org/officeDocument/2006/relationships/chart" Target="/ppt/charts/chart19.xml"/><Relationship Id="rId5" Type="http://schemas.openxmlformats.org/officeDocument/2006/relationships/chart" Target="/ppt/charts/chart20.xml"/><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chart" Target="/ppt/charts/chart23.xml"/><Relationship Id="rId4" Type="http://schemas.openxmlformats.org/officeDocument/2006/relationships/chart" Target="/ppt/charts/chart24.xml"/><Relationship Id="rId5" Type="http://schemas.openxmlformats.org/officeDocument/2006/relationships/chart" Target="/ppt/charts/chart25.xml"/><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chart" Target="/ppt/charts/chart38.xml"/><Relationship Id="rId3" Type="http://schemas.openxmlformats.org/officeDocument/2006/relationships/chart" Target="/ppt/charts/chart39.xml"/><Relationship Id="rId4" Type="http://schemas.openxmlformats.org/officeDocument/2006/relationships/chart" Target="/ppt/charts/chart40.xml"/><Relationship Id="rId5" Type="http://schemas.openxmlformats.org/officeDocument/2006/relationships/chart" Target="/ppt/charts/chart41.xml"/><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chart" Target="/ppt/charts/chart43.xml"/><Relationship Id="rId3" Type="http://schemas.openxmlformats.org/officeDocument/2006/relationships/chart" Target="/ppt/charts/chart44.xml"/><Relationship Id="rId4" Type="http://schemas.openxmlformats.org/officeDocument/2006/relationships/chart" Target="/ppt/charts/chart45.xml"/><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chart" Target="/ppt/charts/chart51.xml"/><Relationship Id="rId3" Type="http://schemas.openxmlformats.org/officeDocument/2006/relationships/chart" Target="/ppt/charts/chart52.xml"/><Relationship Id="rId4" Type="http://schemas.openxmlformats.org/officeDocument/2006/relationships/chart" Target="/ppt/charts/chart53.xml"/><Relationship Id="rId5" Type="http://schemas.openxmlformats.org/officeDocument/2006/relationships/chart" Target="/ppt/charts/chart54.xml"/><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chart" Target="/ppt/charts/chart56.xml"/><Relationship Id="rId3" Type="http://schemas.openxmlformats.org/officeDocument/2006/relationships/chart" Target="/ppt/charts/chart57.xml"/><Relationship Id="rId4" Type="http://schemas.openxmlformats.org/officeDocument/2006/relationships/chart" Target="/ppt/charts/chart58.xml"/><Relationship Id="rId5" Type="http://schemas.openxmlformats.org/officeDocument/2006/relationships/chart" Target="/ppt/charts/chart59.xml"/><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60.xml"/><Relationship Id="rId2" Type="http://schemas.openxmlformats.org/officeDocument/2006/relationships/chart" Target="/ppt/charts/chart61.xml"/><Relationship Id="rId3" Type="http://schemas.openxmlformats.org/officeDocument/2006/relationships/chart" Target="/ppt/charts/chart62.xml"/><Relationship Id="rId4" Type="http://schemas.openxmlformats.org/officeDocument/2006/relationships/chart" Target="/ppt/charts/chart63.xm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5.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66.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6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8.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69.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70.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71.xml"/><Relationship Id="rId2" Type="http://schemas.openxmlformats.org/officeDocument/2006/relationships/chart" Target="/ppt/charts/chart72.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73.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7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chart" Target="/ppt/charts/chart76.xml"/><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77.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78.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79.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0.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81.xml"/><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82.xml"/><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3.xml"/><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84.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tops the list in Canada and Europe, but onboarding verification leads in Australia and oversight dominates in Singapore.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leads across most Banking markets, but Singapore banks lean hardest on third-party oversight instead.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lean on ongoing monitoring; Canadian carriers lean hardest on third-party oversight of any Insurance market.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lean harder on information sharing and onboarding controls; Top 100 institutions lean relatively more on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lean hardest on ongoing monitoring; Large carriers split more evenly toward onboarding controls and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52</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2026-09-28T03:00:31Z</dcterms:created>
  <dcterms:modified xsi:type="dcterms:W3CDTF">2026-09-28T03:00:31Z</dcterms:modified>
</cp:coreProperties>
</file>