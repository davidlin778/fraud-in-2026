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3.xml" ContentType="application/vnd.openxmlformats-officedocument.drawingml.chart+xml"/>
  <Override PartName="/ppt/charts/chart3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5.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36.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37.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8.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39.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0.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1.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42.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chart" Target="/ppt/charts/chart3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8.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0467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609904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2026-09-25T19:04:57Z</dcterms:created>
  <dcterms:modified xsi:type="dcterms:W3CDTF">2026-09-25T19:04:57Z</dcterms:modified>
</cp:coreProperties>
</file>