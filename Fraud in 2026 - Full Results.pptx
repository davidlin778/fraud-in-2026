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9.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0.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4.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7.xml" ContentType="application/vnd.openxmlformats-officedocument.drawingml.chart+xml"/>
  <Override PartName="/ppt/charts/chart4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49.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50.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53.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54.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55.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56.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57.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58.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59.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60.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chart" Target="/ppt/charts/chart25.xm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chart" Target="/ppt/charts/chart48.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54.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56.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60.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2026-09-27T23:45:13Z</dcterms:created>
  <dcterms:modified xsi:type="dcterms:W3CDTF">2026-09-27T23:45:13Z</dcterms:modified>
</cp:coreProperties>
</file>