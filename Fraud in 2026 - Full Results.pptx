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5.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9.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30.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1.xml" ContentType="application/vnd.openxmlformats-officedocument.drawingml.chart+xml"/>
  <Override PartName="/ppt/charts/chart3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35.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3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37.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8.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39.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0.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c:v>
                  </c:pt>
                  <c:pt idx="1">
                    <c:v>Large Financial Institution (outside Top 100; &gt;20,000 FTE)</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c:v>
                  </c:pt>
                  <c:pt idx="1">
                    <c:v>Canada</c:v>
                  </c:pt>
                  <c:pt idx="2">
                    <c:v>Europe (EU + UK)</c:v>
                  </c:pt>
                  <c:pt idx="3">
                    <c:v>Australia</c:v>
                  </c:pt>
                  <c:pt idx="4">
                    <c:v>Singapore</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c:v>
                  </c:pt>
                  <c:pt idx="1">
                    <c:v>Large Insurance Carrier (outside Top 100; &gt;15,000 FTE)</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c:v>
                  </c:pt>
                  <c:pt idx="1">
                    <c:v>Canada</c:v>
                  </c:pt>
                  <c:pt idx="2">
                    <c:v>Europe (EU + UK)</c:v>
                  </c:pt>
                  <c:pt idx="3">
                    <c:v>Australia</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Sheet1!$D$2:$D$13</c:f>
              <c:numCache>
                <c:formatCode>General</c:formatCode>
                <c:ptCount val="12"/>
                <c:pt idx="0">
                  <c:v>11</c:v>
                </c:pt>
                <c:pt idx="1">
                  <c:v>8</c:v>
                </c:pt>
                <c:pt idx="2">
                  <c:v>11</c:v>
                </c:pt>
                <c:pt idx="3">
                  <c:v>4</c:v>
                </c:pt>
                <c:pt idx="4">
                  <c:v>9</c:v>
                </c:pt>
                <c:pt idx="5">
                  <c:v>4</c:v>
                </c:pt>
                <c:pt idx="6">
                  <c:v>7</c:v>
                </c:pt>
                <c:pt idx="7">
                  <c:v>4</c:v>
                </c:pt>
                <c:pt idx="8">
                  <c:v>9</c:v>
                </c:pt>
                <c:pt idx="9">
                  <c:v>0</c:v>
                </c:pt>
                <c:pt idx="10">
                  <c:v>1</c:v>
                </c:pt>
                <c:pt idx="11">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Sheet1!$E$2:$E$13</c:f>
              <c:numCache>
                <c:formatCode>General</c:formatCode>
                <c:ptCount val="12"/>
                <c:pt idx="0">
                  <c:v>7</c:v>
                </c:pt>
                <c:pt idx="1">
                  <c:v>4</c:v>
                </c:pt>
                <c:pt idx="2">
                  <c:v>9</c:v>
                </c:pt>
                <c:pt idx="3">
                  <c:v>4</c:v>
                </c:pt>
                <c:pt idx="4">
                  <c:v>4</c:v>
                </c:pt>
                <c:pt idx="5">
                  <c:v>4</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chart" Target="/ppt/charts/chart32.xm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8.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0467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609904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71032"/>
            <a:ext cx="11188598" cy="43891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2026-09-25T18:58:45Z</dcterms:created>
  <dcterms:modified xsi:type="dcterms:W3CDTF">2026-09-25T18:58:45Z</dcterms:modified>
</cp:coreProperties>
</file>