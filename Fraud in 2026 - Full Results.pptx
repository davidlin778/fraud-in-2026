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5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59.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60.xml" ContentType="application/vnd.openxmlformats-officedocument.drawingml.chart+xml"/>
  <Override PartName="/ppt/charts/chart6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2.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63.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7.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68.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69.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70.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1.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7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7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chart" Target="/ppt/charts/chart25.xm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chart" Target="/ppt/charts/chart41.xml"/><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chart" Target="/ppt/charts/chart51.xml"/><Relationship Id="rId3" Type="http://schemas.openxmlformats.org/officeDocument/2006/relationships/chart" Target="/ppt/charts/chart52.xml"/><Relationship Id="rId4" Type="http://schemas.openxmlformats.org/officeDocument/2006/relationships/chart" Target="/ppt/charts/chart53.xml"/><Relationship Id="rId5" Type="http://schemas.openxmlformats.org/officeDocument/2006/relationships/chart" Target="/ppt/charts/chart54.xml"/><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chart" Target="/ppt/charts/chart61.xm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2.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63.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7.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68.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70.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71.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72.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2026-09-28T02:50:03Z</dcterms:created>
  <dcterms:modified xsi:type="dcterms:W3CDTF">2026-09-28T02:50:03Z</dcterms:modified>
</cp:coreProperties>
</file>