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5.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6.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2.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 respondent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Australia (n=4 Top 100 / n=3 Large) and Singapore (n=2 / n=2)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Insurance/Europe (n=1, United Kingdom) and Insurance/Australia (n=1) are extremely thin — each segment reflects a single respondent — and are shown for completeness, not as statistically reliable estimates. Insurance had zero Singapore respondents in either tier, so no segment appears there.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80760"/>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Every regional cell here is thin (n=1–7) and should be read directionally. Insurance had zero Singapore respondents in either tier, so no segment appears there.</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Every regional cell here is thin (n=1–7) and should be read directionally. Insurance had zero Singapore respondents in either tier, so no segment appears there.</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Australia (n=4 Top 100 / n=3 Large) and Singapore (n=2 / n=2) are thin samples shown directionally.</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Australia (n=4 Top 100 / n=3 Large) and Singapore (n=2 / n=2) are thin samples shown directionally.</a:t>
            </a:r>
            <a:endParaRPr lang="en-US" sz="850" dirty="0"/>
          </a:p>
        </p:txBody>
      </p:sp>
      <p:sp>
        <p:nvSpPr>
          <p:cNvPr id="10" name="Text 7"/>
          <p:cNvSpPr txBox="1"/>
          <p:nvPr/>
        </p:nvSpPr>
        <p:spPr>
          <a:xfrm>
            <a:off x="502006" y="5861304"/>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2026-09-25T17:25:43Z</dcterms:created>
  <dcterms:modified xsi:type="dcterms:W3CDTF">2026-09-25T17:25:43Z</dcterms:modified>
</cp:coreProperties>
</file>