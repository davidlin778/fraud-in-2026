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0.xml" ContentType="application/vnd.openxmlformats-officedocument.drawingml.chart+xml"/>
  <Override PartName="/ppt/charts/chart3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36.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7.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8.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39.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0.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1.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42.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43.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 — U.S. Banking Only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Unclear internal ownership / governance</c:v>
                  </c:pt>
                  <c:pt idx="5">
                    <c:v>Difficulty demonstrating ROI</c:v>
                  </c:pt>
                </c:lvl>
              </c:multiLvlStrCache>
            </c:multiLvlStrRef>
          </c:cat>
          <c:val>
            <c:numRef>
              <c:f>Sheet1!$B$2:$B$7</c:f>
              <c:numCache>
                <c:formatCode>General</c:formatCode>
                <c:ptCount val="6"/>
                <c:pt idx="0">
                  <c:v>74</c:v>
                </c:pt>
                <c:pt idx="1">
                  <c:v>74</c:v>
                </c:pt>
                <c:pt idx="2">
                  <c:v>74</c:v>
                </c:pt>
                <c:pt idx="3">
                  <c:v>35</c:v>
                </c:pt>
                <c:pt idx="4">
                  <c:v>26</c:v>
                </c:pt>
                <c:pt idx="5">
                  <c:v>18</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chart" Target="/ppt/charts/chart31.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8.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0467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609904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U.S. Banking Only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Among U.S. banks specifically, three barriers are tied for the top spot — data quality, legal constraints, and lack of external participation all cited by roughly three-quarters of respondents.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respondents based in the United States only)”</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n=34 (United States Banking respondents only, out of Banking's full n=75).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2026-09-25T19:45:04Z</dcterms:created>
  <dcterms:modified xsi:type="dcterms:W3CDTF">2026-09-25T19:45:04Z</dcterms:modified>
</cp:coreProperties>
</file>