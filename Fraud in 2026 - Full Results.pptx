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2.xml" ContentType="application/vnd.openxmlformats-officedocument.drawingml.chart+xml"/>
  <Override PartName="/ppt/charts/chart3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5.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3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7.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38.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9.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2.xml" ContentType="application/vnd.openxmlformats-officedocument.drawingml.chart+xml"/>
  <Override PartName="/ppt/charts/chart4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45.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48.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49.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50.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51.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52.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53.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54.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55.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chart" Target="/ppt/charts/chart33.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38.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2.xml"/><Relationship Id="rId2" Type="http://schemas.openxmlformats.org/officeDocument/2006/relationships/chart" Target="/ppt/charts/chart43.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52.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54.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2026-09-27T17:28:47Z</dcterms:created>
  <dcterms:modified xsi:type="dcterms:W3CDTF">2026-09-27T17:28:47Z</dcterms:modified>
</cp:coreProperties>
</file>