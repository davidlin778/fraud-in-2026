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 respondent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Insurance/Europe (n=1, United Kingdom) and Insurance/Australia (n=1) are extremely thin — each segment reflects a single respondent — and are shown for completeness, not as statistically reliable estimates. Insurance had zero Singapore respondents in either tier, so no segment appears there.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2026-09-25T17:03:47Z</dcterms:created>
  <dcterms:modified xsi:type="dcterms:W3CDTF">2026-09-25T17:03:47Z</dcterms:modified>
</cp:coreProperties>
</file>